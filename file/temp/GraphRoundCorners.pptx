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36" y="-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5F82-9595-30BE-AA2D-0835867DE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96E95-DD59-7E53-52B5-DC2BED91D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D70DE-EE0C-91C5-114E-8985C13A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8FFF8-3AD5-3B8A-DBCC-8A7D206C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73BC4-CC5B-D13A-0817-127B2246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42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591B-4078-411F-F9C2-A9EA4EA0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CC410-0807-F93E-DF4E-2FB49565B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58CC2-1558-F003-1C50-CA16FECE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4496-ABD9-E45C-4693-981BE9C9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E5CCE-A719-99C1-9992-9DFE369B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0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36E9-58F6-8137-4428-4655DBA0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1124C-455F-188A-1C35-3009EC3AE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661E-B8FA-7F7E-1070-8351C7FE7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71612-D031-EF9F-F436-6602BA3D7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9EEAD-10F8-8138-271E-F081BCD3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3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7177F-F3FC-07AF-E8AC-65A2E6AB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12587-5E09-4124-687F-01559A002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B58E4-EF68-014F-81C9-B2FA81A8C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9C7F3-5F55-1FDA-1E08-05A711DF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FFE5F-8B20-AE3D-A43D-1FA87F59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AF097-7F53-8601-C587-0651D397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8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A6CE-F847-2026-C315-3C0EF6F1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49CC9-65CB-5FAC-F7BD-46ABB9D00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0987E-5FF1-8BE6-25B4-C4890D319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C3FAA3-57B7-855A-972F-C3D9D1CE0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31F7-2BEA-CDD2-8D5D-359C87D28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3D5E2-C647-9BB9-512D-9E01F290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FEA41-B7CB-6C7E-B7C3-6C383FEE5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07BC7-DFAE-723B-1B90-F17B736D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2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53D85-1197-38DC-FC3E-B731FF63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EFAFA-DFBC-1BCB-CB03-B7A67332F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803F8-EC61-EE14-F3C1-3F82DBF40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F4331-8032-6E00-6BC1-2A41EB15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05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6F38C-A05E-B954-8C4A-7EA24F474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72EB4-E1DB-3C9B-31B0-E2EC9394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758EF-EFF8-24CF-1766-17436347A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87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C038-A043-C985-63F4-412027645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8CE2A-94CB-6971-E9E0-AE8CC2E20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338BE-B395-84CD-F437-81952B909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2F8AA-3D14-A76D-1FA9-243C127E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1766D-DAE3-B2EB-7B2B-9FE6B2E8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D0B93-2245-9A5A-3669-8FC670D5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4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2800-9432-AE8D-0A48-CBC6FA017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75EEBD-91E1-2CA4-44CA-9D04AB25A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FF57A-A06C-25F3-C28F-4973D16BB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E0D8B-1F50-0E8A-B1C3-419E85C5B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A1A5B-9F4D-4418-12F2-C16C063D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EC58D-E1DA-C8D8-34F4-CB4D1C1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22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0761E-9AEE-7E98-313B-CCC5D9BB5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9B882-0ACE-5642-220D-F3C1B21BC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D1199-7363-B101-E7D0-9669E1FF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6179-92D2-1ADA-0D51-E05274E96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1EDD6-50CD-68FF-C043-821DE4D1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04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B44CC4-F6AC-C013-6985-225B9E418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7BC65-4F59-E0A1-865E-6AC510400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23FC4-1FB9-8915-6C7D-D9BF85AE3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D91CC-C17C-C0E8-77EC-8B276645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D329A-D274-42B4-6979-8E36BF45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916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B44794-5A4E-BD77-8440-AFA35A4AF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E1701-3FAA-92CE-DC89-6FC766573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23898-2CA0-C5DD-0B4A-B364B042B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F14B1-A2F0-4CE1-9AF2-BF1588EEC6C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629C4-C3C5-EE87-11FC-AB83AEEDE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CB740-C7D3-D714-AEE6-DB0508963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2A28A-44B6-435F-AD00-6FB00987E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8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8B8D00-3974-A03D-303E-DE011572A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632" y="1294159"/>
            <a:ext cx="3947168" cy="2218949"/>
          </a:xfrm>
          <a:prstGeom prst="roundRect">
            <a:avLst>
              <a:gd name="adj" fmla="val 8082"/>
            </a:avLst>
          </a:prstGeom>
        </p:spPr>
      </p:pic>
    </p:spTree>
    <p:extLst>
      <p:ext uri="{BB962C8B-B14F-4D97-AF65-F5344CB8AC3E}">
        <p14:creationId xmlns:p14="http://schemas.microsoft.com/office/powerpoint/2010/main" val="3866152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RICARDO AGUILAR PIÑA</dc:creator>
  <cp:lastModifiedBy>WILLIAM RICARDO AGUILAR PIÑA</cp:lastModifiedBy>
  <cp:revision>2</cp:revision>
  <dcterms:created xsi:type="dcterms:W3CDTF">2026-06-05T19:24:05Z</dcterms:created>
  <dcterms:modified xsi:type="dcterms:W3CDTF">2026-06-05T22:36:39Z</dcterms:modified>
</cp:coreProperties>
</file>