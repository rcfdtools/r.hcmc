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25" r:id="rId2"/>
    <p:sldId id="301" r:id="rId3"/>
    <p:sldId id="289" r:id="rId4"/>
    <p:sldId id="308" r:id="rId5"/>
    <p:sldId id="326" r:id="rId6"/>
    <p:sldId id="327" r:id="rId7"/>
    <p:sldId id="315" r:id="rId8"/>
    <p:sldId id="328" r:id="rId9"/>
    <p:sldId id="316" r:id="rId10"/>
    <p:sldId id="329" r:id="rId11"/>
    <p:sldId id="317" r:id="rId12"/>
    <p:sldId id="330" r:id="rId13"/>
    <p:sldId id="314" r:id="rId14"/>
    <p:sldId id="331" r:id="rId15"/>
    <p:sldId id="318" r:id="rId16"/>
    <p:sldId id="332" r:id="rId17"/>
    <p:sldId id="333" r:id="rId18"/>
    <p:sldId id="320" r:id="rId19"/>
    <p:sldId id="334" r:id="rId20"/>
    <p:sldId id="319" r:id="rId21"/>
    <p:sldId id="335" r:id="rId22"/>
    <p:sldId id="321" r:id="rId23"/>
    <p:sldId id="324" r:id="rId24"/>
    <p:sldId id="336" r:id="rId25"/>
    <p:sldId id="322" r:id="rId26"/>
    <p:sldId id="337" r:id="rId27"/>
    <p:sldId id="323" r:id="rId28"/>
    <p:sldId id="386" r:id="rId2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830"/>
    <a:srgbClr val="F0F0F0"/>
    <a:srgbClr val="979797"/>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76" autoAdjust="0"/>
    <p:restoredTop sz="93623" autoAdjust="0"/>
  </p:normalViewPr>
  <p:slideViewPr>
    <p:cSldViewPr>
      <p:cViewPr varScale="1">
        <p:scale>
          <a:sx n="120" d="100"/>
          <a:sy n="120" d="100"/>
        </p:scale>
        <p:origin x="372" y="1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A10FA70F-F9D7-4D31-8E13-13FEFD663DAC}"/>
    <pc:docChg chg="undo custSel addSld delSld modSld sldOrd modMainMaster">
      <pc:chgData name="WILLIAM RICARDO AGUILAR PIÑA" userId="25538c52-b196-49fc-9025-2dd86a54f18a" providerId="ADAL" clId="{A10FA70F-F9D7-4D31-8E13-13FEFD663DAC}" dt="2019-03-18T20:43:06.868" v="1272"/>
      <pc:docMkLst>
        <pc:docMk/>
      </pc:docMkLst>
      <pc:sldChg chg="addSp delSp modSp del setBg">
        <pc:chgData name="WILLIAM RICARDO AGUILAR PIÑA" userId="25538c52-b196-49fc-9025-2dd86a54f18a" providerId="ADAL" clId="{A10FA70F-F9D7-4D31-8E13-13FEFD663DAC}" dt="2019-03-18T16:51:20.542" v="34" actId="2696"/>
        <pc:sldMkLst>
          <pc:docMk/>
          <pc:sldMk cId="0" sldId="256"/>
        </pc:sldMkLst>
        <pc:spChg chg="mod">
          <ac:chgData name="WILLIAM RICARDO AGUILAR PIÑA" userId="25538c52-b196-49fc-9025-2dd86a54f18a" providerId="ADAL" clId="{A10FA70F-F9D7-4D31-8E13-13FEFD663DAC}" dt="2019-03-18T16:49:05.719" v="4"/>
          <ac:spMkLst>
            <pc:docMk/>
            <pc:sldMk cId="0" sldId="256"/>
            <ac:spMk id="4" creationId="{00000000-0000-0000-0000-000000000000}"/>
          </ac:spMkLst>
        </pc:spChg>
        <pc:spChg chg="mod">
          <ac:chgData name="WILLIAM RICARDO AGUILAR PIÑA" userId="25538c52-b196-49fc-9025-2dd86a54f18a" providerId="ADAL" clId="{A10FA70F-F9D7-4D31-8E13-13FEFD663DAC}" dt="2019-03-18T16:49:05.719" v="4"/>
          <ac:spMkLst>
            <pc:docMk/>
            <pc:sldMk cId="0" sldId="256"/>
            <ac:spMk id="7" creationId="{00000000-0000-0000-0000-000000000000}"/>
          </ac:spMkLst>
        </pc:spChg>
        <pc:spChg chg="mod">
          <ac:chgData name="WILLIAM RICARDO AGUILAR PIÑA" userId="25538c52-b196-49fc-9025-2dd86a54f18a" providerId="ADAL" clId="{A10FA70F-F9D7-4D31-8E13-13FEFD663DAC}" dt="2019-03-18T16:49:40.279" v="14" actId="6549"/>
          <ac:spMkLst>
            <pc:docMk/>
            <pc:sldMk cId="0" sldId="256"/>
            <ac:spMk id="8" creationId="{00000000-0000-0000-0000-000000000000}"/>
          </ac:spMkLst>
        </pc:spChg>
        <pc:spChg chg="mod">
          <ac:chgData name="WILLIAM RICARDO AGUILAR PIÑA" userId="25538c52-b196-49fc-9025-2dd86a54f18a" providerId="ADAL" clId="{A10FA70F-F9D7-4D31-8E13-13FEFD663DAC}" dt="2019-03-18T16:49:05.719" v="4"/>
          <ac:spMkLst>
            <pc:docMk/>
            <pc:sldMk cId="0" sldId="256"/>
            <ac:spMk id="22530" creationId="{00000000-0000-0000-0000-000000000000}"/>
          </ac:spMkLst>
        </pc:spChg>
        <pc:inkChg chg="add del">
          <ac:chgData name="WILLIAM RICARDO AGUILAR PIÑA" userId="25538c52-b196-49fc-9025-2dd86a54f18a" providerId="ADAL" clId="{A10FA70F-F9D7-4D31-8E13-13FEFD663DAC}" dt="2019-03-18T16:48:58.517" v="3" actId="9405"/>
          <ac:inkMkLst>
            <pc:docMk/>
            <pc:sldMk cId="0" sldId="256"/>
            <ac:inkMk id="2" creationId="{0A3E8517-0D49-4B6A-8B3B-4EDB6CE88108}"/>
          </ac:inkMkLst>
        </pc:inkChg>
      </pc:sldChg>
      <pc:sldChg chg="addSp delSp modSp">
        <pc:chgData name="WILLIAM RICARDO AGUILAR PIÑA" userId="25538c52-b196-49fc-9025-2dd86a54f18a" providerId="ADAL" clId="{A10FA70F-F9D7-4D31-8E13-13FEFD663DAC}" dt="2019-03-18T16:53:08.123" v="70" actId="1076"/>
        <pc:sldMkLst>
          <pc:docMk/>
          <pc:sldMk cId="1805327859" sldId="289"/>
        </pc:sldMkLst>
        <pc:spChg chg="mod">
          <ac:chgData name="WILLIAM RICARDO AGUILAR PIÑA" userId="25538c52-b196-49fc-9025-2dd86a54f18a" providerId="ADAL" clId="{A10FA70F-F9D7-4D31-8E13-13FEFD663DAC}" dt="2019-03-18T16:53:08.123" v="70" actId="1076"/>
          <ac:spMkLst>
            <pc:docMk/>
            <pc:sldMk cId="1805327859" sldId="289"/>
            <ac:spMk id="8" creationId="{00000000-0000-0000-0000-000000000000}"/>
          </ac:spMkLst>
        </pc:spChg>
        <pc:spChg chg="del mod">
          <ac:chgData name="WILLIAM RICARDO AGUILAR PIÑA" userId="25538c52-b196-49fc-9025-2dd86a54f18a" providerId="ADAL" clId="{A10FA70F-F9D7-4D31-8E13-13FEFD663DAC}" dt="2019-03-18T16:51:00.368" v="19" actId="478"/>
          <ac:spMkLst>
            <pc:docMk/>
            <pc:sldMk cId="1805327859" sldId="289"/>
            <ac:spMk id="22530" creationId="{00000000-0000-0000-0000-000000000000}"/>
          </ac:spMkLst>
        </pc:spChg>
        <pc:picChg chg="add mod">
          <ac:chgData name="WILLIAM RICARDO AGUILAR PIÑA" userId="25538c52-b196-49fc-9025-2dd86a54f18a" providerId="ADAL" clId="{A10FA70F-F9D7-4D31-8E13-13FEFD663DAC}" dt="2019-03-18T16:52:36.597" v="64" actId="207"/>
          <ac:picMkLst>
            <pc:docMk/>
            <pc:sldMk cId="1805327859" sldId="289"/>
            <ac:picMk id="4" creationId="{1FB264E8-77B3-4F53-91CC-E198399F6160}"/>
          </ac:picMkLst>
        </pc:picChg>
      </pc:sldChg>
      <pc:sldChg chg="addSp delSp modSp">
        <pc:chgData name="WILLIAM RICARDO AGUILAR PIÑA" userId="25538c52-b196-49fc-9025-2dd86a54f18a" providerId="ADAL" clId="{A10FA70F-F9D7-4D31-8E13-13FEFD663DAC}" dt="2019-03-18T19:15:33.244" v="1245" actId="1076"/>
        <pc:sldMkLst>
          <pc:docMk/>
          <pc:sldMk cId="2852190545" sldId="301"/>
        </pc:sldMkLst>
        <pc:spChg chg="mod">
          <ac:chgData name="WILLIAM RICARDO AGUILAR PIÑA" userId="25538c52-b196-49fc-9025-2dd86a54f18a" providerId="ADAL" clId="{A10FA70F-F9D7-4D31-8E13-13FEFD663DAC}" dt="2019-03-18T19:15:33.244" v="1245" actId="1076"/>
          <ac:spMkLst>
            <pc:docMk/>
            <pc:sldMk cId="2852190545" sldId="301"/>
            <ac:spMk id="8" creationId="{00000000-0000-0000-0000-000000000000}"/>
          </ac:spMkLst>
        </pc:spChg>
        <pc:spChg chg="del mod">
          <ac:chgData name="WILLIAM RICARDO AGUILAR PIÑA" userId="25538c52-b196-49fc-9025-2dd86a54f18a" providerId="ADAL" clId="{A10FA70F-F9D7-4D31-8E13-13FEFD663DAC}" dt="2019-03-18T16:50:59.176" v="18" actId="478"/>
          <ac:spMkLst>
            <pc:docMk/>
            <pc:sldMk cId="2852190545" sldId="301"/>
            <ac:spMk id="22530" creationId="{00000000-0000-0000-0000-000000000000}"/>
          </ac:spMkLst>
        </pc:spChg>
        <pc:picChg chg="add">
          <ac:chgData name="WILLIAM RICARDO AGUILAR PIÑA" userId="25538c52-b196-49fc-9025-2dd86a54f18a" providerId="ADAL" clId="{A10FA70F-F9D7-4D31-8E13-13FEFD663DAC}" dt="2019-03-18T16:51:32.830" v="35"/>
          <ac:picMkLst>
            <pc:docMk/>
            <pc:sldMk cId="2852190545" sldId="301"/>
            <ac:picMk id="4" creationId="{5EFBB3AF-EA28-4777-BD67-6AFAC9AC4EBD}"/>
          </ac:picMkLst>
        </pc:picChg>
      </pc:sldChg>
      <pc:sldChg chg="addSp delSp modSp">
        <pc:chgData name="WILLIAM RICARDO AGUILAR PIÑA" userId="25538c52-b196-49fc-9025-2dd86a54f18a" providerId="ADAL" clId="{A10FA70F-F9D7-4D31-8E13-13FEFD663DAC}" dt="2019-03-18T16:53:51.482" v="93" actId="1076"/>
        <pc:sldMkLst>
          <pc:docMk/>
          <pc:sldMk cId="3461002424" sldId="308"/>
        </pc:sldMkLst>
        <pc:spChg chg="mod">
          <ac:chgData name="WILLIAM RICARDO AGUILAR PIÑA" userId="25538c52-b196-49fc-9025-2dd86a54f18a" providerId="ADAL" clId="{A10FA70F-F9D7-4D31-8E13-13FEFD663DAC}" dt="2019-03-18T16:53:51.482" v="93" actId="1076"/>
          <ac:spMkLst>
            <pc:docMk/>
            <pc:sldMk cId="3461002424" sldId="308"/>
            <ac:spMk id="8" creationId="{00000000-0000-0000-0000-000000000000}"/>
          </ac:spMkLst>
        </pc:spChg>
        <pc:spChg chg="del mod">
          <ac:chgData name="WILLIAM RICARDO AGUILAR PIÑA" userId="25538c52-b196-49fc-9025-2dd86a54f18a" providerId="ADAL" clId="{A10FA70F-F9D7-4D31-8E13-13FEFD663DAC}" dt="2019-03-18T16:53:25.644" v="77" actId="478"/>
          <ac:spMkLst>
            <pc:docMk/>
            <pc:sldMk cId="3461002424" sldId="308"/>
            <ac:spMk id="10" creationId="{00000000-0000-0000-0000-000000000000}"/>
          </ac:spMkLst>
        </pc:spChg>
        <pc:spChg chg="del mod">
          <ac:chgData name="WILLIAM RICARDO AGUILAR PIÑA" userId="25538c52-b196-49fc-9025-2dd86a54f18a" providerId="ADAL" clId="{A10FA70F-F9D7-4D31-8E13-13FEFD663DAC}" dt="2019-03-18T16:53:25.644" v="77" actId="478"/>
          <ac:spMkLst>
            <pc:docMk/>
            <pc:sldMk cId="3461002424" sldId="308"/>
            <ac:spMk id="20" creationId="{00000000-0000-0000-0000-000000000000}"/>
          </ac:spMkLst>
        </pc:spChg>
        <pc:spChg chg="del mod">
          <ac:chgData name="WILLIAM RICARDO AGUILAR PIÑA" userId="25538c52-b196-49fc-9025-2dd86a54f18a" providerId="ADAL" clId="{A10FA70F-F9D7-4D31-8E13-13FEFD663DAC}" dt="2019-03-18T16:51:01.086" v="20" actId="478"/>
          <ac:spMkLst>
            <pc:docMk/>
            <pc:sldMk cId="3461002424" sldId="308"/>
            <ac:spMk id="22530" creationId="{00000000-0000-0000-0000-000000000000}"/>
          </ac:spMkLst>
        </pc:spChg>
        <pc:picChg chg="add">
          <ac:chgData name="WILLIAM RICARDO AGUILAR PIÑA" userId="25538c52-b196-49fc-9025-2dd86a54f18a" providerId="ADAL" clId="{A10FA70F-F9D7-4D31-8E13-13FEFD663DAC}" dt="2019-03-18T16:51:34.003" v="37"/>
          <ac:picMkLst>
            <pc:docMk/>
            <pc:sldMk cId="3461002424" sldId="308"/>
            <ac:picMk id="9" creationId="{BC352104-BF00-4C00-84C9-17B54893E670}"/>
          </ac:picMkLst>
        </pc:picChg>
        <pc:picChg chg="del mod">
          <ac:chgData name="WILLIAM RICARDO AGUILAR PIÑA" userId="25538c52-b196-49fc-9025-2dd86a54f18a" providerId="ADAL" clId="{A10FA70F-F9D7-4D31-8E13-13FEFD663DAC}" dt="2019-03-18T16:53:23.821" v="75" actId="478"/>
          <ac:picMkLst>
            <pc:docMk/>
            <pc:sldMk cId="3461002424" sldId="308"/>
            <ac:picMk id="12" creationId="{00000000-0000-0000-0000-000000000000}"/>
          </ac:picMkLst>
        </pc:picChg>
        <pc:picChg chg="del mod">
          <ac:chgData name="WILLIAM RICARDO AGUILAR PIÑA" userId="25538c52-b196-49fc-9025-2dd86a54f18a" providerId="ADAL" clId="{A10FA70F-F9D7-4D31-8E13-13FEFD663DAC}" dt="2019-03-18T16:53:23.352" v="74" actId="478"/>
          <ac:picMkLst>
            <pc:docMk/>
            <pc:sldMk cId="3461002424" sldId="308"/>
            <ac:picMk id="13" creationId="{00000000-0000-0000-0000-000000000000}"/>
          </ac:picMkLst>
        </pc:picChg>
        <pc:picChg chg="del mod">
          <ac:chgData name="WILLIAM RICARDO AGUILAR PIÑA" userId="25538c52-b196-49fc-9025-2dd86a54f18a" providerId="ADAL" clId="{A10FA70F-F9D7-4D31-8E13-13FEFD663DAC}" dt="2019-03-18T16:53:24.247" v="76" actId="478"/>
          <ac:picMkLst>
            <pc:docMk/>
            <pc:sldMk cId="3461002424" sldId="308"/>
            <ac:picMk id="14" creationId="{00000000-0000-0000-0000-000000000000}"/>
          </ac:picMkLst>
        </pc:picChg>
      </pc:sldChg>
      <pc:sldChg chg="delSp modSp del">
        <pc:chgData name="WILLIAM RICARDO AGUILAR PIÑA" userId="25538c52-b196-49fc-9025-2dd86a54f18a" providerId="ADAL" clId="{A10FA70F-F9D7-4D31-8E13-13FEFD663DAC}" dt="2019-03-18T16:51:16.267" v="33" actId="2696"/>
        <pc:sldMkLst>
          <pc:docMk/>
          <pc:sldMk cId="2186527381" sldId="313"/>
        </pc:sldMkLst>
        <pc:spChg chg="mod">
          <ac:chgData name="WILLIAM RICARDO AGUILAR PIÑA" userId="25538c52-b196-49fc-9025-2dd86a54f18a" providerId="ADAL" clId="{A10FA70F-F9D7-4D31-8E13-13FEFD663DAC}" dt="2019-03-18T16:49:05.719" v="4"/>
          <ac:spMkLst>
            <pc:docMk/>
            <pc:sldMk cId="2186527381" sldId="313"/>
            <ac:spMk id="7" creationId="{00000000-0000-0000-0000-000000000000}"/>
          </ac:spMkLst>
        </pc:spChg>
        <pc:spChg chg="del mod">
          <ac:chgData name="WILLIAM RICARDO AGUILAR PIÑA" userId="25538c52-b196-49fc-9025-2dd86a54f18a" providerId="ADAL" clId="{A10FA70F-F9D7-4D31-8E13-13FEFD663DAC}" dt="2019-03-18T16:51:15.339" v="32" actId="478"/>
          <ac:spMkLst>
            <pc:docMk/>
            <pc:sldMk cId="2186527381" sldId="313"/>
            <ac:spMk id="22530" creationId="{00000000-0000-0000-0000-000000000000}"/>
          </ac:spMkLst>
        </pc:spChg>
      </pc:sldChg>
      <pc:sldChg chg="addSp delSp modSp">
        <pc:chgData name="WILLIAM RICARDO AGUILAR PIÑA" userId="25538c52-b196-49fc-9025-2dd86a54f18a" providerId="ADAL" clId="{A10FA70F-F9D7-4D31-8E13-13FEFD663DAC}" dt="2019-03-18T18:47:34.438" v="736"/>
        <pc:sldMkLst>
          <pc:docMk/>
          <pc:sldMk cId="4161687585" sldId="314"/>
        </pc:sldMkLst>
        <pc:spChg chg="del mod">
          <ac:chgData name="WILLIAM RICARDO AGUILAR PIÑA" userId="25538c52-b196-49fc-9025-2dd86a54f18a" providerId="ADAL" clId="{A10FA70F-F9D7-4D31-8E13-13FEFD663DAC}" dt="2019-03-18T18:42:22.105" v="548" actId="478"/>
          <ac:spMkLst>
            <pc:docMk/>
            <pc:sldMk cId="4161687585" sldId="314"/>
            <ac:spMk id="3" creationId="{4771D931-72E5-46C2-A28F-CFFB56F4B67A}"/>
          </ac:spMkLst>
        </pc:spChg>
        <pc:spChg chg="del mod topLvl">
          <ac:chgData name="WILLIAM RICARDO AGUILAR PIÑA" userId="25538c52-b196-49fc-9025-2dd86a54f18a" providerId="ADAL" clId="{A10FA70F-F9D7-4D31-8E13-13FEFD663DAC}" dt="2019-03-18T18:45:06.214" v="622" actId="478"/>
          <ac:spMkLst>
            <pc:docMk/>
            <pc:sldMk cId="4161687585" sldId="314"/>
            <ac:spMk id="5" creationId="{2BB30193-C57C-4C46-A127-5BB7EE62E7C2}"/>
          </ac:spMkLst>
        </pc:spChg>
        <pc:spChg chg="add mod">
          <ac:chgData name="WILLIAM RICARDO AGUILAR PIÑA" userId="25538c52-b196-49fc-9025-2dd86a54f18a" providerId="ADAL" clId="{A10FA70F-F9D7-4D31-8E13-13FEFD663DAC}" dt="2019-03-18T18:44:40.540" v="611" actId="1076"/>
          <ac:spMkLst>
            <pc:docMk/>
            <pc:sldMk cId="4161687585" sldId="314"/>
            <ac:spMk id="6" creationId="{6FD8DAD8-0199-4128-99D4-074C2E82DF5D}"/>
          </ac:spMkLst>
        </pc:spChg>
        <pc:spChg chg="mod">
          <ac:chgData name="WILLIAM RICARDO AGUILAR PIÑA" userId="25538c52-b196-49fc-9025-2dd86a54f18a" providerId="ADAL" clId="{A10FA70F-F9D7-4D31-8E13-13FEFD663DAC}" dt="2019-03-18T18:45:48.532" v="734" actId="20577"/>
          <ac:spMkLst>
            <pc:docMk/>
            <pc:sldMk cId="4161687585" sldId="314"/>
            <ac:spMk id="8" creationId="{00000000-0000-0000-0000-000000000000}"/>
          </ac:spMkLst>
        </pc:spChg>
        <pc:spChg chg="del mod">
          <ac:chgData name="WILLIAM RICARDO AGUILAR PIÑA" userId="25538c52-b196-49fc-9025-2dd86a54f18a" providerId="ADAL" clId="{A10FA70F-F9D7-4D31-8E13-13FEFD663DAC}" dt="2019-03-18T18:43:02.251" v="560" actId="478"/>
          <ac:spMkLst>
            <pc:docMk/>
            <pc:sldMk cId="4161687585" sldId="314"/>
            <ac:spMk id="10" creationId="{00000000-0000-0000-0000-000000000000}"/>
          </ac:spMkLst>
        </pc:spChg>
        <pc:spChg chg="add mod">
          <ac:chgData name="WILLIAM RICARDO AGUILAR PIÑA" userId="25538c52-b196-49fc-9025-2dd86a54f18a" providerId="ADAL" clId="{A10FA70F-F9D7-4D31-8E13-13FEFD663DAC}" dt="2019-03-18T18:44:49.997" v="617" actId="20577"/>
          <ac:spMkLst>
            <pc:docMk/>
            <pc:sldMk cId="4161687585" sldId="314"/>
            <ac:spMk id="13" creationId="{22501EF2-4E5B-488E-AD48-38A7F2E4BFE3}"/>
          </ac:spMkLst>
        </pc:spChg>
        <pc:spChg chg="add mod">
          <ac:chgData name="WILLIAM RICARDO AGUILAR PIÑA" userId="25538c52-b196-49fc-9025-2dd86a54f18a" providerId="ADAL" clId="{A10FA70F-F9D7-4D31-8E13-13FEFD663DAC}" dt="2019-03-18T18:47:34.438" v="736"/>
          <ac:spMkLst>
            <pc:docMk/>
            <pc:sldMk cId="4161687585" sldId="314"/>
            <ac:spMk id="14" creationId="{1D407D70-948E-42FF-93AA-4DA42597BF40}"/>
          </ac:spMkLst>
        </pc:spChg>
        <pc:spChg chg="del mod">
          <ac:chgData name="WILLIAM RICARDO AGUILAR PIÑA" userId="25538c52-b196-49fc-9025-2dd86a54f18a" providerId="ADAL" clId="{A10FA70F-F9D7-4D31-8E13-13FEFD663DAC}" dt="2019-03-18T16:51:05.754" v="24" actId="478"/>
          <ac:spMkLst>
            <pc:docMk/>
            <pc:sldMk cId="4161687585" sldId="314"/>
            <ac:spMk id="22530" creationId="{00000000-0000-0000-0000-000000000000}"/>
          </ac:spMkLst>
        </pc:spChg>
        <pc:grpChg chg="del mod">
          <ac:chgData name="WILLIAM RICARDO AGUILAR PIÑA" userId="25538c52-b196-49fc-9025-2dd86a54f18a" providerId="ADAL" clId="{A10FA70F-F9D7-4D31-8E13-13FEFD663DAC}" dt="2019-03-18T18:40:38.343" v="480" actId="165"/>
          <ac:grpSpMkLst>
            <pc:docMk/>
            <pc:sldMk cId="4161687585" sldId="314"/>
            <ac:grpSpMk id="4" creationId="{DA66524F-84C7-49CC-83CC-9CED54975413}"/>
          </ac:grpSpMkLst>
        </pc:grpChg>
        <pc:picChg chg="mod">
          <ac:chgData name="WILLIAM RICARDO AGUILAR PIÑA" userId="25538c52-b196-49fc-9025-2dd86a54f18a" providerId="ADAL" clId="{A10FA70F-F9D7-4D31-8E13-13FEFD663DAC}" dt="2019-03-18T18:38:47.211" v="471" actId="1036"/>
          <ac:picMkLst>
            <pc:docMk/>
            <pc:sldMk cId="4161687585" sldId="314"/>
            <ac:picMk id="2" creationId="{00000000-0000-0000-0000-000000000000}"/>
          </ac:picMkLst>
        </pc:picChg>
        <pc:picChg chg="del mod">
          <ac:chgData name="WILLIAM RICARDO AGUILAR PIÑA" userId="25538c52-b196-49fc-9025-2dd86a54f18a" providerId="ADAL" clId="{A10FA70F-F9D7-4D31-8E13-13FEFD663DAC}" dt="2019-03-18T18:40:31.100" v="479" actId="338"/>
          <ac:picMkLst>
            <pc:docMk/>
            <pc:sldMk cId="4161687585" sldId="314"/>
            <ac:picMk id="9" creationId="{00000000-0000-0000-0000-000000000000}"/>
          </ac:picMkLst>
        </pc:picChg>
        <pc:picChg chg="add">
          <ac:chgData name="WILLIAM RICARDO AGUILAR PIÑA" userId="25538c52-b196-49fc-9025-2dd86a54f18a" providerId="ADAL" clId="{A10FA70F-F9D7-4D31-8E13-13FEFD663DAC}" dt="2019-03-18T16:51:36.377" v="41"/>
          <ac:picMkLst>
            <pc:docMk/>
            <pc:sldMk cId="4161687585" sldId="314"/>
            <ac:picMk id="11" creationId="{838A2B88-7D5B-4608-8DC9-0748691D4188}"/>
          </ac:picMkLst>
        </pc:picChg>
        <pc:picChg chg="mod topLvl">
          <ac:chgData name="WILLIAM RICARDO AGUILAR PIÑA" userId="25538c52-b196-49fc-9025-2dd86a54f18a" providerId="ADAL" clId="{A10FA70F-F9D7-4D31-8E13-13FEFD663DAC}" dt="2019-03-18T18:42:49.352" v="556" actId="1076"/>
          <ac:picMkLst>
            <pc:docMk/>
            <pc:sldMk cId="4161687585" sldId="314"/>
            <ac:picMk id="1029" creationId="{58D8F64A-BBD7-4113-B150-C88FF585D3B1}"/>
          </ac:picMkLst>
        </pc:picChg>
      </pc:sldChg>
      <pc:sldChg chg="addSp delSp modSp setBg">
        <pc:chgData name="WILLIAM RICARDO AGUILAR PIÑA" userId="25538c52-b196-49fc-9025-2dd86a54f18a" providerId="ADAL" clId="{A10FA70F-F9D7-4D31-8E13-13FEFD663DAC}" dt="2019-03-18T19:25:47.785" v="1254"/>
        <pc:sldMkLst>
          <pc:docMk/>
          <pc:sldMk cId="3112124549" sldId="315"/>
        </pc:sldMkLst>
        <pc:spChg chg="mod">
          <ac:chgData name="WILLIAM RICARDO AGUILAR PIÑA" userId="25538c52-b196-49fc-9025-2dd86a54f18a" providerId="ADAL" clId="{A10FA70F-F9D7-4D31-8E13-13FEFD663DAC}" dt="2019-03-18T16:59:08.910" v="194" actId="207"/>
          <ac:spMkLst>
            <pc:docMk/>
            <pc:sldMk cId="3112124549" sldId="315"/>
            <ac:spMk id="8" creationId="{00000000-0000-0000-0000-000000000000}"/>
          </ac:spMkLst>
        </pc:spChg>
        <pc:spChg chg="mod">
          <ac:chgData name="WILLIAM RICARDO AGUILAR PIÑA" userId="25538c52-b196-49fc-9025-2dd86a54f18a" providerId="ADAL" clId="{A10FA70F-F9D7-4D31-8E13-13FEFD663DAC}" dt="2019-03-18T16:59:08.910" v="194" actId="207"/>
          <ac:spMkLst>
            <pc:docMk/>
            <pc:sldMk cId="3112124549" sldId="315"/>
            <ac:spMk id="10" creationId="{00000000-0000-0000-0000-000000000000}"/>
          </ac:spMkLst>
        </pc:spChg>
        <pc:spChg chg="add mod">
          <ac:chgData name="WILLIAM RICARDO AGUILAR PIÑA" userId="25538c52-b196-49fc-9025-2dd86a54f18a" providerId="ADAL" clId="{A10FA70F-F9D7-4D31-8E13-13FEFD663DAC}" dt="2019-03-18T17:01:21.972" v="218"/>
          <ac:spMkLst>
            <pc:docMk/>
            <pc:sldMk cId="3112124549" sldId="315"/>
            <ac:spMk id="15" creationId="{85D77D18-AE8F-4AB0-A1A7-B6ECE61EEC5B}"/>
          </ac:spMkLst>
        </pc:spChg>
        <pc:spChg chg="mod">
          <ac:chgData name="WILLIAM RICARDO AGUILAR PIÑA" userId="25538c52-b196-49fc-9025-2dd86a54f18a" providerId="ADAL" clId="{A10FA70F-F9D7-4D31-8E13-13FEFD663DAC}" dt="2019-03-18T16:59:54.802" v="204" actId="1076"/>
          <ac:spMkLst>
            <pc:docMk/>
            <pc:sldMk cId="3112124549" sldId="315"/>
            <ac:spMk id="20" creationId="{00000000-0000-0000-0000-000000000000}"/>
          </ac:spMkLst>
        </pc:spChg>
        <pc:spChg chg="del mod">
          <ac:chgData name="WILLIAM RICARDO AGUILAR PIÑA" userId="25538c52-b196-49fc-9025-2dd86a54f18a" providerId="ADAL" clId="{A10FA70F-F9D7-4D31-8E13-13FEFD663DAC}" dt="2019-03-18T16:51:02.110" v="21" actId="478"/>
          <ac:spMkLst>
            <pc:docMk/>
            <pc:sldMk cId="3112124549" sldId="315"/>
            <ac:spMk id="22530" creationId="{00000000-0000-0000-0000-000000000000}"/>
          </ac:spMkLst>
        </pc:spChg>
        <pc:picChg chg="mod">
          <ac:chgData name="WILLIAM RICARDO AGUILAR PIÑA" userId="25538c52-b196-49fc-9025-2dd86a54f18a" providerId="ADAL" clId="{A10FA70F-F9D7-4D31-8E13-13FEFD663DAC}" dt="2019-03-18T17:00:25.786" v="213" actId="1076"/>
          <ac:picMkLst>
            <pc:docMk/>
            <pc:sldMk cId="3112124549" sldId="315"/>
            <ac:picMk id="2" creationId="{00000000-0000-0000-0000-000000000000}"/>
          </ac:picMkLst>
        </pc:picChg>
        <pc:picChg chg="mod">
          <ac:chgData name="WILLIAM RICARDO AGUILAR PIÑA" userId="25538c52-b196-49fc-9025-2dd86a54f18a" providerId="ADAL" clId="{A10FA70F-F9D7-4D31-8E13-13FEFD663DAC}" dt="2019-03-18T16:59:58.196" v="205" actId="14100"/>
          <ac:picMkLst>
            <pc:docMk/>
            <pc:sldMk cId="3112124549" sldId="315"/>
            <ac:picMk id="3" creationId="{00000000-0000-0000-0000-000000000000}"/>
          </ac:picMkLst>
        </pc:picChg>
        <pc:picChg chg="mod ord modCrop">
          <ac:chgData name="WILLIAM RICARDO AGUILAR PIÑA" userId="25538c52-b196-49fc-9025-2dd86a54f18a" providerId="ADAL" clId="{A10FA70F-F9D7-4D31-8E13-13FEFD663DAC}" dt="2019-03-18T16:59:50.521" v="203" actId="1076"/>
          <ac:picMkLst>
            <pc:docMk/>
            <pc:sldMk cId="3112124549" sldId="315"/>
            <ac:picMk id="4" creationId="{00000000-0000-0000-0000-000000000000}"/>
          </ac:picMkLst>
        </pc:picChg>
        <pc:picChg chg="mod">
          <ac:chgData name="WILLIAM RICARDO AGUILAR PIÑA" userId="25538c52-b196-49fc-9025-2dd86a54f18a" providerId="ADAL" clId="{A10FA70F-F9D7-4D31-8E13-13FEFD663DAC}" dt="2019-03-18T16:58:39.517" v="186" actId="1076"/>
          <ac:picMkLst>
            <pc:docMk/>
            <pc:sldMk cId="3112124549" sldId="315"/>
            <ac:picMk id="5" creationId="{00000000-0000-0000-0000-000000000000}"/>
          </ac:picMkLst>
        </pc:picChg>
        <pc:picChg chg="add del">
          <ac:chgData name="WILLIAM RICARDO AGUILAR PIÑA" userId="25538c52-b196-49fc-9025-2dd86a54f18a" providerId="ADAL" clId="{A10FA70F-F9D7-4D31-8E13-13FEFD663DAC}" dt="2019-03-18T19:25:47.506" v="1253" actId="478"/>
          <ac:picMkLst>
            <pc:docMk/>
            <pc:sldMk cId="3112124549" sldId="315"/>
            <ac:picMk id="11" creationId="{8AA7A422-65CC-41B2-A2CF-3CDDFA5F281C}"/>
          </ac:picMkLst>
        </pc:picChg>
        <pc:picChg chg="add mod">
          <ac:chgData name="WILLIAM RICARDO AGUILAR PIÑA" userId="25538c52-b196-49fc-9025-2dd86a54f18a" providerId="ADAL" clId="{A10FA70F-F9D7-4D31-8E13-13FEFD663DAC}" dt="2019-03-18T16:59:27.792" v="197" actId="1076"/>
          <ac:picMkLst>
            <pc:docMk/>
            <pc:sldMk cId="3112124549" sldId="315"/>
            <ac:picMk id="12" creationId="{BF9EB293-7471-4950-A72B-023CD7214E67}"/>
          </ac:picMkLst>
        </pc:picChg>
        <pc:picChg chg="add mod">
          <ac:chgData name="WILLIAM RICARDO AGUILAR PIÑA" userId="25538c52-b196-49fc-9025-2dd86a54f18a" providerId="ADAL" clId="{A10FA70F-F9D7-4D31-8E13-13FEFD663DAC}" dt="2019-03-18T17:00:13.850" v="209" actId="1076"/>
          <ac:picMkLst>
            <pc:docMk/>
            <pc:sldMk cId="3112124549" sldId="315"/>
            <ac:picMk id="13" creationId="{3C6EBC08-5AEE-4586-817D-024CEA5ECB80}"/>
          </ac:picMkLst>
        </pc:picChg>
        <pc:picChg chg="add mod">
          <ac:chgData name="WILLIAM RICARDO AGUILAR PIÑA" userId="25538c52-b196-49fc-9025-2dd86a54f18a" providerId="ADAL" clId="{A10FA70F-F9D7-4D31-8E13-13FEFD663DAC}" dt="2019-03-18T17:00:11.253" v="208" actId="1076"/>
          <ac:picMkLst>
            <pc:docMk/>
            <pc:sldMk cId="3112124549" sldId="315"/>
            <ac:picMk id="14" creationId="{1EA30AF9-5F2E-4D72-9A1A-C7FB629C3262}"/>
          </ac:picMkLst>
        </pc:picChg>
        <pc:picChg chg="add">
          <ac:chgData name="WILLIAM RICARDO AGUILAR PIÑA" userId="25538c52-b196-49fc-9025-2dd86a54f18a" providerId="ADAL" clId="{A10FA70F-F9D7-4D31-8E13-13FEFD663DAC}" dt="2019-03-18T19:25:47.785" v="1254"/>
          <ac:picMkLst>
            <pc:docMk/>
            <pc:sldMk cId="3112124549" sldId="315"/>
            <ac:picMk id="16" creationId="{CC7F70FB-C41C-42E0-B201-BC791A3DCC9D}"/>
          </ac:picMkLst>
        </pc:picChg>
      </pc:sldChg>
      <pc:sldChg chg="addSp delSp modSp">
        <pc:chgData name="WILLIAM RICARDO AGUILAR PIÑA" userId="25538c52-b196-49fc-9025-2dd86a54f18a" providerId="ADAL" clId="{A10FA70F-F9D7-4D31-8E13-13FEFD663DAC}" dt="2019-03-18T17:05:15.213" v="300" actId="1076"/>
        <pc:sldMkLst>
          <pc:docMk/>
          <pc:sldMk cId="1727347664" sldId="316"/>
        </pc:sldMkLst>
        <pc:spChg chg="mod">
          <ac:chgData name="WILLIAM RICARDO AGUILAR PIÑA" userId="25538c52-b196-49fc-9025-2dd86a54f18a" providerId="ADAL" clId="{A10FA70F-F9D7-4D31-8E13-13FEFD663DAC}" dt="2019-03-18T17:02:15.430" v="240" actId="1076"/>
          <ac:spMkLst>
            <pc:docMk/>
            <pc:sldMk cId="1727347664" sldId="316"/>
            <ac:spMk id="8" creationId="{00000000-0000-0000-0000-000000000000}"/>
          </ac:spMkLst>
        </pc:spChg>
        <pc:spChg chg="mod">
          <ac:chgData name="WILLIAM RICARDO AGUILAR PIÑA" userId="25538c52-b196-49fc-9025-2dd86a54f18a" providerId="ADAL" clId="{A10FA70F-F9D7-4D31-8E13-13FEFD663DAC}" dt="2019-03-18T17:02:33.088" v="246" actId="1076"/>
          <ac:spMkLst>
            <pc:docMk/>
            <pc:sldMk cId="1727347664" sldId="316"/>
            <ac:spMk id="10" creationId="{00000000-0000-0000-0000-000000000000}"/>
          </ac:spMkLst>
        </pc:spChg>
        <pc:spChg chg="mod">
          <ac:chgData name="WILLIAM RICARDO AGUILAR PIÑA" userId="25538c52-b196-49fc-9025-2dd86a54f18a" providerId="ADAL" clId="{A10FA70F-F9D7-4D31-8E13-13FEFD663DAC}" dt="2019-03-18T17:02:55.767" v="253" actId="14100"/>
          <ac:spMkLst>
            <pc:docMk/>
            <pc:sldMk cId="1727347664" sldId="316"/>
            <ac:spMk id="12" creationId="{00000000-0000-0000-0000-000000000000}"/>
          </ac:spMkLst>
        </pc:spChg>
        <pc:spChg chg="mod">
          <ac:chgData name="WILLIAM RICARDO AGUILAR PIÑA" userId="25538c52-b196-49fc-9025-2dd86a54f18a" providerId="ADAL" clId="{A10FA70F-F9D7-4D31-8E13-13FEFD663DAC}" dt="2019-03-18T17:04:28.430" v="291" actId="14100"/>
          <ac:spMkLst>
            <pc:docMk/>
            <pc:sldMk cId="1727347664" sldId="316"/>
            <ac:spMk id="15" creationId="{00000000-0000-0000-0000-000000000000}"/>
          </ac:spMkLst>
        </pc:spChg>
        <pc:spChg chg="add mod">
          <ac:chgData name="WILLIAM RICARDO AGUILAR PIÑA" userId="25538c52-b196-49fc-9025-2dd86a54f18a" providerId="ADAL" clId="{A10FA70F-F9D7-4D31-8E13-13FEFD663DAC}" dt="2019-03-18T17:04:47.383" v="296"/>
          <ac:spMkLst>
            <pc:docMk/>
            <pc:sldMk cId="1727347664" sldId="316"/>
            <ac:spMk id="17" creationId="{2CAA3D57-920A-4950-A287-D0F4F9C9F26F}"/>
          </ac:spMkLst>
        </pc:spChg>
        <pc:spChg chg="del mod">
          <ac:chgData name="WILLIAM RICARDO AGUILAR PIÑA" userId="25538c52-b196-49fc-9025-2dd86a54f18a" providerId="ADAL" clId="{A10FA70F-F9D7-4D31-8E13-13FEFD663DAC}" dt="2019-03-18T16:51:03.477" v="22" actId="478"/>
          <ac:spMkLst>
            <pc:docMk/>
            <pc:sldMk cId="1727347664" sldId="316"/>
            <ac:spMk id="22530" creationId="{00000000-0000-0000-0000-000000000000}"/>
          </ac:spMkLst>
        </pc:spChg>
        <pc:graphicFrameChg chg="add del modGraphic">
          <ac:chgData name="WILLIAM RICARDO AGUILAR PIÑA" userId="25538c52-b196-49fc-9025-2dd86a54f18a" providerId="ADAL" clId="{A10FA70F-F9D7-4D31-8E13-13FEFD663DAC}" dt="2019-03-18T17:04:37.707" v="295" actId="478"/>
          <ac:graphicFrameMkLst>
            <pc:docMk/>
            <pc:sldMk cId="1727347664" sldId="316"/>
            <ac:graphicFrameMk id="3" creationId="{1BF483C5-AD39-44E8-9DF3-D2AF1E78C666}"/>
          </ac:graphicFrameMkLst>
        </pc:graphicFrameChg>
        <pc:picChg chg="mod">
          <ac:chgData name="WILLIAM RICARDO AGUILAR PIÑA" userId="25538c52-b196-49fc-9025-2dd86a54f18a" providerId="ADAL" clId="{A10FA70F-F9D7-4D31-8E13-13FEFD663DAC}" dt="2019-03-18T17:03:19.555" v="263" actId="1076"/>
          <ac:picMkLst>
            <pc:docMk/>
            <pc:sldMk cId="1727347664" sldId="316"/>
            <ac:picMk id="6" creationId="{00000000-0000-0000-0000-000000000000}"/>
          </ac:picMkLst>
        </pc:picChg>
        <pc:picChg chg="mod">
          <ac:chgData name="WILLIAM RICARDO AGUILAR PIÑA" userId="25538c52-b196-49fc-9025-2dd86a54f18a" providerId="ADAL" clId="{A10FA70F-F9D7-4D31-8E13-13FEFD663DAC}" dt="2019-03-18T17:02:59.707" v="256" actId="14100"/>
          <ac:picMkLst>
            <pc:docMk/>
            <pc:sldMk cId="1727347664" sldId="316"/>
            <ac:picMk id="7" creationId="{00000000-0000-0000-0000-000000000000}"/>
          </ac:picMkLst>
        </pc:picChg>
        <pc:picChg chg="mod ord">
          <ac:chgData name="WILLIAM RICARDO AGUILAR PIÑA" userId="25538c52-b196-49fc-9025-2dd86a54f18a" providerId="ADAL" clId="{A10FA70F-F9D7-4D31-8E13-13FEFD663DAC}" dt="2019-03-18T17:03:41.425" v="272" actId="1076"/>
          <ac:picMkLst>
            <pc:docMk/>
            <pc:sldMk cId="1727347664" sldId="316"/>
            <ac:picMk id="9" creationId="{00000000-0000-0000-0000-000000000000}"/>
          </ac:picMkLst>
        </pc:picChg>
        <pc:picChg chg="add">
          <ac:chgData name="WILLIAM RICARDO AGUILAR PIÑA" userId="25538c52-b196-49fc-9025-2dd86a54f18a" providerId="ADAL" clId="{A10FA70F-F9D7-4D31-8E13-13FEFD663DAC}" dt="2019-03-18T16:51:35.243" v="39"/>
          <ac:picMkLst>
            <pc:docMk/>
            <pc:sldMk cId="1727347664" sldId="316"/>
            <ac:picMk id="11" creationId="{5D3527F2-928B-49D3-B20F-A9FCCC02EDE4}"/>
          </ac:picMkLst>
        </pc:picChg>
        <pc:picChg chg="mod">
          <ac:chgData name="WILLIAM RICARDO AGUILAR PIÑA" userId="25538c52-b196-49fc-9025-2dd86a54f18a" providerId="ADAL" clId="{A10FA70F-F9D7-4D31-8E13-13FEFD663DAC}" dt="2019-03-18T17:04:22.138" v="289" actId="1076"/>
          <ac:picMkLst>
            <pc:docMk/>
            <pc:sldMk cId="1727347664" sldId="316"/>
            <ac:picMk id="13" creationId="{00000000-0000-0000-0000-000000000000}"/>
          </ac:picMkLst>
        </pc:picChg>
        <pc:picChg chg="add mod">
          <ac:chgData name="WILLIAM RICARDO AGUILAR PIÑA" userId="25538c52-b196-49fc-9025-2dd86a54f18a" providerId="ADAL" clId="{A10FA70F-F9D7-4D31-8E13-13FEFD663DAC}" dt="2019-03-18T17:03:59.707" v="281" actId="1035"/>
          <ac:picMkLst>
            <pc:docMk/>
            <pc:sldMk cId="1727347664" sldId="316"/>
            <ac:picMk id="14" creationId="{C40DEA96-C663-4700-B6A8-E0BAE1574E53}"/>
          </ac:picMkLst>
        </pc:picChg>
        <pc:picChg chg="add mod">
          <ac:chgData name="WILLIAM RICARDO AGUILAR PIÑA" userId="25538c52-b196-49fc-9025-2dd86a54f18a" providerId="ADAL" clId="{A10FA70F-F9D7-4D31-8E13-13FEFD663DAC}" dt="2019-03-18T17:04:19.862" v="287" actId="1035"/>
          <ac:picMkLst>
            <pc:docMk/>
            <pc:sldMk cId="1727347664" sldId="316"/>
            <ac:picMk id="16" creationId="{E9E4D952-345A-4230-8AA6-2E85C3817B5F}"/>
          </ac:picMkLst>
        </pc:picChg>
        <pc:picChg chg="add mod">
          <ac:chgData name="WILLIAM RICARDO AGUILAR PIÑA" userId="25538c52-b196-49fc-9025-2dd86a54f18a" providerId="ADAL" clId="{A10FA70F-F9D7-4D31-8E13-13FEFD663DAC}" dt="2019-03-18T17:05:04.704" v="298" actId="1076"/>
          <ac:picMkLst>
            <pc:docMk/>
            <pc:sldMk cId="1727347664" sldId="316"/>
            <ac:picMk id="18" creationId="{18B2DA18-270E-4FBC-BB9F-1C6634FDE68F}"/>
          </ac:picMkLst>
        </pc:picChg>
        <pc:picChg chg="add mod">
          <ac:chgData name="WILLIAM RICARDO AGUILAR PIÑA" userId="25538c52-b196-49fc-9025-2dd86a54f18a" providerId="ADAL" clId="{A10FA70F-F9D7-4D31-8E13-13FEFD663DAC}" dt="2019-03-18T17:05:15.213" v="300" actId="1076"/>
          <ac:picMkLst>
            <pc:docMk/>
            <pc:sldMk cId="1727347664" sldId="316"/>
            <ac:picMk id="19" creationId="{EBB42F70-C584-4B8C-AED1-B15CCE25817B}"/>
          </ac:picMkLst>
        </pc:picChg>
      </pc:sldChg>
      <pc:sldChg chg="addSp delSp modSp setBg">
        <pc:chgData name="WILLIAM RICARDO AGUILAR PIÑA" userId="25538c52-b196-49fc-9025-2dd86a54f18a" providerId="ADAL" clId="{A10FA70F-F9D7-4D31-8E13-13FEFD663DAC}" dt="2019-03-18T18:35:29.926" v="385"/>
        <pc:sldMkLst>
          <pc:docMk/>
          <pc:sldMk cId="786218950" sldId="317"/>
        </pc:sldMkLst>
        <pc:spChg chg="mod">
          <ac:chgData name="WILLIAM RICARDO AGUILAR PIÑA" userId="25538c52-b196-49fc-9025-2dd86a54f18a" providerId="ADAL" clId="{A10FA70F-F9D7-4D31-8E13-13FEFD663DAC}" dt="2019-03-18T18:32:53.848" v="345" actId="1035"/>
          <ac:spMkLst>
            <pc:docMk/>
            <pc:sldMk cId="786218950" sldId="317"/>
            <ac:spMk id="8" creationId="{00000000-0000-0000-0000-000000000000}"/>
          </ac:spMkLst>
        </pc:spChg>
        <pc:spChg chg="mod">
          <ac:chgData name="WILLIAM RICARDO AGUILAR PIÑA" userId="25538c52-b196-49fc-9025-2dd86a54f18a" providerId="ADAL" clId="{A10FA70F-F9D7-4D31-8E13-13FEFD663DAC}" dt="2019-03-18T18:33:32.745" v="373" actId="14100"/>
          <ac:spMkLst>
            <pc:docMk/>
            <pc:sldMk cId="786218950" sldId="317"/>
            <ac:spMk id="10" creationId="{00000000-0000-0000-0000-000000000000}"/>
          </ac:spMkLst>
        </pc:spChg>
        <pc:spChg chg="mod">
          <ac:chgData name="WILLIAM RICARDO AGUILAR PIÑA" userId="25538c52-b196-49fc-9025-2dd86a54f18a" providerId="ADAL" clId="{A10FA70F-F9D7-4D31-8E13-13FEFD663DAC}" dt="2019-03-18T18:33:00.508" v="359" actId="1035"/>
          <ac:spMkLst>
            <pc:docMk/>
            <pc:sldMk cId="786218950" sldId="317"/>
            <ac:spMk id="12" creationId="{00000000-0000-0000-0000-000000000000}"/>
          </ac:spMkLst>
        </pc:spChg>
        <pc:spChg chg="mod">
          <ac:chgData name="WILLIAM RICARDO AGUILAR PIÑA" userId="25538c52-b196-49fc-9025-2dd86a54f18a" providerId="ADAL" clId="{A10FA70F-F9D7-4D31-8E13-13FEFD663DAC}" dt="2019-03-18T18:33:39.281" v="375" actId="14100"/>
          <ac:spMkLst>
            <pc:docMk/>
            <pc:sldMk cId="786218950" sldId="317"/>
            <ac:spMk id="15" creationId="{00000000-0000-0000-0000-000000000000}"/>
          </ac:spMkLst>
        </pc:spChg>
        <pc:spChg chg="add mod">
          <ac:chgData name="WILLIAM RICARDO AGUILAR PIÑA" userId="25538c52-b196-49fc-9025-2dd86a54f18a" providerId="ADAL" clId="{A10FA70F-F9D7-4D31-8E13-13FEFD663DAC}" dt="2019-03-18T18:35:29.926" v="385"/>
          <ac:spMkLst>
            <pc:docMk/>
            <pc:sldMk cId="786218950" sldId="317"/>
            <ac:spMk id="16" creationId="{E9F2108E-12FD-4D77-A510-FBA02AF03912}"/>
          </ac:spMkLst>
        </pc:spChg>
        <pc:spChg chg="del mod">
          <ac:chgData name="WILLIAM RICARDO AGUILAR PIÑA" userId="25538c52-b196-49fc-9025-2dd86a54f18a" providerId="ADAL" clId="{A10FA70F-F9D7-4D31-8E13-13FEFD663DAC}" dt="2019-03-18T16:51:04.689" v="23" actId="478"/>
          <ac:spMkLst>
            <pc:docMk/>
            <pc:sldMk cId="786218950" sldId="317"/>
            <ac:spMk id="22530" creationId="{00000000-0000-0000-0000-000000000000}"/>
          </ac:spMkLst>
        </pc:spChg>
        <pc:picChg chg="mod">
          <ac:chgData name="WILLIAM RICARDO AGUILAR PIÑA" userId="25538c52-b196-49fc-9025-2dd86a54f18a" providerId="ADAL" clId="{A10FA70F-F9D7-4D31-8E13-13FEFD663DAC}" dt="2019-03-18T18:32:56.425" v="349" actId="1036"/>
          <ac:picMkLst>
            <pc:docMk/>
            <pc:sldMk cId="786218950" sldId="317"/>
            <ac:picMk id="2" creationId="{00000000-0000-0000-0000-000000000000}"/>
          </ac:picMkLst>
        </pc:picChg>
        <pc:picChg chg="mod">
          <ac:chgData name="WILLIAM RICARDO AGUILAR PIÑA" userId="25538c52-b196-49fc-9025-2dd86a54f18a" providerId="ADAL" clId="{A10FA70F-F9D7-4D31-8E13-13FEFD663DAC}" dt="2019-03-18T18:33:03.942" v="360" actId="1076"/>
          <ac:picMkLst>
            <pc:docMk/>
            <pc:sldMk cId="786218950" sldId="317"/>
            <ac:picMk id="3" creationId="{00000000-0000-0000-0000-000000000000}"/>
          </ac:picMkLst>
        </pc:picChg>
        <pc:picChg chg="mod">
          <ac:chgData name="WILLIAM RICARDO AGUILAR PIÑA" userId="25538c52-b196-49fc-9025-2dd86a54f18a" providerId="ADAL" clId="{A10FA70F-F9D7-4D31-8E13-13FEFD663DAC}" dt="2019-03-18T18:33:27.352" v="371" actId="1076"/>
          <ac:picMkLst>
            <pc:docMk/>
            <pc:sldMk cId="786218950" sldId="317"/>
            <ac:picMk id="4" creationId="{00000000-0000-0000-0000-000000000000}"/>
          </ac:picMkLst>
        </pc:picChg>
        <pc:picChg chg="add">
          <ac:chgData name="WILLIAM RICARDO AGUILAR PIÑA" userId="25538c52-b196-49fc-9025-2dd86a54f18a" providerId="ADAL" clId="{A10FA70F-F9D7-4D31-8E13-13FEFD663DAC}" dt="2019-03-18T16:51:35.833" v="40"/>
          <ac:picMkLst>
            <pc:docMk/>
            <pc:sldMk cId="786218950" sldId="317"/>
            <ac:picMk id="11" creationId="{78A6843E-E28A-44AC-AF26-317170E753F7}"/>
          </ac:picMkLst>
        </pc:picChg>
        <pc:picChg chg="add mod">
          <ac:chgData name="WILLIAM RICARDO AGUILAR PIÑA" userId="25538c52-b196-49fc-9025-2dd86a54f18a" providerId="ADAL" clId="{A10FA70F-F9D7-4D31-8E13-13FEFD663DAC}" dt="2019-03-18T18:34:56.577" v="381" actId="1076"/>
          <ac:picMkLst>
            <pc:docMk/>
            <pc:sldMk cId="786218950" sldId="317"/>
            <ac:picMk id="13" creationId="{AB3B30BC-D082-4185-8A27-FA2DC99B7592}"/>
          </ac:picMkLst>
        </pc:picChg>
        <pc:picChg chg="add mod">
          <ac:chgData name="WILLIAM RICARDO AGUILAR PIÑA" userId="25538c52-b196-49fc-9025-2dd86a54f18a" providerId="ADAL" clId="{A10FA70F-F9D7-4D31-8E13-13FEFD663DAC}" dt="2019-03-18T18:35:10.812" v="383" actId="1076"/>
          <ac:picMkLst>
            <pc:docMk/>
            <pc:sldMk cId="786218950" sldId="317"/>
            <ac:picMk id="14" creationId="{B988C557-AE98-4FED-8AFB-B0C045165370}"/>
          </ac:picMkLst>
        </pc:picChg>
      </pc:sldChg>
      <pc:sldChg chg="addSp delSp modSp">
        <pc:chgData name="WILLIAM RICARDO AGUILAR PIÑA" userId="25538c52-b196-49fc-9025-2dd86a54f18a" providerId="ADAL" clId="{A10FA70F-F9D7-4D31-8E13-13FEFD663DAC}" dt="2019-03-18T19:27:11.577" v="1267" actId="1036"/>
        <pc:sldMkLst>
          <pc:docMk/>
          <pc:sldMk cId="2164447880" sldId="318"/>
        </pc:sldMkLst>
        <pc:spChg chg="mod">
          <ac:chgData name="WILLIAM RICARDO AGUILAR PIÑA" userId="25538c52-b196-49fc-9025-2dd86a54f18a" providerId="ADAL" clId="{A10FA70F-F9D7-4D31-8E13-13FEFD663DAC}" dt="2019-03-18T19:27:11.577" v="1267" actId="1036"/>
          <ac:spMkLst>
            <pc:docMk/>
            <pc:sldMk cId="2164447880" sldId="318"/>
            <ac:spMk id="5" creationId="{00000000-0000-0000-0000-000000000000}"/>
          </ac:spMkLst>
        </pc:spChg>
        <pc:spChg chg="mod">
          <ac:chgData name="WILLIAM RICARDO AGUILAR PIÑA" userId="25538c52-b196-49fc-9025-2dd86a54f18a" providerId="ADAL" clId="{A10FA70F-F9D7-4D31-8E13-13FEFD663DAC}" dt="2019-03-18T19:27:11.577" v="1267" actId="1036"/>
          <ac:spMkLst>
            <pc:docMk/>
            <pc:sldMk cId="2164447880" sldId="318"/>
            <ac:spMk id="8" creationId="{00000000-0000-0000-0000-000000000000}"/>
          </ac:spMkLst>
        </pc:spChg>
        <pc:spChg chg="del mod">
          <ac:chgData name="WILLIAM RICARDO AGUILAR PIÑA" userId="25538c52-b196-49fc-9025-2dd86a54f18a" providerId="ADAL" clId="{A10FA70F-F9D7-4D31-8E13-13FEFD663DAC}" dt="2019-03-18T18:49:25.970" v="775" actId="478"/>
          <ac:spMkLst>
            <pc:docMk/>
            <pc:sldMk cId="2164447880" sldId="318"/>
            <ac:spMk id="11" creationId="{00000000-0000-0000-0000-000000000000}"/>
          </ac:spMkLst>
        </pc:spChg>
        <pc:spChg chg="del mod">
          <ac:chgData name="WILLIAM RICARDO AGUILAR PIÑA" userId="25538c52-b196-49fc-9025-2dd86a54f18a" providerId="ADAL" clId="{A10FA70F-F9D7-4D31-8E13-13FEFD663DAC}" dt="2019-03-18T18:50:07.260" v="787" actId="478"/>
          <ac:spMkLst>
            <pc:docMk/>
            <pc:sldMk cId="2164447880" sldId="318"/>
            <ac:spMk id="13" creationId="{E561C1D8-2E03-46B8-BD08-98DBB629C76F}"/>
          </ac:spMkLst>
        </pc:spChg>
        <pc:spChg chg="add mod">
          <ac:chgData name="WILLIAM RICARDO AGUILAR PIÑA" userId="25538c52-b196-49fc-9025-2dd86a54f18a" providerId="ADAL" clId="{A10FA70F-F9D7-4D31-8E13-13FEFD663DAC}" dt="2019-03-18T18:51:51.891" v="823"/>
          <ac:spMkLst>
            <pc:docMk/>
            <pc:sldMk cId="2164447880" sldId="318"/>
            <ac:spMk id="15" creationId="{1B5F4751-8196-4A68-A4C8-EB0209F3B40B}"/>
          </ac:spMkLst>
        </pc:spChg>
        <pc:spChg chg="del mod">
          <ac:chgData name="WILLIAM RICARDO AGUILAR PIÑA" userId="25538c52-b196-49fc-9025-2dd86a54f18a" providerId="ADAL" clId="{A10FA70F-F9D7-4D31-8E13-13FEFD663DAC}" dt="2019-03-18T16:51:06.745" v="25" actId="478"/>
          <ac:spMkLst>
            <pc:docMk/>
            <pc:sldMk cId="2164447880" sldId="318"/>
            <ac:spMk id="22530" creationId="{00000000-0000-0000-0000-000000000000}"/>
          </ac:spMkLst>
        </pc:spChg>
        <pc:picChg chg="mod">
          <ac:chgData name="WILLIAM RICARDO AGUILAR PIÑA" userId="25538c52-b196-49fc-9025-2dd86a54f18a" providerId="ADAL" clId="{A10FA70F-F9D7-4D31-8E13-13FEFD663DAC}" dt="2019-03-18T19:27:11.577" v="1267" actId="1036"/>
          <ac:picMkLst>
            <pc:docMk/>
            <pc:sldMk cId="2164447880" sldId="318"/>
            <ac:picMk id="3" creationId="{00000000-0000-0000-0000-000000000000}"/>
          </ac:picMkLst>
        </pc:picChg>
        <pc:picChg chg="mod">
          <ac:chgData name="WILLIAM RICARDO AGUILAR PIÑA" userId="25538c52-b196-49fc-9025-2dd86a54f18a" providerId="ADAL" clId="{A10FA70F-F9D7-4D31-8E13-13FEFD663DAC}" dt="2019-03-18T19:27:11.577" v="1267" actId="1036"/>
          <ac:picMkLst>
            <pc:docMk/>
            <pc:sldMk cId="2164447880" sldId="318"/>
            <ac:picMk id="4" creationId="{00000000-0000-0000-0000-000000000000}"/>
          </ac:picMkLst>
        </pc:picChg>
        <pc:picChg chg="del mod">
          <ac:chgData name="WILLIAM RICARDO AGUILAR PIÑA" userId="25538c52-b196-49fc-9025-2dd86a54f18a" providerId="ADAL" clId="{A10FA70F-F9D7-4D31-8E13-13FEFD663DAC}" dt="2019-03-18T18:49:25.970" v="775" actId="478"/>
          <ac:picMkLst>
            <pc:docMk/>
            <pc:sldMk cId="2164447880" sldId="318"/>
            <ac:picMk id="6" creationId="{00000000-0000-0000-0000-000000000000}"/>
          </ac:picMkLst>
        </pc:picChg>
        <pc:picChg chg="del mod">
          <ac:chgData name="WILLIAM RICARDO AGUILAR PIÑA" userId="25538c52-b196-49fc-9025-2dd86a54f18a" providerId="ADAL" clId="{A10FA70F-F9D7-4D31-8E13-13FEFD663DAC}" dt="2019-03-18T18:49:25.970" v="775" actId="478"/>
          <ac:picMkLst>
            <pc:docMk/>
            <pc:sldMk cId="2164447880" sldId="318"/>
            <ac:picMk id="7" creationId="{00000000-0000-0000-0000-000000000000}"/>
          </ac:picMkLst>
        </pc:picChg>
        <pc:picChg chg="del mod">
          <ac:chgData name="WILLIAM RICARDO AGUILAR PIÑA" userId="25538c52-b196-49fc-9025-2dd86a54f18a" providerId="ADAL" clId="{A10FA70F-F9D7-4D31-8E13-13FEFD663DAC}" dt="2019-03-18T18:49:27.415" v="776" actId="478"/>
          <ac:picMkLst>
            <pc:docMk/>
            <pc:sldMk cId="2164447880" sldId="318"/>
            <ac:picMk id="12" creationId="{00000000-0000-0000-0000-000000000000}"/>
          </ac:picMkLst>
        </pc:picChg>
        <pc:picChg chg="add">
          <ac:chgData name="WILLIAM RICARDO AGUILAR PIÑA" userId="25538c52-b196-49fc-9025-2dd86a54f18a" providerId="ADAL" clId="{A10FA70F-F9D7-4D31-8E13-13FEFD663DAC}" dt="2019-03-18T16:51:37.021" v="42"/>
          <ac:picMkLst>
            <pc:docMk/>
            <pc:sldMk cId="2164447880" sldId="318"/>
            <ac:picMk id="14" creationId="{761E0393-880C-4FFD-8BC3-12AD2183E7F0}"/>
          </ac:picMkLst>
        </pc:picChg>
        <pc:picChg chg="add mod">
          <ac:chgData name="WILLIAM RICARDO AGUILAR PIÑA" userId="25538c52-b196-49fc-9025-2dd86a54f18a" providerId="ADAL" clId="{A10FA70F-F9D7-4D31-8E13-13FEFD663DAC}" dt="2019-03-18T19:27:11.577" v="1267" actId="1036"/>
          <ac:picMkLst>
            <pc:docMk/>
            <pc:sldMk cId="2164447880" sldId="318"/>
            <ac:picMk id="16" creationId="{73538BC4-6EAE-49B6-8E60-E7B7468E720C}"/>
          </ac:picMkLst>
        </pc:picChg>
        <pc:picChg chg="add mod">
          <ac:chgData name="WILLIAM RICARDO AGUILAR PIÑA" userId="25538c52-b196-49fc-9025-2dd86a54f18a" providerId="ADAL" clId="{A10FA70F-F9D7-4D31-8E13-13FEFD663DAC}" dt="2019-03-18T19:27:11.577" v="1267" actId="1036"/>
          <ac:picMkLst>
            <pc:docMk/>
            <pc:sldMk cId="2164447880" sldId="318"/>
            <ac:picMk id="17" creationId="{5373FE21-8223-46B7-BA36-D993FEF07E63}"/>
          </ac:picMkLst>
        </pc:picChg>
      </pc:sldChg>
      <pc:sldChg chg="addSp delSp modSp">
        <pc:chgData name="WILLIAM RICARDO AGUILAR PIÑA" userId="25538c52-b196-49fc-9025-2dd86a54f18a" providerId="ADAL" clId="{A10FA70F-F9D7-4D31-8E13-13FEFD663DAC}" dt="2019-03-18T19:00:46.118" v="968" actId="1076"/>
        <pc:sldMkLst>
          <pc:docMk/>
          <pc:sldMk cId="1000604229" sldId="319"/>
        </pc:sldMkLst>
        <pc:spChg chg="add mod">
          <ac:chgData name="WILLIAM RICARDO AGUILAR PIÑA" userId="25538c52-b196-49fc-9025-2dd86a54f18a" providerId="ADAL" clId="{A10FA70F-F9D7-4D31-8E13-13FEFD663DAC}" dt="2019-03-18T19:00:23.798" v="955"/>
          <ac:spMkLst>
            <pc:docMk/>
            <pc:sldMk cId="1000604229" sldId="319"/>
            <ac:spMk id="7" creationId="{D0B6280B-00B1-45C9-86D1-303B558A1822}"/>
          </ac:spMkLst>
        </pc:spChg>
        <pc:spChg chg="mod">
          <ac:chgData name="WILLIAM RICARDO AGUILAR PIÑA" userId="25538c52-b196-49fc-9025-2dd86a54f18a" providerId="ADAL" clId="{A10FA70F-F9D7-4D31-8E13-13FEFD663DAC}" dt="2019-03-18T19:00:32.938" v="964" actId="1035"/>
          <ac:spMkLst>
            <pc:docMk/>
            <pc:sldMk cId="1000604229" sldId="319"/>
            <ac:spMk id="8" creationId="{00000000-0000-0000-0000-000000000000}"/>
          </ac:spMkLst>
        </pc:spChg>
        <pc:spChg chg="del mod">
          <ac:chgData name="WILLIAM RICARDO AGUILAR PIÑA" userId="25538c52-b196-49fc-9025-2dd86a54f18a" providerId="ADAL" clId="{A10FA70F-F9D7-4D31-8E13-13FEFD663DAC}" dt="2019-03-18T16:51:09.368" v="27" actId="478"/>
          <ac:spMkLst>
            <pc:docMk/>
            <pc:sldMk cId="1000604229" sldId="319"/>
            <ac:spMk id="22530" creationId="{00000000-0000-0000-0000-000000000000}"/>
          </ac:spMkLst>
        </pc:spChg>
        <pc:picChg chg="add">
          <ac:chgData name="WILLIAM RICARDO AGUILAR PIÑA" userId="25538c52-b196-49fc-9025-2dd86a54f18a" providerId="ADAL" clId="{A10FA70F-F9D7-4D31-8E13-13FEFD663DAC}" dt="2019-03-18T16:51:38.223" v="44"/>
          <ac:picMkLst>
            <pc:docMk/>
            <pc:sldMk cId="1000604229" sldId="319"/>
            <ac:picMk id="6" creationId="{538EA91E-DA20-4476-B6BF-A0EF1D983C4E}"/>
          </ac:picMkLst>
        </pc:picChg>
        <pc:picChg chg="add mod">
          <ac:chgData name="WILLIAM RICARDO AGUILAR PIÑA" userId="25538c52-b196-49fc-9025-2dd86a54f18a" providerId="ADAL" clId="{A10FA70F-F9D7-4D31-8E13-13FEFD663DAC}" dt="2019-03-18T19:00:46.118" v="968" actId="1076"/>
          <ac:picMkLst>
            <pc:docMk/>
            <pc:sldMk cId="1000604229" sldId="319"/>
            <ac:picMk id="9" creationId="{9B5C5125-35DE-408E-9AC0-0DEBA239EDBF}"/>
          </ac:picMkLst>
        </pc:picChg>
        <pc:picChg chg="mod modCrop">
          <ac:chgData name="WILLIAM RICARDO AGUILAR PIÑA" userId="25538c52-b196-49fc-9025-2dd86a54f18a" providerId="ADAL" clId="{A10FA70F-F9D7-4D31-8E13-13FEFD663DAC}" dt="2019-03-18T19:00:32.938" v="964" actId="1035"/>
          <ac:picMkLst>
            <pc:docMk/>
            <pc:sldMk cId="1000604229" sldId="319"/>
            <ac:picMk id="51" creationId="{00000000-0000-0000-0000-000000000000}"/>
          </ac:picMkLst>
        </pc:picChg>
        <pc:picChg chg="mod">
          <ac:chgData name="WILLIAM RICARDO AGUILAR PIÑA" userId="25538c52-b196-49fc-9025-2dd86a54f18a" providerId="ADAL" clId="{A10FA70F-F9D7-4D31-8E13-13FEFD663DAC}" dt="2019-03-18T19:00:32.938" v="964" actId="1035"/>
          <ac:picMkLst>
            <pc:docMk/>
            <pc:sldMk cId="1000604229" sldId="319"/>
            <ac:picMk id="52" creationId="{00000000-0000-0000-0000-000000000000}"/>
          </ac:picMkLst>
        </pc:picChg>
      </pc:sldChg>
      <pc:sldChg chg="addSp delSp modSp">
        <pc:chgData name="WILLIAM RICARDO AGUILAR PIÑA" userId="25538c52-b196-49fc-9025-2dd86a54f18a" providerId="ADAL" clId="{A10FA70F-F9D7-4D31-8E13-13FEFD663DAC}" dt="2019-03-18T19:00:41.501" v="966" actId="478"/>
        <pc:sldMkLst>
          <pc:docMk/>
          <pc:sldMk cId="2806254403" sldId="320"/>
        </pc:sldMkLst>
        <pc:spChg chg="mod topLvl">
          <ac:chgData name="WILLIAM RICARDO AGUILAR PIÑA" userId="25538c52-b196-49fc-9025-2dd86a54f18a" providerId="ADAL" clId="{A10FA70F-F9D7-4D31-8E13-13FEFD663DAC}" dt="2019-03-18T18:57:12.334" v="905" actId="164"/>
          <ac:spMkLst>
            <pc:docMk/>
            <pc:sldMk cId="2806254403" sldId="320"/>
            <ac:spMk id="2" creationId="{00000000-0000-0000-0000-000000000000}"/>
          </ac:spMkLst>
        </pc:spChg>
        <pc:spChg chg="mod">
          <ac:chgData name="WILLIAM RICARDO AGUILAR PIÑA" userId="25538c52-b196-49fc-9025-2dd86a54f18a" providerId="ADAL" clId="{A10FA70F-F9D7-4D31-8E13-13FEFD663DAC}" dt="2019-03-18T18:56:50.672" v="903" actId="1076"/>
          <ac:spMkLst>
            <pc:docMk/>
            <pc:sldMk cId="2806254403" sldId="320"/>
            <ac:spMk id="8"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14"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15"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16"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17" creationId="{00000000-0000-0000-0000-000000000000}"/>
          </ac:spMkLst>
        </pc:spChg>
        <pc:spChg chg="mod">
          <ac:chgData name="WILLIAM RICARDO AGUILAR PIÑA" userId="25538c52-b196-49fc-9025-2dd86a54f18a" providerId="ADAL" clId="{A10FA70F-F9D7-4D31-8E13-13FEFD663DAC}" dt="2019-03-18T18:57:31.580" v="911" actId="1076"/>
          <ac:spMkLst>
            <pc:docMk/>
            <pc:sldMk cId="2806254403" sldId="320"/>
            <ac:spMk id="19"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20"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21"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22" creationId="{00000000-0000-0000-0000-000000000000}"/>
          </ac:spMkLst>
        </pc:spChg>
        <pc:spChg chg="mod topLvl">
          <ac:chgData name="WILLIAM RICARDO AGUILAR PIÑA" userId="25538c52-b196-49fc-9025-2dd86a54f18a" providerId="ADAL" clId="{A10FA70F-F9D7-4D31-8E13-13FEFD663DAC}" dt="2019-03-18T18:57:12.334" v="905" actId="164"/>
          <ac:spMkLst>
            <pc:docMk/>
            <pc:sldMk cId="2806254403" sldId="320"/>
            <ac:spMk id="23" creationId="{00000000-0000-0000-0000-000000000000}"/>
          </ac:spMkLst>
        </pc:spChg>
        <pc:spChg chg="mod">
          <ac:chgData name="WILLIAM RICARDO AGUILAR PIÑA" userId="25538c52-b196-49fc-9025-2dd86a54f18a" providerId="ADAL" clId="{A10FA70F-F9D7-4D31-8E13-13FEFD663DAC}" dt="2019-03-18T18:57:12.334" v="905" actId="164"/>
          <ac:spMkLst>
            <pc:docMk/>
            <pc:sldMk cId="2806254403" sldId="320"/>
            <ac:spMk id="24" creationId="{00000000-0000-0000-0000-000000000000}"/>
          </ac:spMkLst>
        </pc:spChg>
        <pc:spChg chg="add mod">
          <ac:chgData name="WILLIAM RICARDO AGUILAR PIÑA" userId="25538c52-b196-49fc-9025-2dd86a54f18a" providerId="ADAL" clId="{A10FA70F-F9D7-4D31-8E13-13FEFD663DAC}" dt="2019-03-18T18:58:07.008" v="919"/>
          <ac:spMkLst>
            <pc:docMk/>
            <pc:sldMk cId="2806254403" sldId="320"/>
            <ac:spMk id="27" creationId="{CE3627BF-DCA9-4EED-92FD-682235079971}"/>
          </ac:spMkLst>
        </pc:spChg>
        <pc:spChg chg="mod">
          <ac:chgData name="WILLIAM RICARDO AGUILAR PIÑA" userId="25538c52-b196-49fc-9025-2dd86a54f18a" providerId="ADAL" clId="{A10FA70F-F9D7-4D31-8E13-13FEFD663DAC}" dt="2019-03-18T18:57:12.334" v="905" actId="164"/>
          <ac:spMkLst>
            <pc:docMk/>
            <pc:sldMk cId="2806254403" sldId="320"/>
            <ac:spMk id="49" creationId="{00000000-0000-0000-0000-000000000000}"/>
          </ac:spMkLst>
        </pc:spChg>
        <pc:spChg chg="mod">
          <ac:chgData name="WILLIAM RICARDO AGUILAR PIÑA" userId="25538c52-b196-49fc-9025-2dd86a54f18a" providerId="ADAL" clId="{A10FA70F-F9D7-4D31-8E13-13FEFD663DAC}" dt="2019-03-18T18:57:38.477" v="913" actId="1076"/>
          <ac:spMkLst>
            <pc:docMk/>
            <pc:sldMk cId="2806254403" sldId="320"/>
            <ac:spMk id="50" creationId="{00000000-0000-0000-0000-000000000000}"/>
          </ac:spMkLst>
        </pc:spChg>
        <pc:spChg chg="del mod">
          <ac:chgData name="WILLIAM RICARDO AGUILAR PIÑA" userId="25538c52-b196-49fc-9025-2dd86a54f18a" providerId="ADAL" clId="{A10FA70F-F9D7-4D31-8E13-13FEFD663DAC}" dt="2019-03-18T16:51:08.206" v="26" actId="478"/>
          <ac:spMkLst>
            <pc:docMk/>
            <pc:sldMk cId="2806254403" sldId="320"/>
            <ac:spMk id="22530" creationId="{00000000-0000-0000-0000-000000000000}"/>
          </ac:spMkLst>
        </pc:spChg>
        <pc:grpChg chg="add del mod">
          <ac:chgData name="WILLIAM RICARDO AGUILAR PIÑA" userId="25538c52-b196-49fc-9025-2dd86a54f18a" providerId="ADAL" clId="{A10FA70F-F9D7-4D31-8E13-13FEFD663DAC}" dt="2019-03-18T18:55:54.375" v="879" actId="165"/>
          <ac:grpSpMkLst>
            <pc:docMk/>
            <pc:sldMk cId="2806254403" sldId="320"/>
            <ac:grpSpMk id="3" creationId="{5A3795E2-68C6-4259-B118-22E182FAD642}"/>
          </ac:grpSpMkLst>
        </pc:grpChg>
        <pc:grpChg chg="add mod">
          <ac:chgData name="WILLIAM RICARDO AGUILAR PIÑA" userId="25538c52-b196-49fc-9025-2dd86a54f18a" providerId="ADAL" clId="{A10FA70F-F9D7-4D31-8E13-13FEFD663DAC}" dt="2019-03-18T18:57:36.671" v="912" actId="1076"/>
          <ac:grpSpMkLst>
            <pc:docMk/>
            <pc:sldMk cId="2806254403" sldId="320"/>
            <ac:grpSpMk id="4" creationId="{65404B29-4944-4E8B-9DD9-67D896DAF2F1}"/>
          </ac:grpSpMkLst>
        </pc:grpChg>
        <pc:grpChg chg="del mod">
          <ac:chgData name="WILLIAM RICARDO AGUILAR PIÑA" userId="25538c52-b196-49fc-9025-2dd86a54f18a" providerId="ADAL" clId="{A10FA70F-F9D7-4D31-8E13-13FEFD663DAC}" dt="2019-03-18T18:55:41.848" v="875" actId="165"/>
          <ac:grpSpMkLst>
            <pc:docMk/>
            <pc:sldMk cId="2806254403" sldId="320"/>
            <ac:grpSpMk id="9" creationId="{00000000-0000-0000-0000-000000000000}"/>
          </ac:grpSpMkLst>
        </pc:grpChg>
        <pc:picChg chg="add">
          <ac:chgData name="WILLIAM RICARDO AGUILAR PIÑA" userId="25538c52-b196-49fc-9025-2dd86a54f18a" providerId="ADAL" clId="{A10FA70F-F9D7-4D31-8E13-13FEFD663DAC}" dt="2019-03-18T16:51:37.645" v="43"/>
          <ac:picMkLst>
            <pc:docMk/>
            <pc:sldMk cId="2806254403" sldId="320"/>
            <ac:picMk id="25" creationId="{77C8BA38-13C7-4390-99AA-3846ADE4B797}"/>
          </ac:picMkLst>
        </pc:picChg>
        <pc:picChg chg="add mod">
          <ac:chgData name="WILLIAM RICARDO AGUILAR PIÑA" userId="25538c52-b196-49fc-9025-2dd86a54f18a" providerId="ADAL" clId="{A10FA70F-F9D7-4D31-8E13-13FEFD663DAC}" dt="2019-03-18T18:57:47.353" v="915" actId="1076"/>
          <ac:picMkLst>
            <pc:docMk/>
            <pc:sldMk cId="2806254403" sldId="320"/>
            <ac:picMk id="26" creationId="{F10F49B1-DDD2-4A19-A67F-9CF4983FF4BF}"/>
          </ac:picMkLst>
        </pc:picChg>
        <pc:picChg chg="add del">
          <ac:chgData name="WILLIAM RICARDO AGUILAR PIÑA" userId="25538c52-b196-49fc-9025-2dd86a54f18a" providerId="ADAL" clId="{A10FA70F-F9D7-4D31-8E13-13FEFD663DAC}" dt="2019-03-18T19:00:41.501" v="966" actId="478"/>
          <ac:picMkLst>
            <pc:docMk/>
            <pc:sldMk cId="2806254403" sldId="320"/>
            <ac:picMk id="28" creationId="{781BA594-30AD-4FA9-B466-ED0EE18CF9B2}"/>
          </ac:picMkLst>
        </pc:picChg>
        <pc:picChg chg="mod">
          <ac:chgData name="WILLIAM RICARDO AGUILAR PIÑA" userId="25538c52-b196-49fc-9025-2dd86a54f18a" providerId="ADAL" clId="{A10FA70F-F9D7-4D31-8E13-13FEFD663DAC}" dt="2019-03-18T18:57:20.763" v="908" actId="14100"/>
          <ac:picMkLst>
            <pc:docMk/>
            <pc:sldMk cId="2806254403" sldId="320"/>
            <ac:picMk id="48" creationId="{00000000-0000-0000-0000-000000000000}"/>
          </ac:picMkLst>
        </pc:picChg>
      </pc:sldChg>
      <pc:sldChg chg="addSp delSp modSp">
        <pc:chgData name="WILLIAM RICARDO AGUILAR PIÑA" userId="25538c52-b196-49fc-9025-2dd86a54f18a" providerId="ADAL" clId="{A10FA70F-F9D7-4D31-8E13-13FEFD663DAC}" dt="2019-03-18T19:04:26.227" v="1035"/>
        <pc:sldMkLst>
          <pc:docMk/>
          <pc:sldMk cId="867454353" sldId="321"/>
        </pc:sldMkLst>
        <pc:spChg chg="mod">
          <ac:chgData name="WILLIAM RICARDO AGUILAR PIÑA" userId="25538c52-b196-49fc-9025-2dd86a54f18a" providerId="ADAL" clId="{A10FA70F-F9D7-4D31-8E13-13FEFD663DAC}" dt="2019-03-18T19:01:57.175" v="1010" actId="1035"/>
          <ac:spMkLst>
            <pc:docMk/>
            <pc:sldMk cId="867454353" sldId="321"/>
            <ac:spMk id="8" creationId="{00000000-0000-0000-0000-000000000000}"/>
          </ac:spMkLst>
        </pc:spChg>
        <pc:spChg chg="add mod">
          <ac:chgData name="WILLIAM RICARDO AGUILAR PIÑA" userId="25538c52-b196-49fc-9025-2dd86a54f18a" providerId="ADAL" clId="{A10FA70F-F9D7-4D31-8E13-13FEFD663DAC}" dt="2019-03-18T19:04:26.227" v="1035"/>
          <ac:spMkLst>
            <pc:docMk/>
            <pc:sldMk cId="867454353" sldId="321"/>
            <ac:spMk id="14" creationId="{6090A594-5F47-49A0-9906-06F7E7B5FEDD}"/>
          </ac:spMkLst>
        </pc:spChg>
        <pc:spChg chg="del mod">
          <ac:chgData name="WILLIAM RICARDO AGUILAR PIÑA" userId="25538c52-b196-49fc-9025-2dd86a54f18a" providerId="ADAL" clId="{A10FA70F-F9D7-4D31-8E13-13FEFD663DAC}" dt="2019-03-18T16:51:10.587" v="28" actId="478"/>
          <ac:spMkLst>
            <pc:docMk/>
            <pc:sldMk cId="867454353" sldId="321"/>
            <ac:spMk id="22530" creationId="{00000000-0000-0000-0000-000000000000}"/>
          </ac:spMkLst>
        </pc:spChg>
        <pc:picChg chg="mod">
          <ac:chgData name="WILLIAM RICARDO AGUILAR PIÑA" userId="25538c52-b196-49fc-9025-2dd86a54f18a" providerId="ADAL" clId="{A10FA70F-F9D7-4D31-8E13-13FEFD663DAC}" dt="2019-03-18T19:02:11.145" v="1014" actId="14100"/>
          <ac:picMkLst>
            <pc:docMk/>
            <pc:sldMk cId="867454353" sldId="321"/>
            <ac:picMk id="5" creationId="{00000000-0000-0000-0000-000000000000}"/>
          </ac:picMkLst>
        </pc:picChg>
        <pc:picChg chg="mod">
          <ac:chgData name="WILLIAM RICARDO AGUILAR PIÑA" userId="25538c52-b196-49fc-9025-2dd86a54f18a" providerId="ADAL" clId="{A10FA70F-F9D7-4D31-8E13-13FEFD663DAC}" dt="2019-03-18T19:02:05.196" v="1013" actId="14100"/>
          <ac:picMkLst>
            <pc:docMk/>
            <pc:sldMk cId="867454353" sldId="321"/>
            <ac:picMk id="6" creationId="{00000000-0000-0000-0000-000000000000}"/>
          </ac:picMkLst>
        </pc:picChg>
        <pc:picChg chg="mod">
          <ac:chgData name="WILLIAM RICARDO AGUILAR PIÑA" userId="25538c52-b196-49fc-9025-2dd86a54f18a" providerId="ADAL" clId="{A10FA70F-F9D7-4D31-8E13-13FEFD663DAC}" dt="2019-03-18T19:02:40.024" v="1027"/>
          <ac:picMkLst>
            <pc:docMk/>
            <pc:sldMk cId="867454353" sldId="321"/>
            <ac:picMk id="7" creationId="{00000000-0000-0000-0000-000000000000}"/>
          </ac:picMkLst>
        </pc:picChg>
        <pc:picChg chg="mod">
          <ac:chgData name="WILLIAM RICARDO AGUILAR PIÑA" userId="25538c52-b196-49fc-9025-2dd86a54f18a" providerId="ADAL" clId="{A10FA70F-F9D7-4D31-8E13-13FEFD663DAC}" dt="2019-03-18T19:02:40.024" v="1027"/>
          <ac:picMkLst>
            <pc:docMk/>
            <pc:sldMk cId="867454353" sldId="321"/>
            <ac:picMk id="9" creationId="{00000000-0000-0000-0000-000000000000}"/>
          </ac:picMkLst>
        </pc:picChg>
        <pc:picChg chg="mod">
          <ac:chgData name="WILLIAM RICARDO AGUILAR PIÑA" userId="25538c52-b196-49fc-9025-2dd86a54f18a" providerId="ADAL" clId="{A10FA70F-F9D7-4D31-8E13-13FEFD663DAC}" dt="2019-03-18T19:02:40.024" v="1027"/>
          <ac:picMkLst>
            <pc:docMk/>
            <pc:sldMk cId="867454353" sldId="321"/>
            <ac:picMk id="10" creationId="{00000000-0000-0000-0000-000000000000}"/>
          </ac:picMkLst>
        </pc:picChg>
        <pc:picChg chg="add">
          <ac:chgData name="WILLIAM RICARDO AGUILAR PIÑA" userId="25538c52-b196-49fc-9025-2dd86a54f18a" providerId="ADAL" clId="{A10FA70F-F9D7-4D31-8E13-13FEFD663DAC}" dt="2019-03-18T16:51:38.903" v="45"/>
          <ac:picMkLst>
            <pc:docMk/>
            <pc:sldMk cId="867454353" sldId="321"/>
            <ac:picMk id="11" creationId="{0137766A-2186-4A21-B0D1-9E6E5CEE01C1}"/>
          </ac:picMkLst>
        </pc:picChg>
        <pc:picChg chg="add mod">
          <ac:chgData name="WILLIAM RICARDO AGUILAR PIÑA" userId="25538c52-b196-49fc-9025-2dd86a54f18a" providerId="ADAL" clId="{A10FA70F-F9D7-4D31-8E13-13FEFD663DAC}" dt="2019-03-18T19:02:50.836" v="1029" actId="1076"/>
          <ac:picMkLst>
            <pc:docMk/>
            <pc:sldMk cId="867454353" sldId="321"/>
            <ac:picMk id="12" creationId="{25F049F2-683D-45F4-BAEF-A2933DF2EC81}"/>
          </ac:picMkLst>
        </pc:picChg>
        <pc:picChg chg="add del mod">
          <ac:chgData name="WILLIAM RICARDO AGUILAR PIÑA" userId="25538c52-b196-49fc-9025-2dd86a54f18a" providerId="ADAL" clId="{A10FA70F-F9D7-4D31-8E13-13FEFD663DAC}" dt="2019-03-18T19:04:09.743" v="1033" actId="478"/>
          <ac:picMkLst>
            <pc:docMk/>
            <pc:sldMk cId="867454353" sldId="321"/>
            <ac:picMk id="13" creationId="{082C8BB7-90B3-4930-9401-2E5255F7A75A}"/>
          </ac:picMkLst>
        </pc:picChg>
      </pc:sldChg>
      <pc:sldChg chg="addSp delSp modSp">
        <pc:chgData name="WILLIAM RICARDO AGUILAR PIÑA" userId="25538c52-b196-49fc-9025-2dd86a54f18a" providerId="ADAL" clId="{A10FA70F-F9D7-4D31-8E13-13FEFD663DAC}" dt="2019-03-18T19:12:23.515" v="1204" actId="14100"/>
        <pc:sldMkLst>
          <pc:docMk/>
          <pc:sldMk cId="940630163" sldId="322"/>
        </pc:sldMkLst>
        <pc:spChg chg="mod">
          <ac:chgData name="WILLIAM RICARDO AGUILAR PIÑA" userId="25538c52-b196-49fc-9025-2dd86a54f18a" providerId="ADAL" clId="{A10FA70F-F9D7-4D31-8E13-13FEFD663DAC}" dt="2019-03-18T19:12:23.515" v="1204" actId="14100"/>
          <ac:spMkLst>
            <pc:docMk/>
            <pc:sldMk cId="940630163" sldId="322"/>
            <ac:spMk id="4" creationId="{00000000-0000-0000-0000-000000000000}"/>
          </ac:spMkLst>
        </pc:spChg>
        <pc:spChg chg="mod">
          <ac:chgData name="WILLIAM RICARDO AGUILAR PIÑA" userId="25538c52-b196-49fc-9025-2dd86a54f18a" providerId="ADAL" clId="{A10FA70F-F9D7-4D31-8E13-13FEFD663DAC}" dt="2019-03-18T19:10:42.145" v="1175" actId="14100"/>
          <ac:spMkLst>
            <pc:docMk/>
            <pc:sldMk cId="940630163" sldId="322"/>
            <ac:spMk id="8" creationId="{00000000-0000-0000-0000-000000000000}"/>
          </ac:spMkLst>
        </pc:spChg>
        <pc:spChg chg="mod">
          <ac:chgData name="WILLIAM RICARDO AGUILAR PIÑA" userId="25538c52-b196-49fc-9025-2dd86a54f18a" providerId="ADAL" clId="{A10FA70F-F9D7-4D31-8E13-13FEFD663DAC}" dt="2019-03-18T19:11:55.869" v="1198" actId="255"/>
          <ac:spMkLst>
            <pc:docMk/>
            <pc:sldMk cId="940630163" sldId="322"/>
            <ac:spMk id="12" creationId="{00000000-0000-0000-0000-000000000000}"/>
          </ac:spMkLst>
        </pc:spChg>
        <pc:spChg chg="mod">
          <ac:chgData name="WILLIAM RICARDO AGUILAR PIÑA" userId="25538c52-b196-49fc-9025-2dd86a54f18a" providerId="ADAL" clId="{A10FA70F-F9D7-4D31-8E13-13FEFD663DAC}" dt="2019-03-18T19:11:55.869" v="1198" actId="255"/>
          <ac:spMkLst>
            <pc:docMk/>
            <pc:sldMk cId="940630163" sldId="322"/>
            <ac:spMk id="13" creationId="{00000000-0000-0000-0000-000000000000}"/>
          </ac:spMkLst>
        </pc:spChg>
        <pc:spChg chg="mod">
          <ac:chgData name="WILLIAM RICARDO AGUILAR PIÑA" userId="25538c52-b196-49fc-9025-2dd86a54f18a" providerId="ADAL" clId="{A10FA70F-F9D7-4D31-8E13-13FEFD663DAC}" dt="2019-03-18T19:11:55.869" v="1198" actId="255"/>
          <ac:spMkLst>
            <pc:docMk/>
            <pc:sldMk cId="940630163" sldId="322"/>
            <ac:spMk id="14" creationId="{00000000-0000-0000-0000-000000000000}"/>
          </ac:spMkLst>
        </pc:spChg>
        <pc:spChg chg="mod">
          <ac:chgData name="WILLIAM RICARDO AGUILAR PIÑA" userId="25538c52-b196-49fc-9025-2dd86a54f18a" providerId="ADAL" clId="{A10FA70F-F9D7-4D31-8E13-13FEFD663DAC}" dt="2019-03-18T19:11:55.869" v="1198" actId="255"/>
          <ac:spMkLst>
            <pc:docMk/>
            <pc:sldMk cId="940630163" sldId="322"/>
            <ac:spMk id="15" creationId="{00000000-0000-0000-0000-000000000000}"/>
          </ac:spMkLst>
        </pc:spChg>
        <pc:spChg chg="mod">
          <ac:chgData name="WILLIAM RICARDO AGUILAR PIÑA" userId="25538c52-b196-49fc-9025-2dd86a54f18a" providerId="ADAL" clId="{A10FA70F-F9D7-4D31-8E13-13FEFD663DAC}" dt="2019-03-18T19:11:55.869" v="1198" actId="255"/>
          <ac:spMkLst>
            <pc:docMk/>
            <pc:sldMk cId="940630163" sldId="322"/>
            <ac:spMk id="16" creationId="{00000000-0000-0000-0000-000000000000}"/>
          </ac:spMkLst>
        </pc:spChg>
        <pc:spChg chg="add mod">
          <ac:chgData name="WILLIAM RICARDO AGUILAR PIÑA" userId="25538c52-b196-49fc-9025-2dd86a54f18a" providerId="ADAL" clId="{A10FA70F-F9D7-4D31-8E13-13FEFD663DAC}" dt="2019-03-18T19:11:19.722" v="1193"/>
          <ac:spMkLst>
            <pc:docMk/>
            <pc:sldMk cId="940630163" sldId="322"/>
            <ac:spMk id="18" creationId="{73C32D12-1067-4895-BFB6-BA400A54A9CA}"/>
          </ac:spMkLst>
        </pc:spChg>
        <pc:spChg chg="del mod">
          <ac:chgData name="WILLIAM RICARDO AGUILAR PIÑA" userId="25538c52-b196-49fc-9025-2dd86a54f18a" providerId="ADAL" clId="{A10FA70F-F9D7-4D31-8E13-13FEFD663DAC}" dt="2019-03-18T16:51:12.957" v="30" actId="478"/>
          <ac:spMkLst>
            <pc:docMk/>
            <pc:sldMk cId="940630163" sldId="322"/>
            <ac:spMk id="22530" creationId="{00000000-0000-0000-0000-000000000000}"/>
          </ac:spMkLst>
        </pc:spChg>
        <pc:picChg chg="mod">
          <ac:chgData name="WILLIAM RICARDO AGUILAR PIÑA" userId="25538c52-b196-49fc-9025-2dd86a54f18a" providerId="ADAL" clId="{A10FA70F-F9D7-4D31-8E13-13FEFD663DAC}" dt="2019-03-18T19:10:45.876" v="1176" actId="14100"/>
          <ac:picMkLst>
            <pc:docMk/>
            <pc:sldMk cId="940630163" sldId="322"/>
            <ac:picMk id="2" creationId="{00000000-0000-0000-0000-000000000000}"/>
          </ac:picMkLst>
        </pc:picChg>
        <pc:picChg chg="mod">
          <ac:chgData name="WILLIAM RICARDO AGUILAR PIÑA" userId="25538c52-b196-49fc-9025-2dd86a54f18a" providerId="ADAL" clId="{A10FA70F-F9D7-4D31-8E13-13FEFD663DAC}" dt="2019-03-18T19:10:36.227" v="1172" actId="1038"/>
          <ac:picMkLst>
            <pc:docMk/>
            <pc:sldMk cId="940630163" sldId="322"/>
            <ac:picMk id="3" creationId="{00000000-0000-0000-0000-000000000000}"/>
          </ac:picMkLst>
        </pc:picChg>
        <pc:picChg chg="mod">
          <ac:chgData name="WILLIAM RICARDO AGUILAR PIÑA" userId="25538c52-b196-49fc-9025-2dd86a54f18a" providerId="ADAL" clId="{A10FA70F-F9D7-4D31-8E13-13FEFD663DAC}" dt="2019-03-18T19:11:01.893" v="1191" actId="1038"/>
          <ac:picMkLst>
            <pc:docMk/>
            <pc:sldMk cId="940630163" sldId="322"/>
            <ac:picMk id="11" creationId="{00000000-0000-0000-0000-000000000000}"/>
          </ac:picMkLst>
        </pc:picChg>
        <pc:picChg chg="add">
          <ac:chgData name="WILLIAM RICARDO AGUILAR PIÑA" userId="25538c52-b196-49fc-9025-2dd86a54f18a" providerId="ADAL" clId="{A10FA70F-F9D7-4D31-8E13-13FEFD663DAC}" dt="2019-03-18T16:51:40.138" v="47"/>
          <ac:picMkLst>
            <pc:docMk/>
            <pc:sldMk cId="940630163" sldId="322"/>
            <ac:picMk id="17" creationId="{70C17561-1D97-4526-B03A-7807BA2E170A}"/>
          </ac:picMkLst>
        </pc:picChg>
      </pc:sldChg>
      <pc:sldChg chg="addSp delSp modSp">
        <pc:chgData name="WILLIAM RICARDO AGUILAR PIÑA" userId="25538c52-b196-49fc-9025-2dd86a54f18a" providerId="ADAL" clId="{A10FA70F-F9D7-4D31-8E13-13FEFD663DAC}" dt="2019-03-18T19:14:57.493" v="1240" actId="6549"/>
        <pc:sldMkLst>
          <pc:docMk/>
          <pc:sldMk cId="3140054756" sldId="323"/>
        </pc:sldMkLst>
        <pc:spChg chg="mod">
          <ac:chgData name="WILLIAM RICARDO AGUILAR PIÑA" userId="25538c52-b196-49fc-9025-2dd86a54f18a" providerId="ADAL" clId="{A10FA70F-F9D7-4D31-8E13-13FEFD663DAC}" dt="2019-03-18T19:13:26.270" v="1221" actId="164"/>
          <ac:spMkLst>
            <pc:docMk/>
            <pc:sldMk cId="3140054756" sldId="323"/>
            <ac:spMk id="2" creationId="{15BF1F8F-240E-44B6-B627-E1C757CE3EB0}"/>
          </ac:spMkLst>
        </pc:spChg>
        <pc:spChg chg="mod">
          <ac:chgData name="WILLIAM RICARDO AGUILAR PIÑA" userId="25538c52-b196-49fc-9025-2dd86a54f18a" providerId="ADAL" clId="{A10FA70F-F9D7-4D31-8E13-13FEFD663DAC}" dt="2019-03-18T19:14:01.160" v="1227" actId="14100"/>
          <ac:spMkLst>
            <pc:docMk/>
            <pc:sldMk cId="3140054756" sldId="323"/>
            <ac:spMk id="7" creationId="{1D929B93-3860-474D-A27B-3CEF23FD92E2}"/>
          </ac:spMkLst>
        </pc:spChg>
        <pc:spChg chg="mod">
          <ac:chgData name="WILLIAM RICARDO AGUILAR PIÑA" userId="25538c52-b196-49fc-9025-2dd86a54f18a" providerId="ADAL" clId="{A10FA70F-F9D7-4D31-8E13-13FEFD663DAC}" dt="2019-03-18T19:14:57.493" v="1240" actId="6549"/>
          <ac:spMkLst>
            <pc:docMk/>
            <pc:sldMk cId="3140054756" sldId="323"/>
            <ac:spMk id="8" creationId="{00000000-0000-0000-0000-000000000000}"/>
          </ac:spMkLst>
        </pc:spChg>
        <pc:spChg chg="add mod">
          <ac:chgData name="WILLIAM RICARDO AGUILAR PIÑA" userId="25538c52-b196-49fc-9025-2dd86a54f18a" providerId="ADAL" clId="{A10FA70F-F9D7-4D31-8E13-13FEFD663DAC}" dt="2019-03-18T19:14:33.275" v="1234"/>
          <ac:spMkLst>
            <pc:docMk/>
            <pc:sldMk cId="3140054756" sldId="323"/>
            <ac:spMk id="11" creationId="{1C15289C-A0DC-4066-AD8F-C44E23A300C1}"/>
          </ac:spMkLst>
        </pc:spChg>
        <pc:spChg chg="del mod">
          <ac:chgData name="WILLIAM RICARDO AGUILAR PIÑA" userId="25538c52-b196-49fc-9025-2dd86a54f18a" providerId="ADAL" clId="{A10FA70F-F9D7-4D31-8E13-13FEFD663DAC}" dt="2019-03-18T16:51:14.182" v="31" actId="478"/>
          <ac:spMkLst>
            <pc:docMk/>
            <pc:sldMk cId="3140054756" sldId="323"/>
            <ac:spMk id="22530" creationId="{00000000-0000-0000-0000-000000000000}"/>
          </ac:spMkLst>
        </pc:spChg>
        <pc:grpChg chg="add mod">
          <ac:chgData name="WILLIAM RICARDO AGUILAR PIÑA" userId="25538c52-b196-49fc-9025-2dd86a54f18a" providerId="ADAL" clId="{A10FA70F-F9D7-4D31-8E13-13FEFD663DAC}" dt="2019-03-18T19:14:12.051" v="1229"/>
          <ac:grpSpMkLst>
            <pc:docMk/>
            <pc:sldMk cId="3140054756" sldId="323"/>
            <ac:grpSpMk id="3" creationId="{C7B8B3A7-A49C-4AD2-8D89-D85BE208EEEF}"/>
          </ac:grpSpMkLst>
        </pc:grpChg>
        <pc:picChg chg="mod">
          <ac:chgData name="WILLIAM RICARDO AGUILAR PIÑA" userId="25538c52-b196-49fc-9025-2dd86a54f18a" providerId="ADAL" clId="{A10FA70F-F9D7-4D31-8E13-13FEFD663DAC}" dt="2019-03-18T19:13:33.199" v="1223" actId="1076"/>
          <ac:picMkLst>
            <pc:docMk/>
            <pc:sldMk cId="3140054756" sldId="323"/>
            <ac:picMk id="5" creationId="{00000000-0000-0000-0000-000000000000}"/>
          </ac:picMkLst>
        </pc:picChg>
        <pc:picChg chg="mod">
          <ac:chgData name="WILLIAM RICARDO AGUILAR PIÑA" userId="25538c52-b196-49fc-9025-2dd86a54f18a" providerId="ADAL" clId="{A10FA70F-F9D7-4D31-8E13-13FEFD663DAC}" dt="2019-03-18T19:13:26.270" v="1221" actId="164"/>
          <ac:picMkLst>
            <pc:docMk/>
            <pc:sldMk cId="3140054756" sldId="323"/>
            <ac:picMk id="6" creationId="{00000000-0000-0000-0000-000000000000}"/>
          </ac:picMkLst>
        </pc:picChg>
        <pc:picChg chg="add">
          <ac:chgData name="WILLIAM RICARDO AGUILAR PIÑA" userId="25538c52-b196-49fc-9025-2dd86a54f18a" providerId="ADAL" clId="{A10FA70F-F9D7-4D31-8E13-13FEFD663DAC}" dt="2019-03-18T16:51:40.769" v="48"/>
          <ac:picMkLst>
            <pc:docMk/>
            <pc:sldMk cId="3140054756" sldId="323"/>
            <ac:picMk id="9" creationId="{DF9F19C2-9090-4F91-AD98-711DF0822DD9}"/>
          </ac:picMkLst>
        </pc:picChg>
        <pc:picChg chg="add del">
          <ac:chgData name="WILLIAM RICARDO AGUILAR PIÑA" userId="25538c52-b196-49fc-9025-2dd86a54f18a" providerId="ADAL" clId="{A10FA70F-F9D7-4D31-8E13-13FEFD663DAC}" dt="2019-03-18T16:51:42.673" v="50" actId="478"/>
          <ac:picMkLst>
            <pc:docMk/>
            <pc:sldMk cId="3140054756" sldId="323"/>
            <ac:picMk id="10" creationId="{9FD64F28-4B0D-4FE4-91B9-D6DA39A1B6EC}"/>
          </ac:picMkLst>
        </pc:picChg>
      </pc:sldChg>
      <pc:sldChg chg="addSp delSp modSp">
        <pc:chgData name="WILLIAM RICARDO AGUILAR PIÑA" userId="25538c52-b196-49fc-9025-2dd86a54f18a" providerId="ADAL" clId="{A10FA70F-F9D7-4D31-8E13-13FEFD663DAC}" dt="2019-03-18T19:06:53.102" v="1099" actId="1037"/>
        <pc:sldMkLst>
          <pc:docMk/>
          <pc:sldMk cId="1760712296" sldId="324"/>
        </pc:sldMkLst>
        <pc:spChg chg="mod">
          <ac:chgData name="WILLIAM RICARDO AGUILAR PIÑA" userId="25538c52-b196-49fc-9025-2dd86a54f18a" providerId="ADAL" clId="{A10FA70F-F9D7-4D31-8E13-13FEFD663DAC}" dt="2019-03-18T19:04:51.337" v="1046" actId="1076"/>
          <ac:spMkLst>
            <pc:docMk/>
            <pc:sldMk cId="1760712296" sldId="324"/>
            <ac:spMk id="8" creationId="{00000000-0000-0000-0000-000000000000}"/>
          </ac:spMkLst>
        </pc:spChg>
        <pc:spChg chg="add del">
          <ac:chgData name="WILLIAM RICARDO AGUILAR PIÑA" userId="25538c52-b196-49fc-9025-2dd86a54f18a" providerId="ADAL" clId="{A10FA70F-F9D7-4D31-8E13-13FEFD663DAC}" dt="2019-03-18T19:04:28.947" v="1037"/>
          <ac:spMkLst>
            <pc:docMk/>
            <pc:sldMk cId="1760712296" sldId="324"/>
            <ac:spMk id="10" creationId="{5227A50D-72FE-4D36-8F7E-84FE2E34D48B}"/>
          </ac:spMkLst>
        </pc:spChg>
        <pc:spChg chg="add">
          <ac:chgData name="WILLIAM RICARDO AGUILAR PIÑA" userId="25538c52-b196-49fc-9025-2dd86a54f18a" providerId="ADAL" clId="{A10FA70F-F9D7-4D31-8E13-13FEFD663DAC}" dt="2019-03-18T19:04:57.026" v="1047"/>
          <ac:spMkLst>
            <pc:docMk/>
            <pc:sldMk cId="1760712296" sldId="324"/>
            <ac:spMk id="13" creationId="{8391F489-6B95-4930-82BF-66B2E03FB47E}"/>
          </ac:spMkLst>
        </pc:spChg>
        <pc:spChg chg="del mod">
          <ac:chgData name="WILLIAM RICARDO AGUILAR PIÑA" userId="25538c52-b196-49fc-9025-2dd86a54f18a" providerId="ADAL" clId="{A10FA70F-F9D7-4D31-8E13-13FEFD663DAC}" dt="2019-03-18T16:51:11.704" v="29" actId="478"/>
          <ac:spMkLst>
            <pc:docMk/>
            <pc:sldMk cId="1760712296" sldId="324"/>
            <ac:spMk id="22530" creationId="{00000000-0000-0000-0000-000000000000}"/>
          </ac:spMkLst>
        </pc:spChg>
        <pc:grpChg chg="add mod">
          <ac:chgData name="WILLIAM RICARDO AGUILAR PIÑA" userId="25538c52-b196-49fc-9025-2dd86a54f18a" providerId="ADAL" clId="{A10FA70F-F9D7-4D31-8E13-13FEFD663DAC}" dt="2019-03-18T19:06:27.229" v="1075" actId="164"/>
          <ac:grpSpMkLst>
            <pc:docMk/>
            <pc:sldMk cId="1760712296" sldId="324"/>
            <ac:grpSpMk id="5" creationId="{08F56B75-73C8-49E5-AA79-E3B6B5FF9533}"/>
          </ac:grpSpMkLst>
        </pc:grpChg>
        <pc:grpChg chg="del mod">
          <ac:chgData name="WILLIAM RICARDO AGUILAR PIÑA" userId="25538c52-b196-49fc-9025-2dd86a54f18a" providerId="ADAL" clId="{A10FA70F-F9D7-4D31-8E13-13FEFD663DAC}" dt="2019-03-18T19:06:09.743" v="1072" actId="165"/>
          <ac:grpSpMkLst>
            <pc:docMk/>
            <pc:sldMk cId="1760712296" sldId="324"/>
            <ac:grpSpMk id="11" creationId="{75B2E292-CF95-4FC1-8A09-551A88DDC691}"/>
          </ac:grpSpMkLst>
        </pc:grpChg>
        <pc:picChg chg="mod topLvl modCrop">
          <ac:chgData name="WILLIAM RICARDO AGUILAR PIÑA" userId="25538c52-b196-49fc-9025-2dd86a54f18a" providerId="ADAL" clId="{A10FA70F-F9D7-4D31-8E13-13FEFD663DAC}" dt="2019-03-18T19:06:27.229" v="1075" actId="164"/>
          <ac:picMkLst>
            <pc:docMk/>
            <pc:sldMk cId="1760712296" sldId="324"/>
            <ac:picMk id="2" creationId="{9E0B8E31-9AC3-4D6B-9622-DBB5CF6FC228}"/>
          </ac:picMkLst>
        </pc:picChg>
        <pc:picChg chg="mod topLvl">
          <ac:chgData name="WILLIAM RICARDO AGUILAR PIÑA" userId="25538c52-b196-49fc-9025-2dd86a54f18a" providerId="ADAL" clId="{A10FA70F-F9D7-4D31-8E13-13FEFD663DAC}" dt="2019-03-18T19:06:27.229" v="1075" actId="164"/>
          <ac:picMkLst>
            <pc:docMk/>
            <pc:sldMk cId="1760712296" sldId="324"/>
            <ac:picMk id="3" creationId="{C3477498-0348-4608-8946-6A48C4D63B66}"/>
          </ac:picMkLst>
        </pc:picChg>
        <pc:picChg chg="mod">
          <ac:chgData name="WILLIAM RICARDO AGUILAR PIÑA" userId="25538c52-b196-49fc-9025-2dd86a54f18a" providerId="ADAL" clId="{A10FA70F-F9D7-4D31-8E13-13FEFD663DAC}" dt="2019-03-18T19:05:59.191" v="1071" actId="1076"/>
          <ac:picMkLst>
            <pc:docMk/>
            <pc:sldMk cId="1760712296" sldId="324"/>
            <ac:picMk id="4" creationId="{4DD1579E-4294-4F5A-953B-B9DF338B81F6}"/>
          </ac:picMkLst>
        </pc:picChg>
        <pc:picChg chg="add">
          <ac:chgData name="WILLIAM RICARDO AGUILAR PIÑA" userId="25538c52-b196-49fc-9025-2dd86a54f18a" providerId="ADAL" clId="{A10FA70F-F9D7-4D31-8E13-13FEFD663DAC}" dt="2019-03-18T16:51:39.477" v="46"/>
          <ac:picMkLst>
            <pc:docMk/>
            <pc:sldMk cId="1760712296" sldId="324"/>
            <ac:picMk id="9" creationId="{AAB7D5D5-BA6B-47AD-93DB-9CDB24F7D6FD}"/>
          </ac:picMkLst>
        </pc:picChg>
        <pc:picChg chg="mod ord">
          <ac:chgData name="WILLIAM RICARDO AGUILAR PIÑA" userId="25538c52-b196-49fc-9025-2dd86a54f18a" providerId="ADAL" clId="{A10FA70F-F9D7-4D31-8E13-13FEFD663DAC}" dt="2019-03-18T19:05:52.954" v="1070"/>
          <ac:picMkLst>
            <pc:docMk/>
            <pc:sldMk cId="1760712296" sldId="324"/>
            <ac:picMk id="12" creationId="{200AC54A-2C7E-4759-8B70-58862DD23B2D}"/>
          </ac:picMkLst>
        </pc:picChg>
        <pc:picChg chg="add mod">
          <ac:chgData name="WILLIAM RICARDO AGUILAR PIÑA" userId="25538c52-b196-49fc-9025-2dd86a54f18a" providerId="ADAL" clId="{A10FA70F-F9D7-4D31-8E13-13FEFD663DAC}" dt="2019-03-18T19:06:35.520" v="1077" actId="1076"/>
          <ac:picMkLst>
            <pc:docMk/>
            <pc:sldMk cId="1760712296" sldId="324"/>
            <ac:picMk id="14" creationId="{4640B179-EB0E-4E8B-8D02-B8AD25BEB0F0}"/>
          </ac:picMkLst>
        </pc:picChg>
        <pc:picChg chg="add mod">
          <ac:chgData name="WILLIAM RICARDO AGUILAR PIÑA" userId="25538c52-b196-49fc-9025-2dd86a54f18a" providerId="ADAL" clId="{A10FA70F-F9D7-4D31-8E13-13FEFD663DAC}" dt="2019-03-18T19:06:42.196" v="1085" actId="1037"/>
          <ac:picMkLst>
            <pc:docMk/>
            <pc:sldMk cId="1760712296" sldId="324"/>
            <ac:picMk id="15" creationId="{8F320570-125B-4464-B64F-DB8EB4B4DAF0}"/>
          </ac:picMkLst>
        </pc:picChg>
        <pc:picChg chg="add mod">
          <ac:chgData name="WILLIAM RICARDO AGUILAR PIÑA" userId="25538c52-b196-49fc-9025-2dd86a54f18a" providerId="ADAL" clId="{A10FA70F-F9D7-4D31-8E13-13FEFD663DAC}" dt="2019-03-18T19:06:53.102" v="1099" actId="1037"/>
          <ac:picMkLst>
            <pc:docMk/>
            <pc:sldMk cId="1760712296" sldId="324"/>
            <ac:picMk id="16" creationId="{298B0F83-A16D-4363-8BC7-EFB4B99AA6FC}"/>
          </ac:picMkLst>
        </pc:picChg>
      </pc:sldChg>
      <pc:sldChg chg="addSp delSp modSp add">
        <pc:chgData name="WILLIAM RICARDO AGUILAR PIÑA" userId="25538c52-b196-49fc-9025-2dd86a54f18a" providerId="ADAL" clId="{A10FA70F-F9D7-4D31-8E13-13FEFD663DAC}" dt="2019-03-18T20:43:06.868" v="1272"/>
        <pc:sldMkLst>
          <pc:docMk/>
          <pc:sldMk cId="0" sldId="325"/>
        </pc:sldMkLst>
        <pc:spChg chg="add">
          <ac:chgData name="WILLIAM RICARDO AGUILAR PIÑA" userId="25538c52-b196-49fc-9025-2dd86a54f18a" providerId="ADAL" clId="{A10FA70F-F9D7-4D31-8E13-13FEFD663DAC}" dt="2019-03-18T20:43:06.868" v="1272"/>
          <ac:spMkLst>
            <pc:docMk/>
            <pc:sldMk cId="0" sldId="325"/>
            <ac:spMk id="8" creationId="{0889DCFA-8ABC-4D1B-A7CF-E6FF4CDE2299}"/>
          </ac:spMkLst>
        </pc:spChg>
        <pc:spChg chg="del">
          <ac:chgData name="WILLIAM RICARDO AGUILAR PIÑA" userId="25538c52-b196-49fc-9025-2dd86a54f18a" providerId="ADAL" clId="{A10FA70F-F9D7-4D31-8E13-13FEFD663DAC}" dt="2019-03-18T20:42:42.884" v="1269" actId="478"/>
          <ac:spMkLst>
            <pc:docMk/>
            <pc:sldMk cId="0" sldId="325"/>
            <ac:spMk id="10" creationId="{7F6DDFB0-630E-45A2-B5EE-AB34BE184EC4}"/>
          </ac:spMkLst>
        </pc:spChg>
        <pc:spChg chg="mod">
          <ac:chgData name="WILLIAM RICARDO AGUILAR PIÑA" userId="25538c52-b196-49fc-9025-2dd86a54f18a" providerId="ADAL" clId="{A10FA70F-F9D7-4D31-8E13-13FEFD663DAC}" dt="2019-03-18T19:30:31.383" v="1268"/>
          <ac:spMkLst>
            <pc:docMk/>
            <pc:sldMk cId="0" sldId="325"/>
            <ac:spMk id="17" creationId="{CF602DD4-6CD6-45A5-8387-11EC9AEA487E}"/>
          </ac:spMkLst>
        </pc:spChg>
      </pc:sldChg>
      <pc:sldChg chg="addSp delSp modSp add setBg">
        <pc:chgData name="WILLIAM RICARDO AGUILAR PIÑA" userId="25538c52-b196-49fc-9025-2dd86a54f18a" providerId="ADAL" clId="{A10FA70F-F9D7-4D31-8E13-13FEFD663DAC}" dt="2019-03-18T19:26:46.896" v="1256" actId="1076"/>
        <pc:sldMkLst>
          <pc:docMk/>
          <pc:sldMk cId="2467126258" sldId="326"/>
        </pc:sldMkLst>
        <pc:spChg chg="mod">
          <ac:chgData name="WILLIAM RICARDO AGUILAR PIÑA" userId="25538c52-b196-49fc-9025-2dd86a54f18a" providerId="ADAL" clId="{A10FA70F-F9D7-4D31-8E13-13FEFD663DAC}" dt="2019-03-18T16:56:18.509" v="146" actId="1076"/>
          <ac:spMkLst>
            <pc:docMk/>
            <pc:sldMk cId="2467126258" sldId="326"/>
            <ac:spMk id="8" creationId="{00000000-0000-0000-0000-000000000000}"/>
          </ac:spMkLst>
        </pc:spChg>
        <pc:spChg chg="mod">
          <ac:chgData name="WILLIAM RICARDO AGUILAR PIÑA" userId="25538c52-b196-49fc-9025-2dd86a54f18a" providerId="ADAL" clId="{A10FA70F-F9D7-4D31-8E13-13FEFD663DAC}" dt="2019-03-18T16:56:06.129" v="143" actId="14100"/>
          <ac:spMkLst>
            <pc:docMk/>
            <pc:sldMk cId="2467126258" sldId="326"/>
            <ac:spMk id="10" creationId="{00000000-0000-0000-0000-000000000000}"/>
          </ac:spMkLst>
        </pc:spChg>
        <pc:spChg chg="add mod">
          <ac:chgData name="WILLIAM RICARDO AGUILAR PIÑA" userId="25538c52-b196-49fc-9025-2dd86a54f18a" providerId="ADAL" clId="{A10FA70F-F9D7-4D31-8E13-13FEFD663DAC}" dt="2019-03-18T17:00:59.610" v="216"/>
          <ac:spMkLst>
            <pc:docMk/>
            <pc:sldMk cId="2467126258" sldId="326"/>
            <ac:spMk id="11" creationId="{AAE316B5-F89F-416C-BDE7-37C5A3F7845F}"/>
          </ac:spMkLst>
        </pc:spChg>
        <pc:spChg chg="mod">
          <ac:chgData name="WILLIAM RICARDO AGUILAR PIÑA" userId="25538c52-b196-49fc-9025-2dd86a54f18a" providerId="ADAL" clId="{A10FA70F-F9D7-4D31-8E13-13FEFD663DAC}" dt="2019-03-18T16:55:59.925" v="141" actId="207"/>
          <ac:spMkLst>
            <pc:docMk/>
            <pc:sldMk cId="2467126258" sldId="326"/>
            <ac:spMk id="20" creationId="{00000000-0000-0000-0000-000000000000}"/>
          </ac:spMkLst>
        </pc:spChg>
        <pc:picChg chg="add del mod">
          <ac:chgData name="WILLIAM RICARDO AGUILAR PIÑA" userId="25538c52-b196-49fc-9025-2dd86a54f18a" providerId="ADAL" clId="{A10FA70F-F9D7-4D31-8E13-13FEFD663DAC}" dt="2019-03-18T19:25:43.345" v="1252"/>
          <ac:picMkLst>
            <pc:docMk/>
            <pc:sldMk cId="2467126258" sldId="326"/>
            <ac:picMk id="3" creationId="{192E3134-3C14-4E75-99F2-A9A2A147CB1B}"/>
          </ac:picMkLst>
        </pc:picChg>
        <pc:picChg chg="del">
          <ac:chgData name="WILLIAM RICARDO AGUILAR PIÑA" userId="25538c52-b196-49fc-9025-2dd86a54f18a" providerId="ADAL" clId="{A10FA70F-F9D7-4D31-8E13-13FEFD663DAC}" dt="2019-03-18T19:25:26.705" v="1246" actId="478"/>
          <ac:picMkLst>
            <pc:docMk/>
            <pc:sldMk cId="2467126258" sldId="326"/>
            <ac:picMk id="9" creationId="{BC352104-BF00-4C00-84C9-17B54893E670}"/>
          </ac:picMkLst>
        </pc:picChg>
        <pc:picChg chg="mod ord">
          <ac:chgData name="WILLIAM RICARDO AGUILAR PIÑA" userId="25538c52-b196-49fc-9025-2dd86a54f18a" providerId="ADAL" clId="{A10FA70F-F9D7-4D31-8E13-13FEFD663DAC}" dt="2019-03-18T16:56:10.769" v="144" actId="167"/>
          <ac:picMkLst>
            <pc:docMk/>
            <pc:sldMk cId="2467126258" sldId="326"/>
            <ac:picMk id="12" creationId="{00000000-0000-0000-0000-000000000000}"/>
          </ac:picMkLst>
        </pc:picChg>
        <pc:picChg chg="mod modCrop">
          <ac:chgData name="WILLIAM RICARDO AGUILAR PIÑA" userId="25538c52-b196-49fc-9025-2dd86a54f18a" providerId="ADAL" clId="{A10FA70F-F9D7-4D31-8E13-13FEFD663DAC}" dt="2019-03-18T16:55:37.997" v="137" actId="14100"/>
          <ac:picMkLst>
            <pc:docMk/>
            <pc:sldMk cId="2467126258" sldId="326"/>
            <ac:picMk id="13" creationId="{00000000-0000-0000-0000-000000000000}"/>
          </ac:picMkLst>
        </pc:picChg>
        <pc:picChg chg="mod ord">
          <ac:chgData name="WILLIAM RICARDO AGUILAR PIÑA" userId="25538c52-b196-49fc-9025-2dd86a54f18a" providerId="ADAL" clId="{A10FA70F-F9D7-4D31-8E13-13FEFD663DAC}" dt="2019-03-18T16:56:14.495" v="145" actId="167"/>
          <ac:picMkLst>
            <pc:docMk/>
            <pc:sldMk cId="2467126258" sldId="326"/>
            <ac:picMk id="14" creationId="{00000000-0000-0000-0000-000000000000}"/>
          </ac:picMkLst>
        </pc:picChg>
        <pc:picChg chg="add mod">
          <ac:chgData name="WILLIAM RICARDO AGUILAR PIÑA" userId="25538c52-b196-49fc-9025-2dd86a54f18a" providerId="ADAL" clId="{A10FA70F-F9D7-4D31-8E13-13FEFD663DAC}" dt="2019-03-18T19:26:46.896" v="1256" actId="1076"/>
          <ac:picMkLst>
            <pc:docMk/>
            <pc:sldMk cId="2467126258" sldId="326"/>
            <ac:picMk id="15" creationId="{8E379DB4-0986-47A5-A900-F2613850F727}"/>
          </ac:picMkLst>
        </pc:picChg>
      </pc:sldChg>
      <pc:sldChg chg="modSp add">
        <pc:chgData name="WILLIAM RICARDO AGUILAR PIÑA" userId="25538c52-b196-49fc-9025-2dd86a54f18a" providerId="ADAL" clId="{A10FA70F-F9D7-4D31-8E13-13FEFD663DAC}" dt="2019-03-18T16:57:20.477" v="154" actId="1076"/>
        <pc:sldMkLst>
          <pc:docMk/>
          <pc:sldMk cId="3635655043" sldId="327"/>
        </pc:sldMkLst>
        <pc:spChg chg="mod">
          <ac:chgData name="WILLIAM RICARDO AGUILAR PIÑA" userId="25538c52-b196-49fc-9025-2dd86a54f18a" providerId="ADAL" clId="{A10FA70F-F9D7-4D31-8E13-13FEFD663DAC}" dt="2019-03-18T16:57:20.477" v="154" actId="1076"/>
          <ac:spMkLst>
            <pc:docMk/>
            <pc:sldMk cId="3635655043" sldId="327"/>
            <ac:spMk id="8" creationId="{00000000-0000-0000-0000-000000000000}"/>
          </ac:spMkLst>
        </pc:spChg>
      </pc:sldChg>
      <pc:sldChg chg="modSp add ord">
        <pc:chgData name="WILLIAM RICARDO AGUILAR PIÑA" userId="25538c52-b196-49fc-9025-2dd86a54f18a" providerId="ADAL" clId="{A10FA70F-F9D7-4D31-8E13-13FEFD663DAC}" dt="2019-03-18T17:01:54.341" v="227" actId="1076"/>
        <pc:sldMkLst>
          <pc:docMk/>
          <pc:sldMk cId="2399887012" sldId="328"/>
        </pc:sldMkLst>
        <pc:spChg chg="mod">
          <ac:chgData name="WILLIAM RICARDO AGUILAR PIÑA" userId="25538c52-b196-49fc-9025-2dd86a54f18a" providerId="ADAL" clId="{A10FA70F-F9D7-4D31-8E13-13FEFD663DAC}" dt="2019-03-18T17:01:54.341" v="227" actId="1076"/>
          <ac:spMkLst>
            <pc:docMk/>
            <pc:sldMk cId="2399887012" sldId="328"/>
            <ac:spMk id="8" creationId="{00000000-0000-0000-0000-000000000000}"/>
          </ac:spMkLst>
        </pc:spChg>
      </pc:sldChg>
      <pc:sldChg chg="modSp add">
        <pc:chgData name="WILLIAM RICARDO AGUILAR PIÑA" userId="25538c52-b196-49fc-9025-2dd86a54f18a" providerId="ADAL" clId="{A10FA70F-F9D7-4D31-8E13-13FEFD663DAC}" dt="2019-03-18T18:31:31.565" v="309" actId="1076"/>
        <pc:sldMkLst>
          <pc:docMk/>
          <pc:sldMk cId="1455497187" sldId="329"/>
        </pc:sldMkLst>
        <pc:spChg chg="mod">
          <ac:chgData name="WILLIAM RICARDO AGUILAR PIÑA" userId="25538c52-b196-49fc-9025-2dd86a54f18a" providerId="ADAL" clId="{A10FA70F-F9D7-4D31-8E13-13FEFD663DAC}" dt="2019-03-18T18:31:31.565" v="309" actId="1076"/>
          <ac:spMkLst>
            <pc:docMk/>
            <pc:sldMk cId="1455497187" sldId="329"/>
            <ac:spMk id="8" creationId="{00000000-0000-0000-0000-000000000000}"/>
          </ac:spMkLst>
        </pc:spChg>
      </pc:sldChg>
      <pc:sldChg chg="modSp add">
        <pc:chgData name="WILLIAM RICARDO AGUILAR PIÑA" userId="25538c52-b196-49fc-9025-2dd86a54f18a" providerId="ADAL" clId="{A10FA70F-F9D7-4D31-8E13-13FEFD663DAC}" dt="2019-03-18T18:36:38.191" v="391" actId="1076"/>
        <pc:sldMkLst>
          <pc:docMk/>
          <pc:sldMk cId="982237166" sldId="330"/>
        </pc:sldMkLst>
        <pc:spChg chg="mod">
          <ac:chgData name="WILLIAM RICARDO AGUILAR PIÑA" userId="25538c52-b196-49fc-9025-2dd86a54f18a" providerId="ADAL" clId="{A10FA70F-F9D7-4D31-8E13-13FEFD663DAC}" dt="2019-03-18T18:36:38.191" v="391" actId="1076"/>
          <ac:spMkLst>
            <pc:docMk/>
            <pc:sldMk cId="982237166" sldId="330"/>
            <ac:spMk id="8" creationId="{00000000-0000-0000-0000-000000000000}"/>
          </ac:spMkLst>
        </pc:spChg>
      </pc:sldChg>
      <pc:sldChg chg="modSp add">
        <pc:chgData name="WILLIAM RICARDO AGUILAR PIÑA" userId="25538c52-b196-49fc-9025-2dd86a54f18a" providerId="ADAL" clId="{A10FA70F-F9D7-4D31-8E13-13FEFD663DAC}" dt="2019-03-18T18:51:38.547" v="821" actId="1076"/>
        <pc:sldMkLst>
          <pc:docMk/>
          <pc:sldMk cId="2731468243" sldId="331"/>
        </pc:sldMkLst>
        <pc:spChg chg="mod">
          <ac:chgData name="WILLIAM RICARDO AGUILAR PIÑA" userId="25538c52-b196-49fc-9025-2dd86a54f18a" providerId="ADAL" clId="{A10FA70F-F9D7-4D31-8E13-13FEFD663DAC}" dt="2019-03-18T18:51:38.547" v="821" actId="1076"/>
          <ac:spMkLst>
            <pc:docMk/>
            <pc:sldMk cId="2731468243" sldId="331"/>
            <ac:spMk id="8" creationId="{00000000-0000-0000-0000-000000000000}"/>
          </ac:spMkLst>
        </pc:spChg>
      </pc:sldChg>
      <pc:sldChg chg="addSp delSp modSp add">
        <pc:chgData name="WILLIAM RICARDO AGUILAR PIÑA" userId="25538c52-b196-49fc-9025-2dd86a54f18a" providerId="ADAL" clId="{A10FA70F-F9D7-4D31-8E13-13FEFD663DAC}" dt="2019-03-18T18:53:48.686" v="838"/>
        <pc:sldMkLst>
          <pc:docMk/>
          <pc:sldMk cId="4236039774" sldId="332"/>
        </pc:sldMkLst>
        <pc:spChg chg="del mod">
          <ac:chgData name="WILLIAM RICARDO AGUILAR PIÑA" userId="25538c52-b196-49fc-9025-2dd86a54f18a" providerId="ADAL" clId="{A10FA70F-F9D7-4D31-8E13-13FEFD663DAC}" dt="2019-03-18T18:50:37.147" v="804" actId="478"/>
          <ac:spMkLst>
            <pc:docMk/>
            <pc:sldMk cId="4236039774" sldId="332"/>
            <ac:spMk id="5" creationId="{00000000-0000-0000-0000-000000000000}"/>
          </ac:spMkLst>
        </pc:spChg>
        <pc:spChg chg="del mod">
          <ac:chgData name="WILLIAM RICARDO AGUILAR PIÑA" userId="25538c52-b196-49fc-9025-2dd86a54f18a" providerId="ADAL" clId="{A10FA70F-F9D7-4D31-8E13-13FEFD663DAC}" dt="2019-03-18T18:50:37.147" v="804" actId="478"/>
          <ac:spMkLst>
            <pc:docMk/>
            <pc:sldMk cId="4236039774" sldId="332"/>
            <ac:spMk id="8" creationId="{00000000-0000-0000-0000-000000000000}"/>
          </ac:spMkLst>
        </pc:spChg>
        <pc:spChg chg="mod">
          <ac:chgData name="WILLIAM RICARDO AGUILAR PIÑA" userId="25538c52-b196-49fc-9025-2dd86a54f18a" providerId="ADAL" clId="{A10FA70F-F9D7-4D31-8E13-13FEFD663DAC}" dt="2019-03-18T18:51:22.920" v="819" actId="1076"/>
          <ac:spMkLst>
            <pc:docMk/>
            <pc:sldMk cId="4236039774" sldId="332"/>
            <ac:spMk id="11" creationId="{00000000-0000-0000-0000-000000000000}"/>
          </ac:spMkLst>
        </pc:spChg>
        <pc:spChg chg="del">
          <ac:chgData name="WILLIAM RICARDO AGUILAR PIÑA" userId="25538c52-b196-49fc-9025-2dd86a54f18a" providerId="ADAL" clId="{A10FA70F-F9D7-4D31-8E13-13FEFD663DAC}" dt="2019-03-18T18:50:37.147" v="804" actId="478"/>
          <ac:spMkLst>
            <pc:docMk/>
            <pc:sldMk cId="4236039774" sldId="332"/>
            <ac:spMk id="13" creationId="{E561C1D8-2E03-46B8-BD08-98DBB629C76F}"/>
          </ac:spMkLst>
        </pc:spChg>
        <pc:spChg chg="add">
          <ac:chgData name="WILLIAM RICARDO AGUILAR PIÑA" userId="25538c52-b196-49fc-9025-2dd86a54f18a" providerId="ADAL" clId="{A10FA70F-F9D7-4D31-8E13-13FEFD663DAC}" dt="2019-03-18T18:53:48.686" v="838"/>
          <ac:spMkLst>
            <pc:docMk/>
            <pc:sldMk cId="4236039774" sldId="332"/>
            <ac:spMk id="17" creationId="{318D8162-7002-433F-8770-0110A50A15AE}"/>
          </ac:spMkLst>
        </pc:spChg>
        <pc:picChg chg="del mod">
          <ac:chgData name="WILLIAM RICARDO AGUILAR PIÑA" userId="25538c52-b196-49fc-9025-2dd86a54f18a" providerId="ADAL" clId="{A10FA70F-F9D7-4D31-8E13-13FEFD663DAC}" dt="2019-03-18T18:50:37.147" v="804" actId="478"/>
          <ac:picMkLst>
            <pc:docMk/>
            <pc:sldMk cId="4236039774" sldId="332"/>
            <ac:picMk id="3" creationId="{00000000-0000-0000-0000-000000000000}"/>
          </ac:picMkLst>
        </pc:picChg>
        <pc:picChg chg="del">
          <ac:chgData name="WILLIAM RICARDO AGUILAR PIÑA" userId="25538c52-b196-49fc-9025-2dd86a54f18a" providerId="ADAL" clId="{A10FA70F-F9D7-4D31-8E13-13FEFD663DAC}" dt="2019-03-18T18:50:37.147" v="804" actId="478"/>
          <ac:picMkLst>
            <pc:docMk/>
            <pc:sldMk cId="4236039774" sldId="332"/>
            <ac:picMk id="4" creationId="{00000000-0000-0000-0000-000000000000}"/>
          </ac:picMkLst>
        </pc:picChg>
        <pc:picChg chg="mod">
          <ac:chgData name="WILLIAM RICARDO AGUILAR PIÑA" userId="25538c52-b196-49fc-9025-2dd86a54f18a" providerId="ADAL" clId="{A10FA70F-F9D7-4D31-8E13-13FEFD663DAC}" dt="2019-03-18T18:52:18.598" v="828" actId="1035"/>
          <ac:picMkLst>
            <pc:docMk/>
            <pc:sldMk cId="4236039774" sldId="332"/>
            <ac:picMk id="6" creationId="{00000000-0000-0000-0000-000000000000}"/>
          </ac:picMkLst>
        </pc:picChg>
        <pc:picChg chg="mod">
          <ac:chgData name="WILLIAM RICARDO AGUILAR PIÑA" userId="25538c52-b196-49fc-9025-2dd86a54f18a" providerId="ADAL" clId="{A10FA70F-F9D7-4D31-8E13-13FEFD663DAC}" dt="2019-03-18T18:52:22.110" v="829" actId="1076"/>
          <ac:picMkLst>
            <pc:docMk/>
            <pc:sldMk cId="4236039774" sldId="332"/>
            <ac:picMk id="7" creationId="{00000000-0000-0000-0000-000000000000}"/>
          </ac:picMkLst>
        </pc:picChg>
        <pc:picChg chg="mod">
          <ac:chgData name="WILLIAM RICARDO AGUILAR PIÑA" userId="25538c52-b196-49fc-9025-2dd86a54f18a" providerId="ADAL" clId="{A10FA70F-F9D7-4D31-8E13-13FEFD663DAC}" dt="2019-03-18T18:51:13.069" v="816" actId="14100"/>
          <ac:picMkLst>
            <pc:docMk/>
            <pc:sldMk cId="4236039774" sldId="332"/>
            <ac:picMk id="12" creationId="{00000000-0000-0000-0000-000000000000}"/>
          </ac:picMkLst>
        </pc:picChg>
        <pc:picChg chg="add mod">
          <ac:chgData name="WILLIAM RICARDO AGUILAR PIÑA" userId="25538c52-b196-49fc-9025-2dd86a54f18a" providerId="ADAL" clId="{A10FA70F-F9D7-4D31-8E13-13FEFD663DAC}" dt="2019-03-18T18:53:26.019" v="835" actId="1076"/>
          <ac:picMkLst>
            <pc:docMk/>
            <pc:sldMk cId="4236039774" sldId="332"/>
            <ac:picMk id="15" creationId="{A0811EBD-ACED-466A-BA09-E40435BD9E2B}"/>
          </ac:picMkLst>
        </pc:picChg>
        <pc:picChg chg="add mod">
          <ac:chgData name="WILLIAM RICARDO AGUILAR PIÑA" userId="25538c52-b196-49fc-9025-2dd86a54f18a" providerId="ADAL" clId="{A10FA70F-F9D7-4D31-8E13-13FEFD663DAC}" dt="2019-03-18T18:53:39.470" v="837" actId="1076"/>
          <ac:picMkLst>
            <pc:docMk/>
            <pc:sldMk cId="4236039774" sldId="332"/>
            <ac:picMk id="16" creationId="{2AB24578-2D8D-40EF-A4A8-31C3A25FDDE5}"/>
          </ac:picMkLst>
        </pc:picChg>
      </pc:sldChg>
      <pc:sldChg chg="addSp delSp modSp add">
        <pc:chgData name="WILLIAM RICARDO AGUILAR PIÑA" userId="25538c52-b196-49fc-9025-2dd86a54f18a" providerId="ADAL" clId="{A10FA70F-F9D7-4D31-8E13-13FEFD663DAC}" dt="2019-03-18T18:57:57.997" v="917" actId="478"/>
        <pc:sldMkLst>
          <pc:docMk/>
          <pc:sldMk cId="332642725" sldId="333"/>
        </pc:sldMkLst>
        <pc:spChg chg="add del">
          <ac:chgData name="WILLIAM RICARDO AGUILAR PIÑA" userId="25538c52-b196-49fc-9025-2dd86a54f18a" providerId="ADAL" clId="{A10FA70F-F9D7-4D31-8E13-13FEFD663DAC}" dt="2019-03-18T18:57:57.997" v="917" actId="478"/>
          <ac:spMkLst>
            <pc:docMk/>
            <pc:sldMk cId="332642725" sldId="333"/>
            <ac:spMk id="4" creationId="{97A40FF0-2D3B-4296-93A8-EF3F710838DE}"/>
          </ac:spMkLst>
        </pc:spChg>
        <pc:spChg chg="mod">
          <ac:chgData name="WILLIAM RICARDO AGUILAR PIÑA" userId="25538c52-b196-49fc-9025-2dd86a54f18a" providerId="ADAL" clId="{A10FA70F-F9D7-4D31-8E13-13FEFD663DAC}" dt="2019-03-18T18:54:16.055" v="846" actId="1076"/>
          <ac:spMkLst>
            <pc:docMk/>
            <pc:sldMk cId="332642725" sldId="333"/>
            <ac:spMk id="8" creationId="{00000000-0000-0000-0000-000000000000}"/>
          </ac:spMkLst>
        </pc:spChg>
      </pc:sldChg>
      <pc:sldChg chg="modSp add">
        <pc:chgData name="WILLIAM RICARDO AGUILAR PIÑA" userId="25538c52-b196-49fc-9025-2dd86a54f18a" providerId="ADAL" clId="{A10FA70F-F9D7-4D31-8E13-13FEFD663DAC}" dt="2019-03-18T18:59:01.517" v="927" actId="1076"/>
        <pc:sldMkLst>
          <pc:docMk/>
          <pc:sldMk cId="242060792" sldId="334"/>
        </pc:sldMkLst>
        <pc:spChg chg="mod">
          <ac:chgData name="WILLIAM RICARDO AGUILAR PIÑA" userId="25538c52-b196-49fc-9025-2dd86a54f18a" providerId="ADAL" clId="{A10FA70F-F9D7-4D31-8E13-13FEFD663DAC}" dt="2019-03-18T18:59:01.517" v="927" actId="1076"/>
          <ac:spMkLst>
            <pc:docMk/>
            <pc:sldMk cId="242060792" sldId="334"/>
            <ac:spMk id="8" creationId="{00000000-0000-0000-0000-000000000000}"/>
          </ac:spMkLst>
        </pc:spChg>
      </pc:sldChg>
      <pc:sldChg chg="modSp add">
        <pc:chgData name="WILLIAM RICARDO AGUILAR PIÑA" userId="25538c52-b196-49fc-9025-2dd86a54f18a" providerId="ADAL" clId="{A10FA70F-F9D7-4D31-8E13-13FEFD663DAC}" dt="2019-03-18T19:01:22.561" v="982" actId="1076"/>
        <pc:sldMkLst>
          <pc:docMk/>
          <pc:sldMk cId="620017130" sldId="335"/>
        </pc:sldMkLst>
        <pc:spChg chg="mod">
          <ac:chgData name="WILLIAM RICARDO AGUILAR PIÑA" userId="25538c52-b196-49fc-9025-2dd86a54f18a" providerId="ADAL" clId="{A10FA70F-F9D7-4D31-8E13-13FEFD663DAC}" dt="2019-03-18T19:01:22.561" v="982" actId="1076"/>
          <ac:spMkLst>
            <pc:docMk/>
            <pc:sldMk cId="620017130" sldId="335"/>
            <ac:spMk id="8" creationId="{00000000-0000-0000-0000-000000000000}"/>
          </ac:spMkLst>
        </pc:spChg>
      </pc:sldChg>
      <pc:sldChg chg="modSp del">
        <pc:chgData name="WILLIAM RICARDO AGUILAR PIÑA" userId="25538c52-b196-49fc-9025-2dd86a54f18a" providerId="ADAL" clId="{A10FA70F-F9D7-4D31-8E13-13FEFD663DAC}" dt="2019-03-18T16:49:22.167" v="6" actId="2696"/>
        <pc:sldMkLst>
          <pc:docMk/>
          <pc:sldMk cId="1100490243" sldId="335"/>
        </pc:sldMkLst>
        <pc:spChg chg="mod">
          <ac:chgData name="WILLIAM RICARDO AGUILAR PIÑA" userId="25538c52-b196-49fc-9025-2dd86a54f18a" providerId="ADAL" clId="{A10FA70F-F9D7-4D31-8E13-13FEFD663DAC}" dt="2019-03-18T16:49:05.719" v="4"/>
          <ac:spMkLst>
            <pc:docMk/>
            <pc:sldMk cId="1100490243" sldId="335"/>
            <ac:spMk id="8" creationId="{00000000-0000-0000-0000-000000000000}"/>
          </ac:spMkLst>
        </pc:spChg>
        <pc:spChg chg="mod">
          <ac:chgData name="WILLIAM RICARDO AGUILAR PIÑA" userId="25538c52-b196-49fc-9025-2dd86a54f18a" providerId="ADAL" clId="{A10FA70F-F9D7-4D31-8E13-13FEFD663DAC}" dt="2019-03-18T16:49:05.719" v="4"/>
          <ac:spMkLst>
            <pc:docMk/>
            <pc:sldMk cId="1100490243" sldId="335"/>
            <ac:spMk id="22530" creationId="{00000000-0000-0000-0000-000000000000}"/>
          </ac:spMkLst>
        </pc:spChg>
        <pc:picChg chg="mod">
          <ac:chgData name="WILLIAM RICARDO AGUILAR PIÑA" userId="25538c52-b196-49fc-9025-2dd86a54f18a" providerId="ADAL" clId="{A10FA70F-F9D7-4D31-8E13-13FEFD663DAC}" dt="2019-03-18T16:49:05.719" v="4"/>
          <ac:picMkLst>
            <pc:docMk/>
            <pc:sldMk cId="1100490243" sldId="335"/>
            <ac:picMk id="4" creationId="{7257BE22-3040-4ADE-AB9C-F87907C45C28}"/>
          </ac:picMkLst>
        </pc:picChg>
      </pc:sldChg>
      <pc:sldChg chg="modSp add">
        <pc:chgData name="WILLIAM RICARDO AGUILAR PIÑA" userId="25538c52-b196-49fc-9025-2dd86a54f18a" providerId="ADAL" clId="{A10FA70F-F9D7-4D31-8E13-13FEFD663DAC}" dt="2019-03-18T19:07:37.167" v="1109" actId="1076"/>
        <pc:sldMkLst>
          <pc:docMk/>
          <pc:sldMk cId="333030512" sldId="336"/>
        </pc:sldMkLst>
        <pc:spChg chg="mod">
          <ac:chgData name="WILLIAM RICARDO AGUILAR PIÑA" userId="25538c52-b196-49fc-9025-2dd86a54f18a" providerId="ADAL" clId="{A10FA70F-F9D7-4D31-8E13-13FEFD663DAC}" dt="2019-03-18T19:07:37.167" v="1109" actId="1076"/>
          <ac:spMkLst>
            <pc:docMk/>
            <pc:sldMk cId="333030512" sldId="336"/>
            <ac:spMk id="8" creationId="{00000000-0000-0000-0000-000000000000}"/>
          </ac:spMkLst>
        </pc:spChg>
      </pc:sldChg>
      <pc:sldChg chg="modSp add">
        <pc:chgData name="WILLIAM RICARDO AGUILAR PIÑA" userId="25538c52-b196-49fc-9025-2dd86a54f18a" providerId="ADAL" clId="{A10FA70F-F9D7-4D31-8E13-13FEFD663DAC}" dt="2019-03-18T19:12:57.488" v="1211" actId="1076"/>
        <pc:sldMkLst>
          <pc:docMk/>
          <pc:sldMk cId="3468226761" sldId="337"/>
        </pc:sldMkLst>
        <pc:spChg chg="mod">
          <ac:chgData name="WILLIAM RICARDO AGUILAR PIÑA" userId="25538c52-b196-49fc-9025-2dd86a54f18a" providerId="ADAL" clId="{A10FA70F-F9D7-4D31-8E13-13FEFD663DAC}" dt="2019-03-18T19:12:57.488" v="1211" actId="1076"/>
          <ac:spMkLst>
            <pc:docMk/>
            <pc:sldMk cId="3468226761" sldId="337"/>
            <ac:spMk id="8" creationId="{00000000-0000-0000-0000-000000000000}"/>
          </ac:spMkLst>
        </pc:spChg>
      </pc:sldChg>
      <pc:sldChg chg="add del">
        <pc:chgData name="WILLIAM RICARDO AGUILAR PIÑA" userId="25538c52-b196-49fc-9025-2dd86a54f18a" providerId="ADAL" clId="{A10FA70F-F9D7-4D31-8E13-13FEFD663DAC}" dt="2019-03-18T20:42:51.392" v="1271" actId="2696"/>
        <pc:sldMkLst>
          <pc:docMk/>
          <pc:sldMk cId="1616861817" sldId="385"/>
        </pc:sldMkLst>
      </pc:sldChg>
      <pc:sldChg chg="add">
        <pc:chgData name="WILLIAM RICARDO AGUILAR PIÑA" userId="25538c52-b196-49fc-9025-2dd86a54f18a" providerId="ADAL" clId="{A10FA70F-F9D7-4D31-8E13-13FEFD663DAC}" dt="2019-03-18T20:42:50.118" v="1270"/>
        <pc:sldMkLst>
          <pc:docMk/>
          <pc:sldMk cId="3564964265" sldId="386"/>
        </pc:sldMkLst>
      </pc:sldChg>
      <pc:sldMasterChg chg="modSp setBg modSldLayout">
        <pc:chgData name="WILLIAM RICARDO AGUILAR PIÑA" userId="25538c52-b196-49fc-9025-2dd86a54f18a" providerId="ADAL" clId="{A10FA70F-F9D7-4D31-8E13-13FEFD663DAC}" dt="2019-03-18T16:49:05.719" v="4"/>
        <pc:sldMasterMkLst>
          <pc:docMk/>
          <pc:sldMasterMk cId="0" sldId="2147483648"/>
        </pc:sldMasterMkLst>
        <pc:spChg chg="mod">
          <ac:chgData name="WILLIAM RICARDO AGUILAR PIÑA" userId="25538c52-b196-49fc-9025-2dd86a54f18a" providerId="ADAL" clId="{A10FA70F-F9D7-4D31-8E13-13FEFD663DAC}" dt="2019-03-18T16:49:05.719" v="4"/>
          <ac:spMkLst>
            <pc:docMk/>
            <pc:sldMasterMk cId="0" sldId="2147483648"/>
            <ac:spMk id="2"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ac:spMk id="3"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ac:spMk id="4"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ac:spMk id="5"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ac:spMk id="6" creationId="{00000000-0000-0000-0000-000000000000}"/>
          </ac:spMkLst>
        </pc:sp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49"/>
          </pc:sldLayoutMkLst>
          <pc:spChg chg="mod">
            <ac:chgData name="WILLIAM RICARDO AGUILAR PIÑA" userId="25538c52-b196-49fc-9025-2dd86a54f18a" providerId="ADAL" clId="{A10FA70F-F9D7-4D31-8E13-13FEFD663DAC}" dt="2019-03-18T16:49:05.719" v="4"/>
            <ac:spMkLst>
              <pc:docMk/>
              <pc:sldMasterMk cId="0" sldId="2147483648"/>
              <pc:sldLayoutMk cId="0" sldId="2147483649"/>
              <ac:spMk id="2"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49"/>
              <ac:spMk id="3" creationId="{00000000-0000-0000-0000-000000000000}"/>
            </ac:spMkLst>
          </pc:spChg>
        </pc:sldLayoutChg>
        <pc:sldLayoutChg chg="setBg">
          <pc:chgData name="WILLIAM RICARDO AGUILAR PIÑA" userId="25538c52-b196-49fc-9025-2dd86a54f18a" providerId="ADAL" clId="{A10FA70F-F9D7-4D31-8E13-13FEFD663DAC}" dt="2019-03-18T16:48:47.611" v="1"/>
          <pc:sldLayoutMkLst>
            <pc:docMk/>
            <pc:sldMasterMk cId="0" sldId="2147483648"/>
            <pc:sldLayoutMk cId="0" sldId="2147483650"/>
          </pc:sldLayoutMkLst>
        </pc:sldLayout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51"/>
          </pc:sldLayoutMkLst>
          <pc:spChg chg="mod">
            <ac:chgData name="WILLIAM RICARDO AGUILAR PIÑA" userId="25538c52-b196-49fc-9025-2dd86a54f18a" providerId="ADAL" clId="{A10FA70F-F9D7-4D31-8E13-13FEFD663DAC}" dt="2019-03-18T16:49:05.719" v="4"/>
            <ac:spMkLst>
              <pc:docMk/>
              <pc:sldMasterMk cId="0" sldId="2147483648"/>
              <pc:sldLayoutMk cId="0" sldId="2147483651"/>
              <ac:spMk id="2"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1"/>
              <ac:spMk id="3" creationId="{00000000-0000-0000-0000-000000000000}"/>
            </ac:spMkLst>
          </pc:spChg>
        </pc:sldLayout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52"/>
          </pc:sldLayoutMkLst>
          <pc:spChg chg="mod">
            <ac:chgData name="WILLIAM RICARDO AGUILAR PIÑA" userId="25538c52-b196-49fc-9025-2dd86a54f18a" providerId="ADAL" clId="{A10FA70F-F9D7-4D31-8E13-13FEFD663DAC}" dt="2019-03-18T16:49:05.719" v="4"/>
            <ac:spMkLst>
              <pc:docMk/>
              <pc:sldMasterMk cId="0" sldId="2147483648"/>
              <pc:sldLayoutMk cId="0" sldId="2147483652"/>
              <ac:spMk id="3"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2"/>
              <ac:spMk id="4" creationId="{00000000-0000-0000-0000-000000000000}"/>
            </ac:spMkLst>
          </pc:spChg>
        </pc:sldLayout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53"/>
          </pc:sldLayoutMkLst>
          <pc:spChg chg="mod">
            <ac:chgData name="WILLIAM RICARDO AGUILAR PIÑA" userId="25538c52-b196-49fc-9025-2dd86a54f18a" providerId="ADAL" clId="{A10FA70F-F9D7-4D31-8E13-13FEFD663DAC}" dt="2019-03-18T16:49:05.719" v="4"/>
            <ac:spMkLst>
              <pc:docMk/>
              <pc:sldMasterMk cId="0" sldId="2147483648"/>
              <pc:sldLayoutMk cId="0" sldId="2147483653"/>
              <ac:spMk id="3"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3"/>
              <ac:spMk id="4"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3"/>
              <ac:spMk id="5"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3"/>
              <ac:spMk id="6" creationId="{00000000-0000-0000-0000-000000000000}"/>
            </ac:spMkLst>
          </pc:spChg>
        </pc:sldLayoutChg>
        <pc:sldLayoutChg chg="setBg">
          <pc:chgData name="WILLIAM RICARDO AGUILAR PIÑA" userId="25538c52-b196-49fc-9025-2dd86a54f18a" providerId="ADAL" clId="{A10FA70F-F9D7-4D31-8E13-13FEFD663DAC}" dt="2019-03-18T16:48:47.611" v="1"/>
          <pc:sldLayoutMkLst>
            <pc:docMk/>
            <pc:sldMasterMk cId="0" sldId="2147483648"/>
            <pc:sldLayoutMk cId="0" sldId="2147483654"/>
          </pc:sldLayoutMkLst>
        </pc:sldLayoutChg>
        <pc:sldLayoutChg chg="setBg">
          <pc:chgData name="WILLIAM RICARDO AGUILAR PIÑA" userId="25538c52-b196-49fc-9025-2dd86a54f18a" providerId="ADAL" clId="{A10FA70F-F9D7-4D31-8E13-13FEFD663DAC}" dt="2019-03-18T16:48:47.611" v="1"/>
          <pc:sldLayoutMkLst>
            <pc:docMk/>
            <pc:sldMasterMk cId="0" sldId="2147483648"/>
            <pc:sldLayoutMk cId="0" sldId="2147483655"/>
          </pc:sldLayoutMkLst>
        </pc:sldLayout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56"/>
          </pc:sldLayoutMkLst>
          <pc:spChg chg="mod">
            <ac:chgData name="WILLIAM RICARDO AGUILAR PIÑA" userId="25538c52-b196-49fc-9025-2dd86a54f18a" providerId="ADAL" clId="{A10FA70F-F9D7-4D31-8E13-13FEFD663DAC}" dt="2019-03-18T16:49:05.719" v="4"/>
            <ac:spMkLst>
              <pc:docMk/>
              <pc:sldMasterMk cId="0" sldId="2147483648"/>
              <pc:sldLayoutMk cId="0" sldId="2147483656"/>
              <ac:spMk id="2"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6"/>
              <ac:spMk id="3"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6"/>
              <ac:spMk id="4" creationId="{00000000-0000-0000-0000-000000000000}"/>
            </ac:spMkLst>
          </pc:spChg>
        </pc:sldLayout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57"/>
          </pc:sldLayoutMkLst>
          <pc:spChg chg="mod">
            <ac:chgData name="WILLIAM RICARDO AGUILAR PIÑA" userId="25538c52-b196-49fc-9025-2dd86a54f18a" providerId="ADAL" clId="{A10FA70F-F9D7-4D31-8E13-13FEFD663DAC}" dt="2019-03-18T16:49:05.719" v="4"/>
            <ac:spMkLst>
              <pc:docMk/>
              <pc:sldMasterMk cId="0" sldId="2147483648"/>
              <pc:sldLayoutMk cId="0" sldId="2147483657"/>
              <ac:spMk id="2"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7"/>
              <ac:spMk id="3"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7"/>
              <ac:spMk id="4" creationId="{00000000-0000-0000-0000-000000000000}"/>
            </ac:spMkLst>
          </pc:spChg>
        </pc:sldLayoutChg>
        <pc:sldLayoutChg chg="setBg">
          <pc:chgData name="WILLIAM RICARDO AGUILAR PIÑA" userId="25538c52-b196-49fc-9025-2dd86a54f18a" providerId="ADAL" clId="{A10FA70F-F9D7-4D31-8E13-13FEFD663DAC}" dt="2019-03-18T16:48:47.611" v="1"/>
          <pc:sldLayoutMkLst>
            <pc:docMk/>
            <pc:sldMasterMk cId="0" sldId="2147483648"/>
            <pc:sldLayoutMk cId="0" sldId="2147483658"/>
          </pc:sldLayoutMkLst>
        </pc:sldLayoutChg>
        <pc:sldLayoutChg chg="modSp setBg">
          <pc:chgData name="WILLIAM RICARDO AGUILAR PIÑA" userId="25538c52-b196-49fc-9025-2dd86a54f18a" providerId="ADAL" clId="{A10FA70F-F9D7-4D31-8E13-13FEFD663DAC}" dt="2019-03-18T16:49:05.719" v="4"/>
          <pc:sldLayoutMkLst>
            <pc:docMk/>
            <pc:sldMasterMk cId="0" sldId="2147483648"/>
            <pc:sldLayoutMk cId="0" sldId="2147483659"/>
          </pc:sldLayoutMkLst>
          <pc:spChg chg="mod">
            <ac:chgData name="WILLIAM RICARDO AGUILAR PIÑA" userId="25538c52-b196-49fc-9025-2dd86a54f18a" providerId="ADAL" clId="{A10FA70F-F9D7-4D31-8E13-13FEFD663DAC}" dt="2019-03-18T16:49:05.719" v="4"/>
            <ac:spMkLst>
              <pc:docMk/>
              <pc:sldMasterMk cId="0" sldId="2147483648"/>
              <pc:sldLayoutMk cId="0" sldId="2147483659"/>
              <ac:spMk id="2" creationId="{00000000-0000-0000-0000-000000000000}"/>
            </ac:spMkLst>
          </pc:spChg>
          <pc:spChg chg="mod">
            <ac:chgData name="WILLIAM RICARDO AGUILAR PIÑA" userId="25538c52-b196-49fc-9025-2dd86a54f18a" providerId="ADAL" clId="{A10FA70F-F9D7-4D31-8E13-13FEFD663DAC}" dt="2019-03-18T16:49:05.719" v="4"/>
            <ac:spMkLst>
              <pc:docMk/>
              <pc:sldMasterMk cId="0" sldId="2147483648"/>
              <pc:sldLayoutMk cId="0" sldId="2147483659"/>
              <ac:spMk id="3" creationId="{00000000-0000-0000-0000-000000000000}"/>
            </ac:spMkLst>
          </pc:spChg>
        </pc:sldLayoutChg>
      </pc:sldMasterChg>
    </pc:docChg>
  </pc:docChgLst>
  <pc:docChgLst>
    <pc:chgData name="WILLIAM RICARDO AGUILAR PIÑA" userId="25538c52-b196-49fc-9025-2dd86a54f18a" providerId="ADAL" clId="{403BDAA8-8D0B-40F0-A5F8-610716A245D4}"/>
    <pc:docChg chg="modSld">
      <pc:chgData name="WILLIAM RICARDO AGUILAR PIÑA" userId="25538c52-b196-49fc-9025-2dd86a54f18a" providerId="ADAL" clId="{403BDAA8-8D0B-40F0-A5F8-610716A245D4}" dt="2020-08-28T11:40:30.389" v="4" actId="20577"/>
      <pc:docMkLst>
        <pc:docMk/>
      </pc:docMkLst>
      <pc:sldChg chg="modSp mod">
        <pc:chgData name="WILLIAM RICARDO AGUILAR PIÑA" userId="25538c52-b196-49fc-9025-2dd86a54f18a" providerId="ADAL" clId="{403BDAA8-8D0B-40F0-A5F8-610716A245D4}" dt="2020-08-28T11:40:30.389" v="4" actId="20577"/>
        <pc:sldMkLst>
          <pc:docMk/>
          <pc:sldMk cId="1760712296" sldId="324"/>
        </pc:sldMkLst>
        <pc:spChg chg="mod">
          <ac:chgData name="WILLIAM RICARDO AGUILAR PIÑA" userId="25538c52-b196-49fc-9025-2dd86a54f18a" providerId="ADAL" clId="{403BDAA8-8D0B-40F0-A5F8-610716A245D4}" dt="2020-08-28T11:40:30.389" v="4" actId="20577"/>
          <ac:spMkLst>
            <pc:docMk/>
            <pc:sldMk cId="1760712296" sldId="324"/>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dirty="0"/>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8" name="7 Marcador de pie de página"/>
          <p:cNvSpPr>
            <a:spLocks noGrp="1"/>
          </p:cNvSpPr>
          <p:nvPr>
            <p:ph type="ftr" sz="quarter" idx="11"/>
          </p:nvPr>
        </p:nvSpPr>
        <p:spPr/>
        <p:txBody>
          <a:bodyPr/>
          <a:lstStyle/>
          <a:p>
            <a:endParaRPr lang="es-CO" dirty="0"/>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4" name="3 Marcador de pie de página"/>
          <p:cNvSpPr>
            <a:spLocks noGrp="1"/>
          </p:cNvSpPr>
          <p:nvPr>
            <p:ph type="ftr" sz="quarter" idx="11"/>
          </p:nvPr>
        </p:nvSpPr>
        <p:spPr/>
        <p:txBody>
          <a:bodyPr/>
          <a:lstStyle/>
          <a:p>
            <a:endParaRPr lang="es-CO" dirty="0"/>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3" name="2 Marcador de pie de página"/>
          <p:cNvSpPr>
            <a:spLocks noGrp="1"/>
          </p:cNvSpPr>
          <p:nvPr>
            <p:ph type="ftr" sz="quarter" idx="11"/>
          </p:nvPr>
        </p:nvSpPr>
        <p:spPr/>
        <p:txBody>
          <a:bodyPr/>
          <a:lstStyle/>
          <a:p>
            <a:endParaRPr lang="es-CO" dirty="0"/>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7.png"/><Relationship Id="rId2" Type="http://schemas.openxmlformats.org/officeDocument/2006/relationships/image" Target="../media/image12.emf"/><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0.png"/><Relationship Id="rId7"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7.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2.wdp"/></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v.20250730</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ES" sz="1200" dirty="0">
                <a:latin typeface="Segoe UI Light" panose="020B0502040204020203" pitchFamily="34" charset="0"/>
                <a:cs typeface="Segoe UI Light" panose="020B0502040204020203" pitchFamily="34" charset="0"/>
              </a:rPr>
              <a:t>Trazado de ejes y construcción del modelo 3D</a:t>
            </a:r>
          </a:p>
          <a:p>
            <a:r>
              <a:rPr lang="es-ES" sz="1600" dirty="0">
                <a:latin typeface="Segoe UI Light" panose="020B0502040204020203" pitchFamily="34" charset="0"/>
                <a:cs typeface="Segoe UI Light" panose="020B0502040204020203" pitchFamily="34" charset="0"/>
              </a:rPr>
              <a:t>Trazado del corredor para el valle</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0889DCFA-8ABC-4D1B-A7CF-E6FF4CDE2299}"/>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baalkara@gmail.com</a:t>
            </a:r>
            <a:endParaRPr lang="es-CO" sz="800" spc="1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3497BE84-7F2B-4CB0-B85A-79DFFD2C86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44761" y="2136338"/>
            <a:ext cx="4302478" cy="2585323"/>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Objetivos</a:t>
            </a:r>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 </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las secciones de corte para la sección definida del valle de creciente.</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las leyes de corte y relleno para la sección del Valle.</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Crear el corredor para el valle, cortando el MDT definido para la planicie.</a:t>
            </a:r>
          </a:p>
        </p:txBody>
      </p:sp>
      <p:pic>
        <p:nvPicPr>
          <p:cNvPr id="4" name="Imagen 3">
            <a:extLst>
              <a:ext uri="{FF2B5EF4-FFF2-40B4-BE49-F238E27FC236}">
                <a16:creationId xmlns:a16="http://schemas.microsoft.com/office/drawing/2014/main" id="{5EFBB3AF-EA28-4777-BD67-6AFAC9AC4E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51684" y="2751891"/>
            <a:ext cx="5688632" cy="1354217"/>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Herramientas computacionales requeridas</a:t>
            </a:r>
          </a:p>
          <a:p>
            <a:r>
              <a:rPr lang="es-CO" sz="1600" dirty="0">
                <a:latin typeface="Segoe UI Light" panose="020B0502040204020203" pitchFamily="34" charset="0"/>
                <a:cs typeface="Segoe UI Light" panose="020B0502040204020203" pitchFamily="34" charset="0"/>
              </a:rPr>
              <a:t> </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Autocad ® 2007.</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Civil ®3D.</a:t>
            </a:r>
          </a:p>
        </p:txBody>
      </p:sp>
      <p:pic>
        <p:nvPicPr>
          <p:cNvPr id="4" name="Imagen 3">
            <a:extLst>
              <a:ext uri="{FF2B5EF4-FFF2-40B4-BE49-F238E27FC236}">
                <a16:creationId xmlns:a16="http://schemas.microsoft.com/office/drawing/2014/main" id="{1FB264E8-77B3-4F53-91CC-E198399F61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295800" y="3105834"/>
            <a:ext cx="3600400"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Copiar los ejes definidos para el valle y sus </a:t>
            </a:r>
            <a:r>
              <a:rPr lang="es-CO" dirty="0" err="1">
                <a:latin typeface="Segoe UI Light" panose="020B0502040204020203" pitchFamily="34" charset="0"/>
                <a:cs typeface="Segoe UI Light" panose="020B0502040204020203" pitchFamily="34" charset="0"/>
              </a:rPr>
              <a:t>Offsets</a:t>
            </a:r>
            <a:endParaRPr lang="es-CO"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6100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p:cNvGrpSpPr/>
        <p:nvPr/>
      </p:nvGrpSpPr>
      <p:grpSpPr>
        <a:xfrm>
          <a:off x="0" y="0"/>
          <a:ext cx="0" cy="0"/>
          <a:chOff x="0" y="0"/>
          <a:chExt cx="0" cy="0"/>
        </a:xfrm>
      </p:grpSpPr>
      <p:pic>
        <p:nvPicPr>
          <p:cNvPr id="14" name="Imagen 13"/>
          <p:cNvPicPr>
            <a:picLocks noChangeAspect="1"/>
          </p:cNvPicPr>
          <p:nvPr/>
        </p:nvPicPr>
        <p:blipFill rotWithShape="1">
          <a:blip r:embed="rId2"/>
          <a:srcRect l="25588" t="18667" r="21651" b="26738"/>
          <a:stretch/>
        </p:blipFill>
        <p:spPr>
          <a:xfrm>
            <a:off x="6817780" y="4501404"/>
            <a:ext cx="3742715" cy="2097713"/>
          </a:xfrm>
          <a:prstGeom prst="rect">
            <a:avLst/>
          </a:prstGeom>
        </p:spPr>
      </p:pic>
      <p:pic>
        <p:nvPicPr>
          <p:cNvPr id="12" name="Imagen 11"/>
          <p:cNvPicPr>
            <a:picLocks noChangeAspect="1"/>
          </p:cNvPicPr>
          <p:nvPr/>
        </p:nvPicPr>
        <p:blipFill rotWithShape="1">
          <a:blip r:embed="rId3"/>
          <a:srcRect l="39763" t="23831" r="11413" b="6385"/>
          <a:stretch/>
        </p:blipFill>
        <p:spPr>
          <a:xfrm>
            <a:off x="6817780" y="1176883"/>
            <a:ext cx="3670708" cy="2841839"/>
          </a:xfrm>
          <a:prstGeom prst="rect">
            <a:avLst/>
          </a:prstGeom>
        </p:spPr>
      </p:pic>
      <p:sp>
        <p:nvSpPr>
          <p:cNvPr id="8" name="7 CuadroTexto"/>
          <p:cNvSpPr txBox="1"/>
          <p:nvPr/>
        </p:nvSpPr>
        <p:spPr>
          <a:xfrm>
            <a:off x="551384" y="694201"/>
            <a:ext cx="5688632" cy="1077218"/>
          </a:xfrm>
          <a:prstGeom prst="rect">
            <a:avLst/>
          </a:prstGeom>
          <a:noFill/>
        </p:spPr>
        <p:txBody>
          <a:bodyPr wrap="square" rtlCol="0">
            <a:spAutoFit/>
          </a:bodyPr>
          <a:lstStyle/>
          <a:p>
            <a:r>
              <a:rPr lang="es-CO" sz="1600" dirty="0">
                <a:solidFill>
                  <a:schemeClr val="bg1"/>
                </a:solidFill>
                <a:latin typeface="Segoe UI Light" panose="020B0502040204020203" pitchFamily="34" charset="0"/>
                <a:cs typeface="Segoe UI Light" panose="020B0502040204020203" pitchFamily="34" charset="0"/>
              </a:rPr>
              <a:t>1. Abrir el archivo </a:t>
            </a:r>
            <a:r>
              <a:rPr lang="es-CO" sz="1600" i="1" dirty="0">
                <a:solidFill>
                  <a:schemeClr val="bg1"/>
                </a:solidFill>
                <a:latin typeface="Segoe UI Light" panose="020B0502040204020203" pitchFamily="34" charset="0"/>
                <a:cs typeface="Segoe UI Light" panose="020B0502040204020203" pitchFamily="34" charset="0"/>
              </a:rPr>
              <a:t>/file/</a:t>
            </a:r>
            <a:r>
              <a:rPr lang="es-CO" sz="1600" i="1" dirty="0" err="1">
                <a:solidFill>
                  <a:schemeClr val="bg1"/>
                </a:solidFill>
                <a:latin typeface="Segoe UI Light" panose="020B0502040204020203" pitchFamily="34" charset="0"/>
                <a:cs typeface="Segoe UI Light" panose="020B0502040204020203" pitchFamily="34" charset="0"/>
              </a:rPr>
              <a:t>cad</a:t>
            </a:r>
            <a:r>
              <a:rPr lang="es-CO" sz="1600" i="1" dirty="0">
                <a:solidFill>
                  <a:schemeClr val="bg1"/>
                </a:solidFill>
                <a:latin typeface="Segoe UI Light" panose="020B0502040204020203" pitchFamily="34" charset="0"/>
                <a:cs typeface="Segoe UI Light" panose="020B0502040204020203" pitchFamily="34" charset="0"/>
              </a:rPr>
              <a:t>/civil/Civil3D_MDT_Planicie_v1.dwg </a:t>
            </a:r>
            <a:r>
              <a:rPr lang="es-CO" sz="1600" dirty="0">
                <a:solidFill>
                  <a:schemeClr val="bg1"/>
                </a:solidFill>
                <a:latin typeface="Segoe UI Light" panose="020B0502040204020203" pitchFamily="34" charset="0"/>
                <a:cs typeface="Segoe UI Light" panose="020B0502040204020203" pitchFamily="34" charset="0"/>
              </a:rPr>
              <a:t>donde se definió el MDT para la planicie y guardar como </a:t>
            </a:r>
            <a:r>
              <a:rPr lang="es-CO" sz="1600" i="1" dirty="0">
                <a:solidFill>
                  <a:schemeClr val="bg1"/>
                </a:solidFill>
                <a:latin typeface="Segoe UI Light" panose="020B0502040204020203" pitchFamily="34" charset="0"/>
                <a:cs typeface="Segoe UI Light" panose="020B0502040204020203" pitchFamily="34" charset="0"/>
              </a:rPr>
              <a:t>/file/</a:t>
            </a:r>
            <a:r>
              <a:rPr lang="es-CO" sz="1600" i="1" dirty="0" err="1">
                <a:solidFill>
                  <a:schemeClr val="bg1"/>
                </a:solidFill>
                <a:latin typeface="Segoe UI Light" panose="020B0502040204020203" pitchFamily="34" charset="0"/>
                <a:cs typeface="Segoe UI Light" panose="020B0502040204020203" pitchFamily="34" charset="0"/>
              </a:rPr>
              <a:t>cad</a:t>
            </a:r>
            <a:r>
              <a:rPr lang="es-CO" sz="1600" i="1" dirty="0">
                <a:solidFill>
                  <a:schemeClr val="bg1"/>
                </a:solidFill>
                <a:latin typeface="Segoe UI Light" panose="020B0502040204020203" pitchFamily="34" charset="0"/>
                <a:cs typeface="Segoe UI Light" panose="020B0502040204020203" pitchFamily="34" charset="0"/>
              </a:rPr>
              <a:t>/civil/Civil3D_MDT_CorredorValle_v1.dwg</a:t>
            </a:r>
            <a:r>
              <a:rPr lang="es-CO" sz="1600" dirty="0">
                <a:solidFill>
                  <a:schemeClr val="bg1"/>
                </a:solidFill>
                <a:latin typeface="Segoe UI Light" panose="020B0502040204020203" pitchFamily="34" charset="0"/>
                <a:cs typeface="Segoe UI Light" panose="020B0502040204020203" pitchFamily="34" charset="0"/>
              </a:rPr>
              <a:t>. Importar los ejes principales para el valle y sus respectivos ejes Offset.</a:t>
            </a:r>
          </a:p>
        </p:txBody>
      </p:sp>
      <p:sp>
        <p:nvSpPr>
          <p:cNvPr id="10" name="7 CuadroTexto"/>
          <p:cNvSpPr txBox="1"/>
          <p:nvPr/>
        </p:nvSpPr>
        <p:spPr>
          <a:xfrm>
            <a:off x="6702469" y="694201"/>
            <a:ext cx="4434091" cy="830997"/>
          </a:xfrm>
          <a:prstGeom prst="rect">
            <a:avLst/>
          </a:prstGeom>
          <a:noFill/>
        </p:spPr>
        <p:txBody>
          <a:bodyPr wrap="square" rtlCol="0">
            <a:spAutoFit/>
          </a:bodyPr>
          <a:lstStyle/>
          <a:p>
            <a:r>
              <a:rPr lang="es-CO" sz="1600" dirty="0">
                <a:solidFill>
                  <a:schemeClr val="bg1"/>
                </a:solidFill>
                <a:latin typeface="Segoe UI Light" panose="020B0502040204020203" pitchFamily="34" charset="0"/>
                <a:cs typeface="Segoe UI Light" panose="020B0502040204020203" pitchFamily="34" charset="0"/>
              </a:rPr>
              <a:t>2. Copiar los ejes de centro y offset, del valle, desde el archivo donde se definió el trazado sinuoso.</a:t>
            </a:r>
          </a:p>
        </p:txBody>
      </p:sp>
      <p:pic>
        <p:nvPicPr>
          <p:cNvPr id="13" name="Imagen 12"/>
          <p:cNvPicPr>
            <a:picLocks noChangeAspect="1"/>
          </p:cNvPicPr>
          <p:nvPr/>
        </p:nvPicPr>
        <p:blipFill rotWithShape="1">
          <a:blip r:embed="rId4"/>
          <a:srcRect l="13398" t="32401" r="54725" b="27488"/>
          <a:stretch/>
        </p:blipFill>
        <p:spPr>
          <a:xfrm>
            <a:off x="1" y="2261460"/>
            <a:ext cx="6758002" cy="2391676"/>
          </a:xfrm>
          <a:prstGeom prst="rect">
            <a:avLst/>
          </a:prstGeom>
        </p:spPr>
      </p:pic>
      <p:sp>
        <p:nvSpPr>
          <p:cNvPr id="20" name="7 CuadroTexto"/>
          <p:cNvSpPr txBox="1"/>
          <p:nvPr/>
        </p:nvSpPr>
        <p:spPr>
          <a:xfrm>
            <a:off x="7026150" y="4173304"/>
            <a:ext cx="3858027" cy="338554"/>
          </a:xfrm>
          <a:prstGeom prst="rect">
            <a:avLst/>
          </a:prstGeom>
          <a:noFill/>
        </p:spPr>
        <p:txBody>
          <a:bodyPr wrap="square" rtlCol="0">
            <a:spAutoFit/>
          </a:bodyPr>
          <a:lstStyle/>
          <a:p>
            <a:r>
              <a:rPr lang="es-CO" sz="1600" dirty="0">
                <a:solidFill>
                  <a:schemeClr val="bg1"/>
                </a:solidFill>
                <a:latin typeface="Segoe UI Light" panose="020B0502040204020203" pitchFamily="34" charset="0"/>
                <a:cs typeface="Segoe UI Light" panose="020B0502040204020203" pitchFamily="34" charset="0"/>
              </a:rPr>
              <a:t>3. Ejes copiados al MDT de la Planicie.</a:t>
            </a:r>
          </a:p>
        </p:txBody>
      </p:sp>
      <p:sp>
        <p:nvSpPr>
          <p:cNvPr id="11" name="1 Título">
            <a:extLst>
              <a:ext uri="{FF2B5EF4-FFF2-40B4-BE49-F238E27FC236}">
                <a16:creationId xmlns:a16="http://schemas.microsoft.com/office/drawing/2014/main" id="{AAE316B5-F89F-416C-BDE7-37C5A3F7845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solidFill>
                  <a:schemeClr val="bg1"/>
                </a:solidFill>
                <a:latin typeface="Segoe UI Light" panose="020B0502040204020203" pitchFamily="34" charset="0"/>
                <a:cs typeface="Segoe UI Light" panose="020B0502040204020203" pitchFamily="34" charset="0"/>
              </a:rPr>
              <a:t>Actividad 1: Copiar los ejes definidos para el valle y sus </a:t>
            </a:r>
            <a:r>
              <a:rPr lang="es-ES" sz="800" dirty="0" err="1">
                <a:solidFill>
                  <a:schemeClr val="bg1"/>
                </a:solidFill>
                <a:latin typeface="Segoe UI Light" panose="020B0502040204020203" pitchFamily="34" charset="0"/>
                <a:cs typeface="Segoe UI Light" panose="020B0502040204020203" pitchFamily="34" charset="0"/>
              </a:rPr>
              <a:t>Offsets</a:t>
            </a:r>
            <a:endParaRPr lang="es-ES" sz="800" dirty="0">
              <a:solidFill>
                <a:schemeClr val="bg1"/>
              </a:solidFill>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192E3134-3C14-4E75-99F2-A9A2A147CB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5" name="Imagen 14">
            <a:extLst>
              <a:ext uri="{FF2B5EF4-FFF2-40B4-BE49-F238E27FC236}">
                <a16:creationId xmlns:a16="http://schemas.microsoft.com/office/drawing/2014/main" id="{8E379DB4-0986-47A5-A900-F2613850F72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73595" y="3838722"/>
            <a:ext cx="360000" cy="360000"/>
          </a:xfrm>
          <a:prstGeom prst="rect">
            <a:avLst/>
          </a:prstGeom>
        </p:spPr>
      </p:pic>
    </p:spTree>
    <p:extLst>
      <p:ext uri="{BB962C8B-B14F-4D97-AF65-F5344CB8AC3E}">
        <p14:creationId xmlns:p14="http://schemas.microsoft.com/office/powerpoint/2010/main" val="2467126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259796" y="3105834"/>
            <a:ext cx="3672408"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2: Generar el perfil del terreno sobre el eje del valle</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635655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p:cNvGrpSpPr/>
        <p:nvPr/>
      </p:nvGrpSpPr>
      <p:grpSpPr>
        <a:xfrm>
          <a:off x="0" y="0"/>
          <a:ext cx="0" cy="0"/>
          <a:chOff x="0" y="0"/>
          <a:chExt cx="0" cy="0"/>
        </a:xfrm>
      </p:grpSpPr>
      <p:sp>
        <p:nvSpPr>
          <p:cNvPr id="8" name="7 CuadroTexto"/>
          <p:cNvSpPr txBox="1"/>
          <p:nvPr/>
        </p:nvSpPr>
        <p:spPr>
          <a:xfrm>
            <a:off x="417137" y="762102"/>
            <a:ext cx="4536504" cy="830997"/>
          </a:xfrm>
          <a:prstGeom prst="rect">
            <a:avLst/>
          </a:prstGeom>
          <a:noFill/>
        </p:spPr>
        <p:txBody>
          <a:bodyPr wrap="square" rtlCol="0">
            <a:spAutoFit/>
          </a:bodyPr>
          <a:lstStyle/>
          <a:p>
            <a:pPr algn="just"/>
            <a:r>
              <a:rPr lang="es-CO" sz="1600" dirty="0">
                <a:solidFill>
                  <a:schemeClr val="bg1"/>
                </a:solidFill>
                <a:latin typeface="Segoe UI Light" panose="020B0502040204020203" pitchFamily="34" charset="0"/>
                <a:cs typeface="Segoe UI Light" panose="020B0502040204020203" pitchFamily="34" charset="0"/>
              </a:rPr>
              <a:t>1. En la pestaña Profile seleccionar la opción generar Perfil y generar el perfil del terreno sobre el eje del valle. </a:t>
            </a:r>
          </a:p>
        </p:txBody>
      </p:sp>
      <p:sp>
        <p:nvSpPr>
          <p:cNvPr id="10" name="7 CuadroTexto"/>
          <p:cNvSpPr txBox="1"/>
          <p:nvPr/>
        </p:nvSpPr>
        <p:spPr>
          <a:xfrm>
            <a:off x="6502140" y="472331"/>
            <a:ext cx="5010155" cy="338554"/>
          </a:xfrm>
          <a:prstGeom prst="rect">
            <a:avLst/>
          </a:prstGeom>
          <a:noFill/>
        </p:spPr>
        <p:txBody>
          <a:bodyPr wrap="square" rtlCol="0">
            <a:spAutoFit/>
          </a:bodyPr>
          <a:lstStyle/>
          <a:p>
            <a:r>
              <a:rPr lang="es-CO" sz="1600" dirty="0">
                <a:solidFill>
                  <a:schemeClr val="bg1"/>
                </a:solidFill>
                <a:latin typeface="Segoe UI Light" panose="020B0502040204020203" pitchFamily="34" charset="0"/>
                <a:cs typeface="Segoe UI Light" panose="020B0502040204020203" pitchFamily="34" charset="0"/>
              </a:rPr>
              <a:t>2. Definir el MDT sobre el cual se realizará el perfil.</a:t>
            </a:r>
          </a:p>
        </p:txBody>
      </p:sp>
      <p:sp>
        <p:nvSpPr>
          <p:cNvPr id="20" name="7 CuadroTexto"/>
          <p:cNvSpPr txBox="1"/>
          <p:nvPr/>
        </p:nvSpPr>
        <p:spPr>
          <a:xfrm>
            <a:off x="6515108" y="3243378"/>
            <a:ext cx="5271503" cy="338554"/>
          </a:xfrm>
          <a:prstGeom prst="rect">
            <a:avLst/>
          </a:prstGeom>
          <a:noFill/>
        </p:spPr>
        <p:txBody>
          <a:bodyPr wrap="square" rtlCol="0">
            <a:spAutoFit/>
          </a:bodyPr>
          <a:lstStyle/>
          <a:p>
            <a:r>
              <a:rPr lang="es-CO" sz="1600" dirty="0">
                <a:solidFill>
                  <a:schemeClr val="bg1"/>
                </a:solidFill>
                <a:latin typeface="Segoe UI Light" panose="020B0502040204020203" pitchFamily="34" charset="0"/>
                <a:cs typeface="Segoe UI Light" panose="020B0502040204020203" pitchFamily="34" charset="0"/>
              </a:rPr>
              <a:t>3. Dibujar el perfil generado con la opción Profile View.</a:t>
            </a:r>
          </a:p>
        </p:txBody>
      </p:sp>
      <p:pic>
        <p:nvPicPr>
          <p:cNvPr id="2" name="Imagen 1"/>
          <p:cNvPicPr>
            <a:picLocks noChangeAspect="1"/>
          </p:cNvPicPr>
          <p:nvPr/>
        </p:nvPicPr>
        <p:blipFill rotWithShape="1">
          <a:blip r:embed="rId2"/>
          <a:srcRect l="-399" r="76796" b="27600"/>
          <a:stretch/>
        </p:blipFill>
        <p:spPr>
          <a:xfrm>
            <a:off x="230107" y="1698610"/>
            <a:ext cx="5595543" cy="4822870"/>
          </a:xfrm>
          <a:prstGeom prst="rect">
            <a:avLst/>
          </a:prstGeom>
        </p:spPr>
      </p:pic>
      <p:pic>
        <p:nvPicPr>
          <p:cNvPr id="3" name="Imagen 2"/>
          <p:cNvPicPr>
            <a:picLocks noChangeAspect="1"/>
          </p:cNvPicPr>
          <p:nvPr/>
        </p:nvPicPr>
        <p:blipFill>
          <a:blip r:embed="rId3"/>
          <a:stretch>
            <a:fillRect/>
          </a:stretch>
        </p:blipFill>
        <p:spPr>
          <a:xfrm>
            <a:off x="7123352" y="782038"/>
            <a:ext cx="3437144" cy="2335563"/>
          </a:xfrm>
          <a:prstGeom prst="rect">
            <a:avLst/>
          </a:prstGeom>
        </p:spPr>
      </p:pic>
      <p:pic>
        <p:nvPicPr>
          <p:cNvPr id="5" name="Imagen 4"/>
          <p:cNvPicPr>
            <a:picLocks noChangeAspect="1"/>
          </p:cNvPicPr>
          <p:nvPr/>
        </p:nvPicPr>
        <p:blipFill rotWithShape="1">
          <a:blip r:embed="rId4"/>
          <a:srcRect l="12988" t="19469" r="21651" b="33161"/>
          <a:stretch/>
        </p:blipFill>
        <p:spPr>
          <a:xfrm>
            <a:off x="5768536" y="4337631"/>
            <a:ext cx="6420248" cy="2520369"/>
          </a:xfrm>
          <a:prstGeom prst="rect">
            <a:avLst/>
          </a:prstGeom>
        </p:spPr>
      </p:pic>
      <p:pic>
        <p:nvPicPr>
          <p:cNvPr id="4" name="Imagen 3"/>
          <p:cNvPicPr>
            <a:picLocks noChangeAspect="1"/>
          </p:cNvPicPr>
          <p:nvPr/>
        </p:nvPicPr>
        <p:blipFill rotWithShape="1">
          <a:blip r:embed="rId5"/>
          <a:srcRect t="1" r="72837" b="73961"/>
          <a:stretch/>
        </p:blipFill>
        <p:spPr>
          <a:xfrm>
            <a:off x="6057507" y="3614622"/>
            <a:ext cx="5899420" cy="1590521"/>
          </a:xfrm>
          <a:prstGeom prst="rect">
            <a:avLst/>
          </a:prstGeom>
        </p:spPr>
      </p:pic>
      <p:pic>
        <p:nvPicPr>
          <p:cNvPr id="12" name="Imagen 11">
            <a:extLst>
              <a:ext uri="{FF2B5EF4-FFF2-40B4-BE49-F238E27FC236}">
                <a16:creationId xmlns:a16="http://schemas.microsoft.com/office/drawing/2014/main" id="{BF9EB293-7471-4950-A72B-023CD7214E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31704" y="2506290"/>
            <a:ext cx="360000" cy="360000"/>
          </a:xfrm>
          <a:prstGeom prst="rect">
            <a:avLst/>
          </a:prstGeom>
        </p:spPr>
      </p:pic>
      <p:pic>
        <p:nvPicPr>
          <p:cNvPr id="13" name="Imagen 12">
            <a:extLst>
              <a:ext uri="{FF2B5EF4-FFF2-40B4-BE49-F238E27FC236}">
                <a16:creationId xmlns:a16="http://schemas.microsoft.com/office/drawing/2014/main" id="{3C6EBC08-5AEE-4586-817D-024CEA5ECB8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80376" y="1138674"/>
            <a:ext cx="360000" cy="360000"/>
          </a:xfrm>
          <a:prstGeom prst="rect">
            <a:avLst/>
          </a:prstGeom>
        </p:spPr>
      </p:pic>
      <p:pic>
        <p:nvPicPr>
          <p:cNvPr id="14" name="Imagen 13">
            <a:extLst>
              <a:ext uri="{FF2B5EF4-FFF2-40B4-BE49-F238E27FC236}">
                <a16:creationId xmlns:a16="http://schemas.microsoft.com/office/drawing/2014/main" id="{1EA30AF9-5F2E-4D72-9A1A-C7FB629C326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10883" y="4233097"/>
            <a:ext cx="360000" cy="360000"/>
          </a:xfrm>
          <a:prstGeom prst="rect">
            <a:avLst/>
          </a:prstGeom>
        </p:spPr>
      </p:pic>
      <p:sp>
        <p:nvSpPr>
          <p:cNvPr id="15" name="1 Título">
            <a:extLst>
              <a:ext uri="{FF2B5EF4-FFF2-40B4-BE49-F238E27FC236}">
                <a16:creationId xmlns:a16="http://schemas.microsoft.com/office/drawing/2014/main" id="{85D77D18-AE8F-4AB0-A1A7-B6ECE61EEC5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solidFill>
                  <a:schemeClr val="bg1"/>
                </a:solidFill>
                <a:latin typeface="Segoe UI Light" panose="020B0502040204020203" pitchFamily="34" charset="0"/>
                <a:cs typeface="Segoe UI Light" panose="020B0502040204020203" pitchFamily="34" charset="0"/>
              </a:rPr>
              <a:t>Actividad 2: Generar el perfil del terreno sobre el eje del valle</a:t>
            </a:r>
          </a:p>
        </p:txBody>
      </p:sp>
      <p:pic>
        <p:nvPicPr>
          <p:cNvPr id="16" name="Imagen 15">
            <a:extLst>
              <a:ext uri="{FF2B5EF4-FFF2-40B4-BE49-F238E27FC236}">
                <a16:creationId xmlns:a16="http://schemas.microsoft.com/office/drawing/2014/main" id="{CC7F70FB-C41C-42E0-B201-BC791A3DCC9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1212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89766" y="3105834"/>
            <a:ext cx="4212468"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3: Localizar las cotas de inicio y fin del valle de creciente en el perfil</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399887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1102810"/>
            <a:ext cx="4536504" cy="984885"/>
          </a:xfrm>
          <a:prstGeom prst="rect">
            <a:avLst/>
          </a:prstGeom>
          <a:noFill/>
        </p:spPr>
        <p:txBody>
          <a:bodyPr wrap="square" rtlCol="0">
            <a:spAutoFit/>
          </a:bodyPr>
          <a:lstStyle/>
          <a:p>
            <a:pPr algn="just"/>
            <a:r>
              <a:rPr lang="es-CO" sz="1400" dirty="0">
                <a:latin typeface="Segoe UI Light" panose="020B0502040204020203" pitchFamily="34" charset="0"/>
                <a:cs typeface="Segoe UI Light" panose="020B0502040204020203" pitchFamily="34" charset="0"/>
              </a:rPr>
              <a:t>1. Se añaden las etiquetas estación elevación para definir las cotas de inicio y fin del eje del valle, sobre el perfil, estas cotas se toman de la hoja de diseño donde se analizan las secciones de inicio y fin del realineamiento</a:t>
            </a:r>
            <a:r>
              <a:rPr lang="es-CO" sz="1600" dirty="0">
                <a:latin typeface="Segoe UI Light" panose="020B0502040204020203" pitchFamily="34" charset="0"/>
                <a:cs typeface="Segoe UI Light" panose="020B0502040204020203" pitchFamily="34" charset="0"/>
              </a:rPr>
              <a:t>.</a:t>
            </a:r>
            <a:endParaRPr lang="es-CO" sz="1200" dirty="0">
              <a:latin typeface="Segoe UI Light" panose="020B0502040204020203" pitchFamily="34" charset="0"/>
              <a:cs typeface="Segoe UI Light" panose="020B0502040204020203" pitchFamily="34" charset="0"/>
            </a:endParaRPr>
          </a:p>
        </p:txBody>
      </p:sp>
      <p:sp>
        <p:nvSpPr>
          <p:cNvPr id="10" name="7 CuadroTexto"/>
          <p:cNvSpPr txBox="1"/>
          <p:nvPr/>
        </p:nvSpPr>
        <p:spPr>
          <a:xfrm>
            <a:off x="6312024" y="368834"/>
            <a:ext cx="5103768" cy="307777"/>
          </a:xfrm>
          <a:prstGeom prst="rect">
            <a:avLst/>
          </a:prstGeom>
          <a:noFill/>
        </p:spPr>
        <p:txBody>
          <a:bodyPr wrap="square" rtlCol="0">
            <a:spAutoFit/>
          </a:bodyPr>
          <a:lstStyle/>
          <a:p>
            <a:r>
              <a:rPr lang="es-CO" sz="1400" dirty="0">
                <a:latin typeface="Segoe UI Light" panose="020B0502040204020203" pitchFamily="34" charset="0"/>
                <a:cs typeface="Segoe UI Light" panose="020B0502040204020203" pitchFamily="34" charset="0"/>
              </a:rPr>
              <a:t>2. Cotas de Inicio y Fin del Realineamiento ( Valle).</a:t>
            </a:r>
          </a:p>
        </p:txBody>
      </p:sp>
      <p:pic>
        <p:nvPicPr>
          <p:cNvPr id="6" name="Imagen 5"/>
          <p:cNvPicPr>
            <a:picLocks noChangeAspect="1"/>
          </p:cNvPicPr>
          <p:nvPr/>
        </p:nvPicPr>
        <p:blipFill>
          <a:blip r:embed="rId2">
            <a:grayscl/>
          </a:blip>
          <a:stretch>
            <a:fillRect/>
          </a:stretch>
        </p:blipFill>
        <p:spPr>
          <a:xfrm>
            <a:off x="6402050" y="676611"/>
            <a:ext cx="4176464" cy="1889400"/>
          </a:xfrm>
          <a:prstGeom prst="rect">
            <a:avLst/>
          </a:prstGeom>
        </p:spPr>
      </p:pic>
      <p:sp>
        <p:nvSpPr>
          <p:cNvPr id="12" name="7 CuadroTexto"/>
          <p:cNvSpPr txBox="1"/>
          <p:nvPr/>
        </p:nvSpPr>
        <p:spPr>
          <a:xfrm>
            <a:off x="698113" y="4585639"/>
            <a:ext cx="4605799" cy="1169551"/>
          </a:xfrm>
          <a:prstGeom prst="rect">
            <a:avLst/>
          </a:prstGeom>
          <a:noFill/>
        </p:spPr>
        <p:txBody>
          <a:bodyPr wrap="square" rtlCol="0">
            <a:spAutoFit/>
          </a:bodyPr>
          <a:lstStyle/>
          <a:p>
            <a:pPr algn="just"/>
            <a:r>
              <a:rPr lang="es-CO" sz="1400" dirty="0">
                <a:latin typeface="Segoe UI Light" panose="020B0502040204020203" pitchFamily="34" charset="0"/>
                <a:cs typeface="Segoe UI Light" panose="020B0502040204020203" pitchFamily="34" charset="0"/>
              </a:rPr>
              <a:t>La altura prevista para la sección del cauce principal es de 1.50 m a partir de la cota de fondo del canal dominante se obtiene la cota de fondo para el valle en el inicio: (70.5+1.5)=72.00 msnm.  Y para la sección final será: (64.5+1.5)=66.00 msnm. </a:t>
            </a:r>
          </a:p>
        </p:txBody>
      </p:sp>
      <p:pic>
        <p:nvPicPr>
          <p:cNvPr id="7" name="Imagen 6"/>
          <p:cNvPicPr>
            <a:picLocks noChangeAspect="1"/>
          </p:cNvPicPr>
          <p:nvPr/>
        </p:nvPicPr>
        <p:blipFill>
          <a:blip r:embed="rId3">
            <a:grayscl/>
          </a:blip>
          <a:stretch>
            <a:fillRect/>
          </a:stretch>
        </p:blipFill>
        <p:spPr>
          <a:xfrm>
            <a:off x="767408" y="2357634"/>
            <a:ext cx="4464496" cy="2147084"/>
          </a:xfrm>
          <a:prstGeom prst="rect">
            <a:avLst/>
          </a:prstGeom>
        </p:spPr>
      </p:pic>
      <p:sp>
        <p:nvSpPr>
          <p:cNvPr id="15" name="7 CuadroTexto"/>
          <p:cNvSpPr txBox="1"/>
          <p:nvPr/>
        </p:nvSpPr>
        <p:spPr>
          <a:xfrm>
            <a:off x="5813439" y="2690336"/>
            <a:ext cx="2738063" cy="738664"/>
          </a:xfrm>
          <a:prstGeom prst="rect">
            <a:avLst/>
          </a:prstGeom>
          <a:noFill/>
        </p:spPr>
        <p:txBody>
          <a:bodyPr wrap="square" rtlCol="0">
            <a:spAutoFit/>
          </a:bodyPr>
          <a:lstStyle/>
          <a:p>
            <a:pPr algn="just"/>
            <a:r>
              <a:rPr lang="es-CO" sz="1400" dirty="0">
                <a:latin typeface="Segoe UI Light" panose="020B0502040204020203" pitchFamily="34" charset="0"/>
                <a:cs typeface="Segoe UI Light" panose="020B0502040204020203" pitchFamily="34" charset="0"/>
              </a:rPr>
              <a:t>3. Se selecciona el perfil, en el menú desplegable que aparece se selecciona Add Labels:</a:t>
            </a:r>
          </a:p>
        </p:txBody>
      </p:sp>
      <p:pic>
        <p:nvPicPr>
          <p:cNvPr id="13" name="Imagen 12"/>
          <p:cNvPicPr>
            <a:picLocks noChangeAspect="1"/>
          </p:cNvPicPr>
          <p:nvPr/>
        </p:nvPicPr>
        <p:blipFill>
          <a:blip r:embed="rId4"/>
          <a:stretch>
            <a:fillRect/>
          </a:stretch>
        </p:blipFill>
        <p:spPr>
          <a:xfrm>
            <a:off x="5813438" y="3441964"/>
            <a:ext cx="6100940" cy="3304675"/>
          </a:xfrm>
          <a:prstGeom prst="rect">
            <a:avLst/>
          </a:prstGeom>
        </p:spPr>
      </p:pic>
      <p:pic>
        <p:nvPicPr>
          <p:cNvPr id="11" name="Imagen 10">
            <a:extLst>
              <a:ext uri="{FF2B5EF4-FFF2-40B4-BE49-F238E27FC236}">
                <a16:creationId xmlns:a16="http://schemas.microsoft.com/office/drawing/2014/main" id="{5D3527F2-928B-49D3-B20F-A9FCCC02ED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9" name="Imagen 8"/>
          <p:cNvPicPr>
            <a:picLocks noChangeAspect="1"/>
          </p:cNvPicPr>
          <p:nvPr/>
        </p:nvPicPr>
        <p:blipFill rotWithShape="1">
          <a:blip r:embed="rId6"/>
          <a:srcRect t="-399" r="86224" b="64000"/>
          <a:stretch/>
        </p:blipFill>
        <p:spPr>
          <a:xfrm>
            <a:off x="9090501" y="2729184"/>
            <a:ext cx="2738063" cy="2034808"/>
          </a:xfrm>
          <a:prstGeom prst="rect">
            <a:avLst/>
          </a:prstGeom>
        </p:spPr>
      </p:pic>
      <p:pic>
        <p:nvPicPr>
          <p:cNvPr id="14" name="Imagen 13">
            <a:extLst>
              <a:ext uri="{FF2B5EF4-FFF2-40B4-BE49-F238E27FC236}">
                <a16:creationId xmlns:a16="http://schemas.microsoft.com/office/drawing/2014/main" id="{C40DEA96-C663-4700-B6A8-E0BAE1574E5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840668" y="5221535"/>
            <a:ext cx="360000" cy="360000"/>
          </a:xfrm>
          <a:prstGeom prst="rect">
            <a:avLst/>
          </a:prstGeom>
        </p:spPr>
      </p:pic>
      <p:pic>
        <p:nvPicPr>
          <p:cNvPr id="16" name="Imagen 15">
            <a:extLst>
              <a:ext uri="{FF2B5EF4-FFF2-40B4-BE49-F238E27FC236}">
                <a16:creationId xmlns:a16="http://schemas.microsoft.com/office/drawing/2014/main" id="{E9E4D952-345A-4230-8AA6-2E85C3817B5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984432" y="3631302"/>
            <a:ext cx="360000" cy="360000"/>
          </a:xfrm>
          <a:prstGeom prst="rect">
            <a:avLst/>
          </a:prstGeom>
        </p:spPr>
      </p:pic>
      <p:sp>
        <p:nvSpPr>
          <p:cNvPr id="17" name="1 Título">
            <a:extLst>
              <a:ext uri="{FF2B5EF4-FFF2-40B4-BE49-F238E27FC236}">
                <a16:creationId xmlns:a16="http://schemas.microsoft.com/office/drawing/2014/main" id="{2CAA3D57-920A-4950-A287-D0F4F9C9F26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Localizar las cotas de inicio y fin del valle de creciente en el perfil</a:t>
            </a:r>
          </a:p>
        </p:txBody>
      </p:sp>
      <p:pic>
        <p:nvPicPr>
          <p:cNvPr id="18" name="Imagen 17">
            <a:extLst>
              <a:ext uri="{FF2B5EF4-FFF2-40B4-BE49-F238E27FC236}">
                <a16:creationId xmlns:a16="http://schemas.microsoft.com/office/drawing/2014/main" id="{18B2DA18-270E-4FBC-BB9F-1C6634FDE68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14851" y="1552564"/>
            <a:ext cx="360000" cy="360000"/>
          </a:xfrm>
          <a:prstGeom prst="rect">
            <a:avLst/>
          </a:prstGeom>
        </p:spPr>
      </p:pic>
      <p:pic>
        <p:nvPicPr>
          <p:cNvPr id="19" name="Imagen 18">
            <a:extLst>
              <a:ext uri="{FF2B5EF4-FFF2-40B4-BE49-F238E27FC236}">
                <a16:creationId xmlns:a16="http://schemas.microsoft.com/office/drawing/2014/main" id="{EBB42F70-C584-4B8C-AED1-B15CCE25817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98514" y="1570425"/>
            <a:ext cx="360000" cy="360000"/>
          </a:xfrm>
          <a:prstGeom prst="rect">
            <a:avLst/>
          </a:prstGeom>
        </p:spPr>
      </p:pic>
    </p:spTree>
    <p:extLst>
      <p:ext uri="{BB962C8B-B14F-4D97-AF65-F5344CB8AC3E}">
        <p14:creationId xmlns:p14="http://schemas.microsoft.com/office/powerpoint/2010/main" val="1727347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95700" y="3244334"/>
            <a:ext cx="5400600"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4: Trazar el fondo del valle</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455497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49168" y="548680"/>
            <a:ext cx="5040038"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Con los datos de cotas en el perfil se dibuja el fondo del valle con la herramienta dibujar perfil desde el menú home, profile, profile creation </a:t>
            </a:r>
            <a:r>
              <a:rPr lang="es-CO" sz="1600" dirty="0" err="1">
                <a:latin typeface="Segoe UI Light" panose="020B0502040204020203" pitchFamily="34" charset="0"/>
                <a:cs typeface="Segoe UI Light" panose="020B0502040204020203" pitchFamily="34" charset="0"/>
              </a:rPr>
              <a:t>tools</a:t>
            </a:r>
            <a:r>
              <a:rPr lang="es-CO" sz="1600" dirty="0">
                <a:latin typeface="Segoe UI Light" panose="020B0502040204020203" pitchFamily="34" charset="0"/>
                <a:cs typeface="Segoe UI Light" panose="020B0502040204020203" pitchFamily="34" charset="0"/>
              </a:rPr>
              <a:t>.</a:t>
            </a:r>
          </a:p>
        </p:txBody>
      </p:sp>
      <p:sp>
        <p:nvSpPr>
          <p:cNvPr id="10" name="7 CuadroTexto"/>
          <p:cNvSpPr txBox="1"/>
          <p:nvPr/>
        </p:nvSpPr>
        <p:spPr>
          <a:xfrm>
            <a:off x="6327436" y="764704"/>
            <a:ext cx="5716326" cy="58477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2. Se dibuja el fondo del valle definido con los puntos de inicio y fin etiquetados anteriormente.</a:t>
            </a:r>
          </a:p>
        </p:txBody>
      </p:sp>
      <p:sp>
        <p:nvSpPr>
          <p:cNvPr id="12" name="7 CuadroTexto"/>
          <p:cNvSpPr txBox="1"/>
          <p:nvPr/>
        </p:nvSpPr>
        <p:spPr>
          <a:xfrm>
            <a:off x="649168" y="4227192"/>
            <a:ext cx="5040038" cy="1077218"/>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Esta herramienta funciona igual que la utilizada para el dibujo de alineamientos en planta pero aplicada a los perfiles, sirve para dibujar perfiles en un Profile View y es útil para trazar los fondos del canal.</a:t>
            </a:r>
          </a:p>
        </p:txBody>
      </p:sp>
      <p:sp>
        <p:nvSpPr>
          <p:cNvPr id="15" name="7 CuadroTexto"/>
          <p:cNvSpPr txBox="1"/>
          <p:nvPr/>
        </p:nvSpPr>
        <p:spPr>
          <a:xfrm>
            <a:off x="6311432" y="4936951"/>
            <a:ext cx="5732330"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3. La línea Azul representa el Fondo del valle y es útil para poder trazar el corredor con la sección del valle. </a:t>
            </a:r>
          </a:p>
        </p:txBody>
      </p:sp>
      <p:pic>
        <p:nvPicPr>
          <p:cNvPr id="2" name="Imagen 1"/>
          <p:cNvPicPr>
            <a:picLocks noChangeAspect="1"/>
          </p:cNvPicPr>
          <p:nvPr/>
        </p:nvPicPr>
        <p:blipFill rotWithShape="1">
          <a:blip r:embed="rId2"/>
          <a:srcRect r="79137" b="58400"/>
          <a:stretch/>
        </p:blipFill>
        <p:spPr>
          <a:xfrm>
            <a:off x="649168" y="1394606"/>
            <a:ext cx="5040039" cy="2826482"/>
          </a:xfrm>
          <a:prstGeom prst="rect">
            <a:avLst/>
          </a:prstGeom>
        </p:spPr>
      </p:pic>
      <p:pic>
        <p:nvPicPr>
          <p:cNvPr id="3" name="Imagen 2"/>
          <p:cNvPicPr>
            <a:picLocks noChangeAspect="1"/>
          </p:cNvPicPr>
          <p:nvPr/>
        </p:nvPicPr>
        <p:blipFill>
          <a:blip r:embed="rId3"/>
          <a:stretch>
            <a:fillRect/>
          </a:stretch>
        </p:blipFill>
        <p:spPr>
          <a:xfrm>
            <a:off x="479376" y="5590355"/>
            <a:ext cx="5385190" cy="748652"/>
          </a:xfrm>
          <a:prstGeom prst="rect">
            <a:avLst/>
          </a:prstGeom>
        </p:spPr>
      </p:pic>
      <p:pic>
        <p:nvPicPr>
          <p:cNvPr id="4" name="Imagen 3"/>
          <p:cNvPicPr>
            <a:picLocks noChangeAspect="1"/>
          </p:cNvPicPr>
          <p:nvPr/>
        </p:nvPicPr>
        <p:blipFill>
          <a:blip r:embed="rId4"/>
          <a:stretch>
            <a:fillRect/>
          </a:stretch>
        </p:blipFill>
        <p:spPr>
          <a:xfrm>
            <a:off x="6327436" y="1484784"/>
            <a:ext cx="5716327" cy="3096344"/>
          </a:xfrm>
          <a:prstGeom prst="rect">
            <a:avLst/>
          </a:prstGeom>
        </p:spPr>
      </p:pic>
      <p:pic>
        <p:nvPicPr>
          <p:cNvPr id="11" name="Imagen 10">
            <a:extLst>
              <a:ext uri="{FF2B5EF4-FFF2-40B4-BE49-F238E27FC236}">
                <a16:creationId xmlns:a16="http://schemas.microsoft.com/office/drawing/2014/main" id="{78A6843E-E28A-44AC-AF26-317170E753F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3" name="Imagen 12">
            <a:extLst>
              <a:ext uri="{FF2B5EF4-FFF2-40B4-BE49-F238E27FC236}">
                <a16:creationId xmlns:a16="http://schemas.microsoft.com/office/drawing/2014/main" id="{AB3B30BC-D082-4185-8A27-FA2DC99B75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07768" y="2431385"/>
            <a:ext cx="360000" cy="360000"/>
          </a:xfrm>
          <a:prstGeom prst="rect">
            <a:avLst/>
          </a:prstGeom>
        </p:spPr>
      </p:pic>
      <p:pic>
        <p:nvPicPr>
          <p:cNvPr id="14" name="Imagen 13">
            <a:extLst>
              <a:ext uri="{FF2B5EF4-FFF2-40B4-BE49-F238E27FC236}">
                <a16:creationId xmlns:a16="http://schemas.microsoft.com/office/drawing/2014/main" id="{B988C557-AE98-4FED-8AFB-B0C0451653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52184" y="3069000"/>
            <a:ext cx="360000" cy="360000"/>
          </a:xfrm>
          <a:prstGeom prst="rect">
            <a:avLst/>
          </a:prstGeom>
        </p:spPr>
      </p:pic>
      <p:sp>
        <p:nvSpPr>
          <p:cNvPr id="16" name="1 Título">
            <a:extLst>
              <a:ext uri="{FF2B5EF4-FFF2-40B4-BE49-F238E27FC236}">
                <a16:creationId xmlns:a16="http://schemas.microsoft.com/office/drawing/2014/main" id="{E9F2108E-12FD-4D77-A510-FBA02AF0391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Trazar el fondo del valle</a:t>
            </a:r>
          </a:p>
        </p:txBody>
      </p:sp>
    </p:spTree>
    <p:extLst>
      <p:ext uri="{BB962C8B-B14F-4D97-AF65-F5344CB8AC3E}">
        <p14:creationId xmlns:p14="http://schemas.microsoft.com/office/powerpoint/2010/main" val="786218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286799" y="3105834"/>
            <a:ext cx="3618402"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5: Dibujar la sección definida para el valle de creciente</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8223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85469" y="460990"/>
            <a:ext cx="10744887" cy="1600438"/>
          </a:xfrm>
          <a:prstGeom prst="rect">
            <a:avLst/>
          </a:prstGeom>
          <a:noFill/>
        </p:spPr>
        <p:txBody>
          <a:bodyPr wrap="square" rtlCol="0">
            <a:spAutoFit/>
          </a:bodyPr>
          <a:lstStyle/>
          <a:p>
            <a:pPr algn="just"/>
            <a:r>
              <a:rPr lang="es-CO" sz="1400" dirty="0">
                <a:latin typeface="Segoe UI Light" panose="020B0502040204020203" pitchFamily="34" charset="0"/>
                <a:cs typeface="Segoe UI Light" panose="020B0502040204020203" pitchFamily="34" charset="0"/>
              </a:rPr>
              <a:t>1. Se dibuja con una poli-línea continua la geometría correspondiente al valle de creciente. Se deben tener en cuenta los taludes, alturas y anchos, todo en escala 1:1.</a:t>
            </a:r>
            <a:endParaRPr lang="es-CO" sz="1100" dirty="0">
              <a:latin typeface="Segoe UI Light" panose="020B0502040204020203" pitchFamily="34" charset="0"/>
              <a:cs typeface="Segoe UI Light" panose="020B0502040204020203" pitchFamily="34" charset="0"/>
            </a:endParaRPr>
          </a:p>
          <a:p>
            <a:pPr algn="just"/>
            <a:endParaRPr lang="es-CO" sz="1400" dirty="0">
              <a:latin typeface="Segoe UI Light" panose="020B0502040204020203" pitchFamily="34" charset="0"/>
              <a:cs typeface="Segoe UI Light" panose="020B0502040204020203" pitchFamily="34" charset="0"/>
            </a:endParaRPr>
          </a:p>
          <a:p>
            <a:r>
              <a:rPr lang="es-CO" sz="1400" dirty="0">
                <a:latin typeface="Segoe UI Light" panose="020B0502040204020203" pitchFamily="34" charset="0"/>
                <a:cs typeface="Segoe UI Light" panose="020B0502040204020203" pitchFamily="34" charset="0"/>
              </a:rPr>
              <a:t>2. Esta sección es la superficie de corte del terreno para definir el corredor para el valle, asimismo, las condiciones límites de las zonas de corte y relleno. Es importante verificar todas las dimensiones.</a:t>
            </a:r>
          </a:p>
          <a:p>
            <a:endParaRPr lang="es-CO" sz="1400" dirty="0">
              <a:latin typeface="Segoe UI Light" panose="020B0502040204020203" pitchFamily="34" charset="0"/>
              <a:cs typeface="Segoe UI Light" panose="020B0502040204020203" pitchFamily="34" charset="0"/>
            </a:endParaRPr>
          </a:p>
          <a:p>
            <a:r>
              <a:rPr lang="es-ES" sz="1400" dirty="0">
                <a:latin typeface="Segoe UI Light" panose="020B0502040204020203" pitchFamily="34" charset="0"/>
                <a:cs typeface="Segoe UI Light" panose="020B0502040204020203" pitchFamily="34" charset="0"/>
              </a:rPr>
              <a:t>Nota: El ancho de la superficie de la lámina correspondiente a la profundidad normal de 2.6m es de aproximadamente 240m.</a:t>
            </a:r>
            <a:endParaRPr lang="es-CO" sz="14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rotWithShape="1">
          <a:blip r:embed="rId2"/>
          <a:srcRect l="1963" t="41559" r="4327" b="34691"/>
          <a:stretch/>
        </p:blipFill>
        <p:spPr>
          <a:xfrm>
            <a:off x="0" y="5187239"/>
            <a:ext cx="12192000" cy="1673725"/>
          </a:xfrm>
          <a:prstGeom prst="rect">
            <a:avLst/>
          </a:prstGeom>
        </p:spPr>
      </p:pic>
      <p:pic>
        <p:nvPicPr>
          <p:cNvPr id="11" name="Imagen 10">
            <a:extLst>
              <a:ext uri="{FF2B5EF4-FFF2-40B4-BE49-F238E27FC236}">
                <a16:creationId xmlns:a16="http://schemas.microsoft.com/office/drawing/2014/main" id="{838A2B88-7D5B-4608-8DC9-0748691D41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029" name="Picture 5">
            <a:extLst>
              <a:ext uri="{FF2B5EF4-FFF2-40B4-BE49-F238E27FC236}">
                <a16:creationId xmlns:a16="http://schemas.microsoft.com/office/drawing/2014/main" id="{58D8F64A-BBD7-4113-B150-C88FF585D3B1}"/>
              </a:ext>
            </a:extLst>
          </p:cNvPr>
          <p:cNvPicPr>
            <a:picLocks noChangeAspect="1" noChangeArrowheads="1"/>
          </p:cNvPicPr>
          <p:nvPr/>
        </p:nvPicPr>
        <p:blipFill>
          <a:blip r:embed="rId4">
            <a:clrChange>
              <a:clrFrom>
                <a:srgbClr val="E7E7E7"/>
              </a:clrFrom>
              <a:clrTo>
                <a:srgbClr val="E7E7E7">
                  <a:alpha val="0"/>
                </a:srgbClr>
              </a:clrTo>
            </a:clrChange>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181313" y="2276872"/>
            <a:ext cx="5829373" cy="280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uadroTexto 5">
            <a:extLst>
              <a:ext uri="{FF2B5EF4-FFF2-40B4-BE49-F238E27FC236}">
                <a16:creationId xmlns:a16="http://schemas.microsoft.com/office/drawing/2014/main" id="{6FD8DAD8-0199-4128-99D4-074C2E82DF5D}"/>
              </a:ext>
            </a:extLst>
          </p:cNvPr>
          <p:cNvSpPr txBox="1"/>
          <p:nvPr/>
        </p:nvSpPr>
        <p:spPr>
          <a:xfrm>
            <a:off x="5771963" y="5532908"/>
            <a:ext cx="648072" cy="276999"/>
          </a:xfrm>
          <a:prstGeom prst="rect">
            <a:avLst/>
          </a:prstGeom>
          <a:solidFill>
            <a:srgbClr val="212830"/>
          </a:solidFill>
        </p:spPr>
        <p:txBody>
          <a:bodyPr wrap="square" rtlCol="0">
            <a:spAutoFit/>
          </a:bodyPr>
          <a:lstStyle/>
          <a:p>
            <a:pPr algn="ctr"/>
            <a:r>
              <a:rPr lang="es-CO" sz="1200" dirty="0">
                <a:solidFill>
                  <a:schemeClr val="bg1"/>
                </a:solidFill>
                <a:latin typeface="Segoe UI Light" panose="020B0502040204020203" pitchFamily="34" charset="0"/>
                <a:cs typeface="Segoe UI Light" panose="020B0502040204020203" pitchFamily="34" charset="0"/>
              </a:rPr>
              <a:t>251.2</a:t>
            </a:r>
          </a:p>
        </p:txBody>
      </p:sp>
      <p:sp>
        <p:nvSpPr>
          <p:cNvPr id="13" name="CuadroTexto 12">
            <a:extLst>
              <a:ext uri="{FF2B5EF4-FFF2-40B4-BE49-F238E27FC236}">
                <a16:creationId xmlns:a16="http://schemas.microsoft.com/office/drawing/2014/main" id="{22501EF2-4E5B-488E-AD48-38A7F2E4BFE3}"/>
              </a:ext>
            </a:extLst>
          </p:cNvPr>
          <p:cNvSpPr txBox="1"/>
          <p:nvPr/>
        </p:nvSpPr>
        <p:spPr>
          <a:xfrm>
            <a:off x="5771963" y="6371132"/>
            <a:ext cx="648072" cy="276999"/>
          </a:xfrm>
          <a:prstGeom prst="rect">
            <a:avLst/>
          </a:prstGeom>
          <a:solidFill>
            <a:srgbClr val="212830"/>
          </a:solidFill>
        </p:spPr>
        <p:txBody>
          <a:bodyPr wrap="square" rtlCol="0">
            <a:spAutoFit/>
          </a:bodyPr>
          <a:lstStyle/>
          <a:p>
            <a:pPr algn="ctr"/>
            <a:r>
              <a:rPr lang="es-CO" sz="1200" dirty="0">
                <a:solidFill>
                  <a:schemeClr val="bg1"/>
                </a:solidFill>
                <a:latin typeface="Segoe UI Light" panose="020B0502040204020203" pitchFamily="34" charset="0"/>
                <a:cs typeface="Segoe UI Light" panose="020B0502040204020203" pitchFamily="34" charset="0"/>
              </a:rPr>
              <a:t>209.2</a:t>
            </a:r>
          </a:p>
        </p:txBody>
      </p:sp>
      <p:sp>
        <p:nvSpPr>
          <p:cNvPr id="14" name="1 Título">
            <a:extLst>
              <a:ext uri="{FF2B5EF4-FFF2-40B4-BE49-F238E27FC236}">
                <a16:creationId xmlns:a16="http://schemas.microsoft.com/office/drawing/2014/main" id="{1D407D70-948E-42FF-93AA-4DA42597BF4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5: Dibujar la sección definida para el valle de creciente</a:t>
            </a:r>
          </a:p>
        </p:txBody>
      </p:sp>
    </p:spTree>
    <p:extLst>
      <p:ext uri="{BB962C8B-B14F-4D97-AF65-F5344CB8AC3E}">
        <p14:creationId xmlns:p14="http://schemas.microsoft.com/office/powerpoint/2010/main" val="4161687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977153" y="3244334"/>
            <a:ext cx="6237693"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6: Crear “Sub-</a:t>
            </a:r>
            <a:r>
              <a:rPr lang="es-ES" dirty="0" err="1">
                <a:latin typeface="Segoe UI Light" panose="020B0502040204020203" pitchFamily="34" charset="0"/>
                <a:cs typeface="Segoe UI Light" panose="020B0502040204020203" pitchFamily="34" charset="0"/>
              </a:rPr>
              <a:t>Assembly</a:t>
            </a:r>
            <a:r>
              <a:rPr lang="es-ES" dirty="0">
                <a:latin typeface="Segoe UI Light" panose="020B0502040204020203" pitchFamily="34" charset="0"/>
                <a:cs typeface="Segoe UI Light" panose="020B0502040204020203" pitchFamily="34" charset="0"/>
              </a:rPr>
              <a:t>” y </a:t>
            </a:r>
            <a:r>
              <a:rPr lang="es-ES" dirty="0" err="1">
                <a:latin typeface="Segoe UI Light" panose="020B0502040204020203" pitchFamily="34" charset="0"/>
                <a:cs typeface="Segoe UI Light" panose="020B0502040204020203" pitchFamily="34" charset="0"/>
              </a:rPr>
              <a:t>Assembly</a:t>
            </a:r>
            <a:endParaRPr lang="es-E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31468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707231"/>
            <a:ext cx="10657184"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Un “assembly” es un elemento que define el eje de una sección típica (sub-Assembly) utilizada para cortar el terreno siguiendo un eje establecido, en este caso el fondo del valle. Para definir estos elementos debemos definir la geometría de la sección y crear el sub-Assembly y asignarlo a un </a:t>
            </a:r>
            <a:r>
              <a:rPr lang="es-CO" sz="1600" dirty="0" err="1">
                <a:latin typeface="Segoe UI Light" panose="020B0502040204020203" pitchFamily="34" charset="0"/>
                <a:cs typeface="Segoe UI Light" panose="020B0502040204020203" pitchFamily="34" charset="0"/>
              </a:rPr>
              <a:t>Assembly</a:t>
            </a:r>
            <a:r>
              <a:rPr lang="es-CO" sz="1600" dirty="0">
                <a:latin typeface="Segoe UI Light" panose="020B0502040204020203" pitchFamily="34" charset="0"/>
                <a:cs typeface="Segoe UI Light" panose="020B0502040204020203" pitchFamily="34" charset="0"/>
              </a:rPr>
              <a:t>.</a:t>
            </a:r>
          </a:p>
        </p:txBody>
      </p:sp>
      <p:pic>
        <p:nvPicPr>
          <p:cNvPr id="3" name="Imagen 2"/>
          <p:cNvPicPr>
            <a:picLocks noChangeAspect="1"/>
          </p:cNvPicPr>
          <p:nvPr/>
        </p:nvPicPr>
        <p:blipFill rotWithShape="1">
          <a:blip r:embed="rId2"/>
          <a:srcRect r="75987" b="69600"/>
          <a:stretch/>
        </p:blipFill>
        <p:spPr>
          <a:xfrm>
            <a:off x="836888" y="1643316"/>
            <a:ext cx="7275060" cy="2590375"/>
          </a:xfrm>
          <a:prstGeom prst="rect">
            <a:avLst/>
          </a:prstGeom>
        </p:spPr>
      </p:pic>
      <p:pic>
        <p:nvPicPr>
          <p:cNvPr id="4" name="Imagen 3"/>
          <p:cNvPicPr>
            <a:picLocks noChangeAspect="1"/>
          </p:cNvPicPr>
          <p:nvPr/>
        </p:nvPicPr>
        <p:blipFill>
          <a:blip r:embed="rId3"/>
          <a:stretch>
            <a:fillRect/>
          </a:stretch>
        </p:blipFill>
        <p:spPr>
          <a:xfrm>
            <a:off x="8782583" y="1667688"/>
            <a:ext cx="2568367" cy="3616487"/>
          </a:xfrm>
          <a:prstGeom prst="rect">
            <a:avLst/>
          </a:prstGeom>
        </p:spPr>
      </p:pic>
      <p:sp>
        <p:nvSpPr>
          <p:cNvPr id="5" name="Rectángulo 4"/>
          <p:cNvSpPr/>
          <p:nvPr/>
        </p:nvSpPr>
        <p:spPr>
          <a:xfrm>
            <a:off x="836888" y="4451628"/>
            <a:ext cx="7275060" cy="1569660"/>
          </a:xfrm>
          <a:prstGeom prst="rect">
            <a:avLst/>
          </a:prstGeom>
        </p:spPr>
        <p:txBody>
          <a:bodyPr wrap="square">
            <a:spAutoFit/>
          </a:bodyPr>
          <a:lstStyle/>
          <a:p>
            <a:pPr algn="just"/>
            <a:r>
              <a:rPr lang="es-CO" sz="1600" dirty="0">
                <a:latin typeface="Segoe UI Light" panose="020B0502040204020203" pitchFamily="34" charset="0"/>
                <a:cs typeface="Segoe UI Light" panose="020B0502040204020203" pitchFamily="34" charset="0"/>
              </a:rPr>
              <a:t>2. En el menú home, create design, seleccionamos Assembly la nombramos como Secc_Valle_V1 .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Nota: Es necesario ubicar el origen de la polilínea en el punto central de la sección. Para ello dar clic en el </a:t>
            </a:r>
            <a:r>
              <a:rPr lang="es-CO" sz="1600" dirty="0" err="1">
                <a:latin typeface="Segoe UI Light" panose="020B0502040204020203" pitchFamily="34" charset="0"/>
                <a:cs typeface="Segoe UI Light" panose="020B0502040204020203" pitchFamily="34" charset="0"/>
              </a:rPr>
              <a:t>Assembly</a:t>
            </a:r>
            <a:r>
              <a:rPr lang="es-CO" sz="1600" dirty="0">
                <a:latin typeface="Segoe UI Light" panose="020B0502040204020203" pitchFamily="34" charset="0"/>
                <a:cs typeface="Segoe UI Light" panose="020B0502040204020203" pitchFamily="34" charset="0"/>
              </a:rPr>
              <a:t> y luego utilizar la opción </a:t>
            </a:r>
            <a:r>
              <a:rPr lang="es-CO" sz="1600" dirty="0" err="1">
                <a:latin typeface="Segoe UI Light" panose="020B0502040204020203" pitchFamily="34" charset="0"/>
                <a:cs typeface="Segoe UI Light" panose="020B0502040204020203" pitchFamily="34" charset="0"/>
              </a:rPr>
              <a:t>Move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Origin</a:t>
            </a:r>
            <a:r>
              <a:rPr lang="es-CO" sz="1600" dirty="0">
                <a:latin typeface="Segoe UI Light" panose="020B0502040204020203" pitchFamily="34" charset="0"/>
                <a:cs typeface="Segoe UI Light" panose="020B0502040204020203" pitchFamily="34" charset="0"/>
              </a:rPr>
              <a:t> seleccionando el punto medio de la línea correspondiente a la base</a:t>
            </a:r>
          </a:p>
        </p:txBody>
      </p:sp>
      <p:pic>
        <p:nvPicPr>
          <p:cNvPr id="14" name="Imagen 13">
            <a:extLst>
              <a:ext uri="{FF2B5EF4-FFF2-40B4-BE49-F238E27FC236}">
                <a16:creationId xmlns:a16="http://schemas.microsoft.com/office/drawing/2014/main" id="{761E0393-880C-4FFD-8BC3-12AD2183E7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1B5F4751-8196-4A68-A4C8-EB0209F3B40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6: Crear “Sub-</a:t>
            </a:r>
            <a:r>
              <a:rPr lang="es-ES" sz="800" dirty="0" err="1">
                <a:latin typeface="Segoe UI Light" panose="020B0502040204020203" pitchFamily="34" charset="0"/>
                <a:cs typeface="Segoe UI Light" panose="020B0502040204020203" pitchFamily="34" charset="0"/>
              </a:rPr>
              <a:t>Assembly</a:t>
            </a:r>
            <a:r>
              <a:rPr lang="es-ES" sz="800" dirty="0">
                <a:latin typeface="Segoe UI Light" panose="020B0502040204020203" pitchFamily="34" charset="0"/>
                <a:cs typeface="Segoe UI Light" panose="020B0502040204020203" pitchFamily="34" charset="0"/>
              </a:rPr>
              <a:t>” y </a:t>
            </a:r>
            <a:r>
              <a:rPr lang="es-ES" sz="800" dirty="0" err="1">
                <a:latin typeface="Segoe UI Light" panose="020B0502040204020203" pitchFamily="34" charset="0"/>
                <a:cs typeface="Segoe UI Light" panose="020B0502040204020203" pitchFamily="34" charset="0"/>
              </a:rPr>
              <a:t>Assembly</a:t>
            </a:r>
            <a:endParaRPr lang="es-ES" sz="8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73538BC4-6EAE-49B6-8E60-E7B7468E72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19936" y="2634928"/>
            <a:ext cx="360000" cy="360000"/>
          </a:xfrm>
          <a:prstGeom prst="rect">
            <a:avLst/>
          </a:prstGeom>
        </p:spPr>
      </p:pic>
      <p:pic>
        <p:nvPicPr>
          <p:cNvPr id="17" name="Imagen 16">
            <a:extLst>
              <a:ext uri="{FF2B5EF4-FFF2-40B4-BE49-F238E27FC236}">
                <a16:creationId xmlns:a16="http://schemas.microsoft.com/office/drawing/2014/main" id="{5373FE21-8223-46B7-BA36-D993FEF07E6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06766" y="2274928"/>
            <a:ext cx="360000" cy="360000"/>
          </a:xfrm>
          <a:prstGeom prst="rect">
            <a:avLst/>
          </a:prstGeom>
        </p:spPr>
      </p:pic>
    </p:spTree>
    <p:extLst>
      <p:ext uri="{BB962C8B-B14F-4D97-AF65-F5344CB8AC3E}">
        <p14:creationId xmlns:p14="http://schemas.microsoft.com/office/powerpoint/2010/main" val="2164447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srcRect r="79137" b="58456"/>
          <a:stretch/>
        </p:blipFill>
        <p:spPr>
          <a:xfrm>
            <a:off x="983432" y="1157676"/>
            <a:ext cx="7052180" cy="3949549"/>
          </a:xfrm>
          <a:prstGeom prst="rect">
            <a:avLst/>
          </a:prstGeom>
        </p:spPr>
      </p:pic>
      <p:sp>
        <p:nvSpPr>
          <p:cNvPr id="11" name="Rectángulo 10"/>
          <p:cNvSpPr/>
          <p:nvPr/>
        </p:nvSpPr>
        <p:spPr>
          <a:xfrm>
            <a:off x="983432" y="476672"/>
            <a:ext cx="9433048" cy="584775"/>
          </a:xfrm>
          <a:prstGeom prst="rect">
            <a:avLst/>
          </a:prstGeom>
        </p:spPr>
        <p:txBody>
          <a:bodyPr wrap="square">
            <a:spAutoFit/>
          </a:bodyPr>
          <a:lstStyle/>
          <a:p>
            <a:pPr algn="just"/>
            <a:r>
              <a:rPr lang="es-CO" sz="1600" dirty="0">
                <a:latin typeface="Segoe UI Light" panose="020B0502040204020203" pitchFamily="34" charset="0"/>
                <a:cs typeface="Segoe UI Light" panose="020B0502040204020203" pitchFamily="34" charset="0"/>
              </a:rPr>
              <a:t>3. En el menú home, create design, seleccionamos el menú desplegable  y seleccionamos la opción “Create Subassembly from a polyline”</a:t>
            </a:r>
          </a:p>
        </p:txBody>
      </p:sp>
      <p:pic>
        <p:nvPicPr>
          <p:cNvPr id="7" name="Imagen 6"/>
          <p:cNvPicPr>
            <a:picLocks noChangeAspect="1"/>
          </p:cNvPicPr>
          <p:nvPr/>
        </p:nvPicPr>
        <p:blipFill>
          <a:blip r:embed="rId3"/>
          <a:stretch>
            <a:fillRect/>
          </a:stretch>
        </p:blipFill>
        <p:spPr>
          <a:xfrm>
            <a:off x="8184232" y="1157676"/>
            <a:ext cx="2376264" cy="3887639"/>
          </a:xfrm>
          <a:prstGeom prst="rect">
            <a:avLst/>
          </a:prstGeom>
        </p:spPr>
      </p:pic>
      <p:pic>
        <p:nvPicPr>
          <p:cNvPr id="12" name="Imagen 11"/>
          <p:cNvPicPr>
            <a:picLocks noChangeAspect="1"/>
          </p:cNvPicPr>
          <p:nvPr/>
        </p:nvPicPr>
        <p:blipFill rotWithShape="1">
          <a:blip r:embed="rId4"/>
          <a:srcRect l="24014" t="45610" r="20863" b="19354"/>
          <a:stretch/>
        </p:blipFill>
        <p:spPr>
          <a:xfrm>
            <a:off x="983432" y="4326227"/>
            <a:ext cx="7052180" cy="2427920"/>
          </a:xfrm>
          <a:prstGeom prst="rect">
            <a:avLst/>
          </a:prstGeom>
        </p:spPr>
      </p:pic>
      <p:pic>
        <p:nvPicPr>
          <p:cNvPr id="14" name="Imagen 13">
            <a:extLst>
              <a:ext uri="{FF2B5EF4-FFF2-40B4-BE49-F238E27FC236}">
                <a16:creationId xmlns:a16="http://schemas.microsoft.com/office/drawing/2014/main" id="{761E0393-880C-4FFD-8BC3-12AD2183E7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5" name="Imagen 14">
            <a:extLst>
              <a:ext uri="{FF2B5EF4-FFF2-40B4-BE49-F238E27FC236}">
                <a16:creationId xmlns:a16="http://schemas.microsoft.com/office/drawing/2014/main" id="{A0811EBD-ACED-466A-BA09-E40435BD9E2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43872" y="2921495"/>
            <a:ext cx="360000" cy="360000"/>
          </a:xfrm>
          <a:prstGeom prst="rect">
            <a:avLst/>
          </a:prstGeom>
        </p:spPr>
      </p:pic>
      <p:pic>
        <p:nvPicPr>
          <p:cNvPr id="16" name="Imagen 15">
            <a:extLst>
              <a:ext uri="{FF2B5EF4-FFF2-40B4-BE49-F238E27FC236}">
                <a16:creationId xmlns:a16="http://schemas.microsoft.com/office/drawing/2014/main" id="{2AB24578-2D8D-40EF-A4A8-31C3A25FDDE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20336" y="1700808"/>
            <a:ext cx="360000" cy="360000"/>
          </a:xfrm>
          <a:prstGeom prst="rect">
            <a:avLst/>
          </a:prstGeom>
        </p:spPr>
      </p:pic>
      <p:sp>
        <p:nvSpPr>
          <p:cNvPr id="10" name="1 Título">
            <a:extLst>
              <a:ext uri="{FF2B5EF4-FFF2-40B4-BE49-F238E27FC236}">
                <a16:creationId xmlns:a16="http://schemas.microsoft.com/office/drawing/2014/main" id="{79DCACCF-6731-40D9-87DA-CEB0EA8B295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6: Crear “Sub-</a:t>
            </a:r>
            <a:r>
              <a:rPr lang="es-ES" sz="800" dirty="0" err="1">
                <a:latin typeface="Segoe UI Light" panose="020B0502040204020203" pitchFamily="34" charset="0"/>
                <a:cs typeface="Segoe UI Light" panose="020B0502040204020203" pitchFamily="34" charset="0"/>
              </a:rPr>
              <a:t>Assembly</a:t>
            </a:r>
            <a:r>
              <a:rPr lang="es-ES" sz="800" dirty="0">
                <a:latin typeface="Segoe UI Light" panose="020B0502040204020203" pitchFamily="34" charset="0"/>
                <a:cs typeface="Segoe UI Light" panose="020B0502040204020203" pitchFamily="34" charset="0"/>
              </a:rPr>
              <a:t>” y </a:t>
            </a:r>
            <a:r>
              <a:rPr lang="es-ES" sz="800" dirty="0" err="1">
                <a:latin typeface="Segoe UI Light" panose="020B0502040204020203" pitchFamily="34" charset="0"/>
                <a:cs typeface="Segoe UI Light" panose="020B0502040204020203" pitchFamily="34" charset="0"/>
              </a:rPr>
              <a:t>Assembly</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236039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70194" y="3105834"/>
            <a:ext cx="3251612"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7: Definir los códigos, “</a:t>
            </a:r>
            <a:r>
              <a:rPr lang="es-ES" dirty="0" err="1">
                <a:latin typeface="Segoe UI Light" panose="020B0502040204020203" pitchFamily="34" charset="0"/>
                <a:cs typeface="Segoe UI Light" panose="020B0502040204020203" pitchFamily="34" charset="0"/>
              </a:rPr>
              <a:t>Code</a:t>
            </a:r>
            <a:r>
              <a:rPr lang="es-ES" dirty="0">
                <a:latin typeface="Segoe UI Light" panose="020B0502040204020203" pitchFamily="34" charset="0"/>
                <a:cs typeface="Segoe UI Light" panose="020B0502040204020203" pitchFamily="34" charset="0"/>
              </a:rPr>
              <a:t>” para la </a:t>
            </a:r>
            <a:r>
              <a:rPr lang="es-ES" dirty="0" err="1">
                <a:latin typeface="Segoe UI Light" panose="020B0502040204020203" pitchFamily="34" charset="0"/>
                <a:cs typeface="Segoe UI Light" panose="020B0502040204020203" pitchFamily="34" charset="0"/>
              </a:rPr>
              <a:t>Aub_Assembly</a:t>
            </a:r>
            <a:endParaRPr lang="es-E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32642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47428" y="548273"/>
            <a:ext cx="10297144"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Los códigos permiten tener control sobre las líneas de corte que se van generando cuando la Sección trasversal se mueve y corta el modelo TIN sobre el Eje definido. Es importante definirlos para tener certeza en la generación  de la superficie TIN a partir del corredor del valle.</a:t>
            </a:r>
          </a:p>
        </p:txBody>
      </p:sp>
      <p:grpSp>
        <p:nvGrpSpPr>
          <p:cNvPr id="4" name="Grupo 3">
            <a:extLst>
              <a:ext uri="{FF2B5EF4-FFF2-40B4-BE49-F238E27FC236}">
                <a16:creationId xmlns:a16="http://schemas.microsoft.com/office/drawing/2014/main" id="{65404B29-4944-4E8B-9DD9-67D896DAF2F1}"/>
              </a:ext>
            </a:extLst>
          </p:cNvPr>
          <p:cNvGrpSpPr/>
          <p:nvPr/>
        </p:nvGrpSpPr>
        <p:grpSpPr>
          <a:xfrm>
            <a:off x="939153" y="1758357"/>
            <a:ext cx="6391901" cy="2082941"/>
            <a:chOff x="1559497" y="1955310"/>
            <a:chExt cx="6391901" cy="2082941"/>
          </a:xfrm>
        </p:grpSpPr>
        <p:sp>
          <p:nvSpPr>
            <p:cNvPr id="2" name="Trapecio 1"/>
            <p:cNvSpPr/>
            <p:nvPr/>
          </p:nvSpPr>
          <p:spPr>
            <a:xfrm rot="10800000">
              <a:off x="2389195" y="2392693"/>
              <a:ext cx="4509484" cy="1480480"/>
            </a:xfrm>
            <a:prstGeom prst="trapezoi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14" name="Diagrama de flujo: conector 13"/>
            <p:cNvSpPr/>
            <p:nvPr/>
          </p:nvSpPr>
          <p:spPr>
            <a:xfrm rot="10800000">
              <a:off x="6480459" y="3820056"/>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15" name="Diagrama de flujo: conector 14"/>
            <p:cNvSpPr/>
            <p:nvPr/>
          </p:nvSpPr>
          <p:spPr>
            <a:xfrm rot="10800000">
              <a:off x="2730304" y="3820056"/>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16" name="Diagrama de flujo: conector 15"/>
            <p:cNvSpPr/>
            <p:nvPr/>
          </p:nvSpPr>
          <p:spPr>
            <a:xfrm rot="10800000">
              <a:off x="6844135" y="2392693"/>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17" name="Diagrama de flujo: conector 16"/>
            <p:cNvSpPr/>
            <p:nvPr/>
          </p:nvSpPr>
          <p:spPr>
            <a:xfrm rot="10800000">
              <a:off x="2371013" y="2382509"/>
              <a:ext cx="72726" cy="76579"/>
            </a:xfrm>
            <a:prstGeom prst="flowChartConnector">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600" dirty="0">
                <a:latin typeface="Segoe UI Light" panose="020B0502040204020203" pitchFamily="34" charset="0"/>
                <a:cs typeface="Segoe UI Light" panose="020B0502040204020203" pitchFamily="34" charset="0"/>
              </a:endParaRPr>
            </a:p>
          </p:txBody>
        </p:sp>
        <p:sp>
          <p:nvSpPr>
            <p:cNvPr id="20" name="CuadroTexto 19"/>
            <p:cNvSpPr txBox="1"/>
            <p:nvPr/>
          </p:nvSpPr>
          <p:spPr>
            <a:xfrm>
              <a:off x="1847529" y="3668764"/>
              <a:ext cx="683179" cy="338554"/>
            </a:xfrm>
            <a:prstGeom prst="callout2">
              <a:avLst>
                <a:gd name="adj1" fmla="val 15791"/>
                <a:gd name="adj2" fmla="val 72261"/>
                <a:gd name="adj3" fmla="val 18749"/>
                <a:gd name="adj4" fmla="val 115931"/>
                <a:gd name="adj5" fmla="val 58596"/>
                <a:gd name="adj6" fmla="val 134207"/>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Bsi</a:t>
              </a:r>
            </a:p>
          </p:txBody>
        </p:sp>
        <p:sp>
          <p:nvSpPr>
            <p:cNvPr id="21" name="CuadroTexto 20"/>
            <p:cNvSpPr txBox="1"/>
            <p:nvPr/>
          </p:nvSpPr>
          <p:spPr>
            <a:xfrm>
              <a:off x="1559497" y="2245385"/>
              <a:ext cx="624093" cy="338554"/>
            </a:xfrm>
            <a:prstGeom prst="callout2">
              <a:avLst>
                <a:gd name="adj1" fmla="val 18703"/>
                <a:gd name="adj2" fmla="val 64384"/>
                <a:gd name="adj3" fmla="val 18749"/>
                <a:gd name="adj4" fmla="val 115931"/>
                <a:gd name="adj5" fmla="val 49362"/>
                <a:gd name="adj6" fmla="val 132968"/>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Tsi</a:t>
              </a:r>
            </a:p>
          </p:txBody>
        </p:sp>
        <p:sp>
          <p:nvSpPr>
            <p:cNvPr id="22" name="CuadroTexto 21"/>
            <p:cNvSpPr txBox="1"/>
            <p:nvPr/>
          </p:nvSpPr>
          <p:spPr>
            <a:xfrm>
              <a:off x="6785439" y="3699697"/>
              <a:ext cx="773944" cy="338554"/>
            </a:xfrm>
            <a:prstGeom prst="callout2">
              <a:avLst>
                <a:gd name="adj1" fmla="val 20995"/>
                <a:gd name="adj2" fmla="val 3923"/>
                <a:gd name="adj3" fmla="val 23351"/>
                <a:gd name="adj4" fmla="val -19488"/>
                <a:gd name="adj5" fmla="val 47118"/>
                <a:gd name="adj6" fmla="val -36130"/>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Bsd</a:t>
              </a:r>
            </a:p>
          </p:txBody>
        </p:sp>
        <p:sp>
          <p:nvSpPr>
            <p:cNvPr id="23" name="CuadroTexto 22"/>
            <p:cNvSpPr txBox="1"/>
            <p:nvPr/>
          </p:nvSpPr>
          <p:spPr>
            <a:xfrm>
              <a:off x="7327305" y="2282190"/>
              <a:ext cx="624093" cy="338554"/>
            </a:xfrm>
            <a:prstGeom prst="callout2">
              <a:avLst>
                <a:gd name="adj1" fmla="val 18861"/>
                <a:gd name="adj2" fmla="val -7966"/>
                <a:gd name="adj3" fmla="val 18733"/>
                <a:gd name="adj4" fmla="val -47201"/>
                <a:gd name="adj5" fmla="val 44809"/>
                <a:gd name="adj6" fmla="val -73334"/>
              </a:avLst>
            </a:prstGeom>
            <a:noFill/>
            <a:ln>
              <a:solidFill>
                <a:schemeClr val="tx1"/>
              </a:solidFill>
            </a:ln>
          </p:spPr>
          <p:txBody>
            <a:bodyPr wrap="square" rtlCol="0">
              <a:spAutoFit/>
            </a:bodyPr>
            <a:lstStyle/>
            <a:p>
              <a:r>
                <a:rPr lang="es-CO" sz="1600" dirty="0">
                  <a:latin typeface="Segoe UI Light" panose="020B0502040204020203" pitchFamily="34" charset="0"/>
                  <a:cs typeface="Segoe UI Light" panose="020B0502040204020203" pitchFamily="34" charset="0"/>
                </a:rPr>
                <a:t>Tsd</a:t>
              </a:r>
            </a:p>
          </p:txBody>
        </p:sp>
        <p:sp>
          <p:nvSpPr>
            <p:cNvPr id="24" name="CuadroTexto 23"/>
            <p:cNvSpPr txBox="1"/>
            <p:nvPr/>
          </p:nvSpPr>
          <p:spPr>
            <a:xfrm>
              <a:off x="3863752" y="2980999"/>
              <a:ext cx="1800200" cy="338554"/>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Sección Superior</a:t>
              </a:r>
            </a:p>
          </p:txBody>
        </p:sp>
        <p:sp>
          <p:nvSpPr>
            <p:cNvPr id="49" name="Rectángulo 48"/>
            <p:cNvSpPr/>
            <p:nvPr/>
          </p:nvSpPr>
          <p:spPr>
            <a:xfrm>
              <a:off x="1919536" y="1955310"/>
              <a:ext cx="5565712" cy="338554"/>
            </a:xfrm>
            <a:prstGeom prst="rect">
              <a:avLst/>
            </a:prstGeom>
          </p:spPr>
          <p:txBody>
            <a:bodyPr wrap="square">
              <a:spAutoFit/>
            </a:bodyPr>
            <a:lstStyle/>
            <a:p>
              <a:pPr algn="ctr"/>
              <a:r>
                <a:rPr lang="es-CO" sz="1600" dirty="0">
                  <a:latin typeface="Segoe UI Light" panose="020B0502040204020203" pitchFamily="34" charset="0"/>
                  <a:cs typeface="Segoe UI Light" panose="020B0502040204020203" pitchFamily="34" charset="0"/>
                </a:rPr>
                <a:t>Definición de puntos “Code” Para la sección de Valle </a:t>
              </a:r>
            </a:p>
          </p:txBody>
        </p:sp>
      </p:grpSp>
      <p:sp>
        <p:nvSpPr>
          <p:cNvPr id="50" name="Rectángulo 49"/>
          <p:cNvSpPr/>
          <p:nvPr/>
        </p:nvSpPr>
        <p:spPr>
          <a:xfrm>
            <a:off x="8015050" y="1903901"/>
            <a:ext cx="2966996" cy="1569660"/>
          </a:xfrm>
          <a:prstGeom prst="rect">
            <a:avLst/>
          </a:prstGeom>
        </p:spPr>
        <p:txBody>
          <a:bodyPr wrap="square">
            <a:spAutoFit/>
          </a:bodyPr>
          <a:lstStyle/>
          <a:p>
            <a:r>
              <a:rPr lang="es-CO" sz="1600" dirty="0">
                <a:latin typeface="Segoe UI Light" panose="020B0502040204020203" pitchFamily="34" charset="0"/>
                <a:cs typeface="Segoe UI Light" panose="020B0502040204020203" pitchFamily="34" charset="0"/>
              </a:rPr>
              <a:t>Nomenclatura: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Bsd: Base Superior Derecha</a:t>
            </a:r>
          </a:p>
          <a:p>
            <a:r>
              <a:rPr lang="es-CO" sz="1600" dirty="0">
                <a:latin typeface="Segoe UI Light" panose="020B0502040204020203" pitchFamily="34" charset="0"/>
                <a:cs typeface="Segoe UI Light" panose="020B0502040204020203" pitchFamily="34" charset="0"/>
              </a:rPr>
              <a:t>Bsi: Base Superior Izquierda</a:t>
            </a:r>
          </a:p>
          <a:p>
            <a:r>
              <a:rPr lang="es-CO" sz="1600" dirty="0">
                <a:latin typeface="Segoe UI Light" panose="020B0502040204020203" pitchFamily="34" charset="0"/>
                <a:cs typeface="Segoe UI Light" panose="020B0502040204020203" pitchFamily="34" charset="0"/>
              </a:rPr>
              <a:t>Tsd: Talud Superior Derecho</a:t>
            </a:r>
          </a:p>
          <a:p>
            <a:r>
              <a:rPr lang="es-CO" sz="1600" dirty="0">
                <a:latin typeface="Segoe UI Light" panose="020B0502040204020203" pitchFamily="34" charset="0"/>
                <a:cs typeface="Segoe UI Light" panose="020B0502040204020203" pitchFamily="34" charset="0"/>
              </a:rPr>
              <a:t>Tsi: Talud Superior Izquierdo</a:t>
            </a:r>
          </a:p>
        </p:txBody>
      </p:sp>
      <p:pic>
        <p:nvPicPr>
          <p:cNvPr id="48" name="Imagen 47"/>
          <p:cNvPicPr>
            <a:picLocks noChangeAspect="1"/>
          </p:cNvPicPr>
          <p:nvPr/>
        </p:nvPicPr>
        <p:blipFill rotWithShape="1">
          <a:blip r:embed="rId2"/>
          <a:srcRect l="25588" t="24643" r="29361" b="31791"/>
          <a:stretch/>
        </p:blipFill>
        <p:spPr>
          <a:xfrm>
            <a:off x="1758944" y="4113728"/>
            <a:ext cx="4588038" cy="2494418"/>
          </a:xfrm>
          <a:prstGeom prst="rect">
            <a:avLst/>
          </a:prstGeom>
        </p:spPr>
      </p:pic>
      <p:sp>
        <p:nvSpPr>
          <p:cNvPr id="19" name="Rectángulo 18"/>
          <p:cNvSpPr/>
          <p:nvPr/>
        </p:nvSpPr>
        <p:spPr>
          <a:xfrm>
            <a:off x="6672064" y="4365929"/>
            <a:ext cx="4572508" cy="1815882"/>
          </a:xfrm>
          <a:prstGeom prst="rect">
            <a:avLst/>
          </a:prstGeom>
        </p:spPr>
        <p:txBody>
          <a:bodyPr wrap="square">
            <a:spAutoFit/>
          </a:bodyPr>
          <a:lstStyle/>
          <a:p>
            <a:pPr algn="just"/>
            <a:r>
              <a:rPr lang="es-CO" sz="1600" dirty="0">
                <a:latin typeface="Segoe UI Light" panose="020B0502040204020203" pitchFamily="34" charset="0"/>
                <a:cs typeface="Segoe UI Light" panose="020B0502040204020203" pitchFamily="34" charset="0"/>
              </a:rPr>
              <a:t>Para asignar los códigos debe seleccionarse en primer lugar el elemento Sub-Assembly, luego presionar clic derecho y seleccionar Add Code, en la barra de comandos aparecen las diferentes opciones, se ingresa el nombre del código, seleccionar Point y finalmente asignar el código al punto correspondiente.</a:t>
            </a:r>
          </a:p>
        </p:txBody>
      </p:sp>
      <p:pic>
        <p:nvPicPr>
          <p:cNvPr id="25" name="Imagen 24">
            <a:extLst>
              <a:ext uri="{FF2B5EF4-FFF2-40B4-BE49-F238E27FC236}">
                <a16:creationId xmlns:a16="http://schemas.microsoft.com/office/drawing/2014/main" id="{77C8BA38-13C7-4390-99AA-3846ADE4B7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26" name="Imagen 25">
            <a:extLst>
              <a:ext uri="{FF2B5EF4-FFF2-40B4-BE49-F238E27FC236}">
                <a16:creationId xmlns:a16="http://schemas.microsoft.com/office/drawing/2014/main" id="{F10F49B1-DDD2-4A19-A67F-9CF4983FF4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94042" y="6381328"/>
            <a:ext cx="360000" cy="360000"/>
          </a:xfrm>
          <a:prstGeom prst="rect">
            <a:avLst/>
          </a:prstGeom>
        </p:spPr>
      </p:pic>
      <p:sp>
        <p:nvSpPr>
          <p:cNvPr id="27" name="1 Título">
            <a:extLst>
              <a:ext uri="{FF2B5EF4-FFF2-40B4-BE49-F238E27FC236}">
                <a16:creationId xmlns:a16="http://schemas.microsoft.com/office/drawing/2014/main" id="{CE3627BF-DCA9-4EED-92FD-68223507997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7: Definir los códigos, “</a:t>
            </a:r>
            <a:r>
              <a:rPr lang="es-ES" sz="800" dirty="0" err="1">
                <a:latin typeface="Segoe UI Light" panose="020B0502040204020203" pitchFamily="34" charset="0"/>
                <a:cs typeface="Segoe UI Light" panose="020B0502040204020203" pitchFamily="34" charset="0"/>
              </a:rPr>
              <a:t>Code</a:t>
            </a:r>
            <a:r>
              <a:rPr lang="es-ES" sz="800" dirty="0">
                <a:latin typeface="Segoe UI Light" panose="020B0502040204020203" pitchFamily="34" charset="0"/>
                <a:cs typeface="Segoe UI Light" panose="020B0502040204020203" pitchFamily="34" charset="0"/>
              </a:rPr>
              <a:t>” para la </a:t>
            </a:r>
            <a:r>
              <a:rPr lang="es-ES" sz="800" dirty="0" err="1">
                <a:latin typeface="Segoe UI Light" panose="020B0502040204020203" pitchFamily="34" charset="0"/>
                <a:cs typeface="Segoe UI Light" panose="020B0502040204020203" pitchFamily="34" charset="0"/>
              </a:rPr>
              <a:t>Aub_Assembly</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806254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705998" y="3244334"/>
            <a:ext cx="6780003"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8: Asignar Sub-</a:t>
            </a:r>
            <a:r>
              <a:rPr lang="es-ES" dirty="0" err="1">
                <a:latin typeface="Segoe UI Light" panose="020B0502040204020203" pitchFamily="34" charset="0"/>
                <a:cs typeface="Segoe UI Light" panose="020B0502040204020203" pitchFamily="34" charset="0"/>
              </a:rPr>
              <a:t>Assembly</a:t>
            </a:r>
            <a:r>
              <a:rPr lang="es-ES" dirty="0">
                <a:latin typeface="Segoe UI Light" panose="020B0502040204020203" pitchFamily="34" charset="0"/>
                <a:cs typeface="Segoe UI Light" panose="020B0502040204020203" pitchFamily="34" charset="0"/>
              </a:rPr>
              <a:t> a un </a:t>
            </a:r>
            <a:r>
              <a:rPr lang="es-ES" dirty="0" err="1">
                <a:latin typeface="Segoe UI Light" panose="020B0502040204020203" pitchFamily="34" charset="0"/>
                <a:cs typeface="Segoe UI Light" panose="020B0502040204020203" pitchFamily="34" charset="0"/>
              </a:rPr>
              <a:t>Assembly</a:t>
            </a:r>
            <a:endParaRPr lang="es-E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42060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7" y="692696"/>
            <a:ext cx="10625025"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Seleccionar la Sub-assembly y con el botón derecho del mouse seleccionar “add to </a:t>
            </a:r>
            <a:r>
              <a:rPr lang="es-CO" sz="1600" dirty="0" err="1">
                <a:latin typeface="Segoe UI Light" panose="020B0502040204020203" pitchFamily="34" charset="0"/>
                <a:cs typeface="Segoe UI Light" panose="020B0502040204020203" pitchFamily="34" charset="0"/>
              </a:rPr>
              <a:t>Assembly</a:t>
            </a:r>
            <a:r>
              <a:rPr lang="es-CO" sz="1600" dirty="0">
                <a:latin typeface="Segoe UI Light" panose="020B0502040204020203" pitchFamily="34" charset="0"/>
                <a:cs typeface="Segoe UI Light" panose="020B0502040204020203" pitchFamily="34" charset="0"/>
              </a:rPr>
              <a:t>” y seleccionar el punto del ensamble definido</a:t>
            </a:r>
            <a:endParaRPr lang="es-CO" sz="1200" dirty="0">
              <a:latin typeface="Segoe UI Light" panose="020B0502040204020203" pitchFamily="34" charset="0"/>
              <a:cs typeface="Segoe UI Light" panose="020B0502040204020203" pitchFamily="34" charset="0"/>
            </a:endParaRPr>
          </a:p>
        </p:txBody>
      </p:sp>
      <p:pic>
        <p:nvPicPr>
          <p:cNvPr id="51" name="Imagen 50"/>
          <p:cNvPicPr>
            <a:picLocks noChangeAspect="1"/>
          </p:cNvPicPr>
          <p:nvPr/>
        </p:nvPicPr>
        <p:blipFill rotWithShape="1">
          <a:blip r:embed="rId2"/>
          <a:srcRect l="34486" t="25396" r="40670" b="5179"/>
          <a:stretch/>
        </p:blipFill>
        <p:spPr>
          <a:xfrm>
            <a:off x="695400" y="1556792"/>
            <a:ext cx="3168352" cy="4978028"/>
          </a:xfrm>
          <a:prstGeom prst="rect">
            <a:avLst/>
          </a:prstGeom>
        </p:spPr>
      </p:pic>
      <p:pic>
        <p:nvPicPr>
          <p:cNvPr id="52" name="Imagen 51"/>
          <p:cNvPicPr>
            <a:picLocks noChangeAspect="1"/>
          </p:cNvPicPr>
          <p:nvPr/>
        </p:nvPicPr>
        <p:blipFill>
          <a:blip r:embed="rId3"/>
          <a:stretch>
            <a:fillRect/>
          </a:stretch>
        </p:blipFill>
        <p:spPr>
          <a:xfrm>
            <a:off x="4079776" y="1844824"/>
            <a:ext cx="7240649" cy="3858852"/>
          </a:xfrm>
          <a:prstGeom prst="rect">
            <a:avLst/>
          </a:prstGeom>
        </p:spPr>
      </p:pic>
      <p:pic>
        <p:nvPicPr>
          <p:cNvPr id="6" name="Imagen 5">
            <a:extLst>
              <a:ext uri="{FF2B5EF4-FFF2-40B4-BE49-F238E27FC236}">
                <a16:creationId xmlns:a16="http://schemas.microsoft.com/office/drawing/2014/main" id="{538EA91E-DA20-4476-B6BF-A0EF1D983C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D0B6280B-00B1-45C9-86D1-303B558A182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8: Asignar Sub-</a:t>
            </a:r>
            <a:r>
              <a:rPr lang="es-ES" sz="800" dirty="0" err="1">
                <a:latin typeface="Segoe UI Light" panose="020B0502040204020203" pitchFamily="34" charset="0"/>
                <a:cs typeface="Segoe UI Light" panose="020B0502040204020203" pitchFamily="34" charset="0"/>
              </a:rPr>
              <a:t>Assembly</a:t>
            </a:r>
            <a:r>
              <a:rPr lang="es-ES" sz="800" dirty="0">
                <a:latin typeface="Segoe UI Light" panose="020B0502040204020203" pitchFamily="34" charset="0"/>
                <a:cs typeface="Segoe UI Light" panose="020B0502040204020203" pitchFamily="34" charset="0"/>
              </a:rPr>
              <a:t> a un </a:t>
            </a:r>
            <a:r>
              <a:rPr lang="es-ES" sz="800" dirty="0" err="1">
                <a:latin typeface="Segoe UI Light" panose="020B0502040204020203" pitchFamily="34" charset="0"/>
                <a:cs typeface="Segoe UI Light" panose="020B0502040204020203" pitchFamily="34" charset="0"/>
              </a:rPr>
              <a:t>Assembly</a:t>
            </a:r>
            <a:endParaRPr lang="es-ES" sz="800"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9B5C5125-35DE-408E-9AC0-0DEBA239ED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03752" y="5301208"/>
            <a:ext cx="360000" cy="360000"/>
          </a:xfrm>
          <a:prstGeom prst="rect">
            <a:avLst/>
          </a:prstGeom>
        </p:spPr>
      </p:pic>
    </p:spTree>
    <p:extLst>
      <p:ext uri="{BB962C8B-B14F-4D97-AF65-F5344CB8AC3E}">
        <p14:creationId xmlns:p14="http://schemas.microsoft.com/office/powerpoint/2010/main" val="1000604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26341" y="3105834"/>
            <a:ext cx="4539317"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9: Definición de los “</a:t>
            </a:r>
            <a:r>
              <a:rPr lang="es-ES" dirty="0" err="1">
                <a:latin typeface="Segoe UI Light" panose="020B0502040204020203" pitchFamily="34" charset="0"/>
                <a:cs typeface="Segoe UI Light" panose="020B0502040204020203" pitchFamily="34" charset="0"/>
              </a:rPr>
              <a:t>Daylight</a:t>
            </a:r>
            <a:r>
              <a:rPr lang="es-ES" dirty="0">
                <a:latin typeface="Segoe UI Light" panose="020B0502040204020203" pitchFamily="34" charset="0"/>
                <a:cs typeface="Segoe UI Light" panose="020B0502040204020203" pitchFamily="34" charset="0"/>
              </a:rPr>
              <a:t>” taludes para las leyes de corte y relleno</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620017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1502" y="470636"/>
            <a:ext cx="11521280" cy="1569660"/>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Los taludes se definen en este caso como “Daylight General” esta opción permite definir el talud de corte y relleno que llevará el canal. Con el fin de conservar la sección del canal el corte se debe realizar con el mismo talud de la sección, para el relleno se debe tener en cuenta si se desean colocar diques de protección y/o de paso. En este caso se dejará un dique de paso en la zona de relleno de 15 m.</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2. Desde el menú home se selecciona la barra de herramientas, en el sub menú “dayligth” seleccionamos el talud general. </a:t>
            </a:r>
            <a:endParaRPr lang="es-CO" sz="1200" dirty="0">
              <a:latin typeface="Segoe UI Light" panose="020B0502040204020203" pitchFamily="34" charset="0"/>
              <a:cs typeface="Segoe UI Light" panose="020B0502040204020203" pitchFamily="34" charset="0"/>
            </a:endParaRPr>
          </a:p>
        </p:txBody>
      </p:sp>
      <p:pic>
        <p:nvPicPr>
          <p:cNvPr id="5" name="Imagen 4"/>
          <p:cNvPicPr>
            <a:picLocks noChangeAspect="1"/>
          </p:cNvPicPr>
          <p:nvPr/>
        </p:nvPicPr>
        <p:blipFill rotWithShape="1">
          <a:blip r:embed="rId2"/>
          <a:srcRect r="67325" b="62606"/>
          <a:stretch/>
        </p:blipFill>
        <p:spPr>
          <a:xfrm>
            <a:off x="4235316" y="2071877"/>
            <a:ext cx="3529818" cy="2271152"/>
          </a:xfrm>
          <a:prstGeom prst="rect">
            <a:avLst/>
          </a:prstGeom>
        </p:spPr>
      </p:pic>
      <p:pic>
        <p:nvPicPr>
          <p:cNvPr id="6" name="Imagen 5"/>
          <p:cNvPicPr>
            <a:picLocks noChangeAspect="1"/>
          </p:cNvPicPr>
          <p:nvPr/>
        </p:nvPicPr>
        <p:blipFill rotWithShape="1">
          <a:blip r:embed="rId3"/>
          <a:srcRect l="66537" t="17785" b="5179"/>
          <a:stretch/>
        </p:blipFill>
        <p:spPr>
          <a:xfrm>
            <a:off x="479376" y="2071877"/>
            <a:ext cx="3537858" cy="4579165"/>
          </a:xfrm>
          <a:prstGeom prst="rect">
            <a:avLst/>
          </a:prstGeom>
        </p:spPr>
      </p:pic>
      <p:pic>
        <p:nvPicPr>
          <p:cNvPr id="7" name="Imagen 6"/>
          <p:cNvPicPr>
            <a:picLocks noChangeAspect="1"/>
          </p:cNvPicPr>
          <p:nvPr/>
        </p:nvPicPr>
        <p:blipFill>
          <a:blip r:embed="rId4">
            <a:clrChange>
              <a:clrFrom>
                <a:srgbClr val="FFFFFF"/>
              </a:clrFrom>
              <a:clrTo>
                <a:srgbClr val="FFFFFF">
                  <a:alpha val="0"/>
                </a:srgbClr>
              </a:clrTo>
            </a:clrChange>
          </a:blip>
          <a:stretch>
            <a:fillRect/>
          </a:stretch>
        </p:blipFill>
        <p:spPr>
          <a:xfrm>
            <a:off x="7983216" y="2071877"/>
            <a:ext cx="3729408" cy="1910937"/>
          </a:xfrm>
          <a:prstGeom prst="rect">
            <a:avLst/>
          </a:prstGeom>
        </p:spPr>
      </p:pic>
      <p:pic>
        <p:nvPicPr>
          <p:cNvPr id="9" name="Imagen 8"/>
          <p:cNvPicPr>
            <a:picLocks noChangeAspect="1"/>
          </p:cNvPicPr>
          <p:nvPr/>
        </p:nvPicPr>
        <p:blipFill>
          <a:blip r:embed="rId5">
            <a:clrChange>
              <a:clrFrom>
                <a:srgbClr val="FFFFFF"/>
              </a:clrFrom>
              <a:clrTo>
                <a:srgbClr val="FFFFFF">
                  <a:alpha val="0"/>
                </a:srgbClr>
              </a:clrTo>
            </a:clrChange>
          </a:blip>
          <a:stretch>
            <a:fillRect/>
          </a:stretch>
        </p:blipFill>
        <p:spPr>
          <a:xfrm>
            <a:off x="7986942" y="4357619"/>
            <a:ext cx="3725682" cy="1663669"/>
          </a:xfrm>
          <a:prstGeom prst="rect">
            <a:avLst/>
          </a:prstGeom>
        </p:spPr>
      </p:pic>
      <p:pic>
        <p:nvPicPr>
          <p:cNvPr id="10" name="Imagen 9"/>
          <p:cNvPicPr>
            <a:picLocks noChangeAspect="1"/>
          </p:cNvPicPr>
          <p:nvPr/>
        </p:nvPicPr>
        <p:blipFill>
          <a:blip r:embed="rId6">
            <a:clrChange>
              <a:clrFrom>
                <a:srgbClr val="FFFFFF"/>
              </a:clrFrom>
              <a:clrTo>
                <a:srgbClr val="FFFFFF">
                  <a:alpha val="0"/>
                </a:srgbClr>
              </a:clrTo>
            </a:clrChange>
          </a:blip>
          <a:stretch>
            <a:fillRect/>
          </a:stretch>
        </p:blipFill>
        <p:spPr>
          <a:xfrm>
            <a:off x="4511824" y="4459582"/>
            <a:ext cx="3077464" cy="2169786"/>
          </a:xfrm>
          <a:prstGeom prst="rect">
            <a:avLst/>
          </a:prstGeom>
        </p:spPr>
      </p:pic>
      <p:pic>
        <p:nvPicPr>
          <p:cNvPr id="11" name="Imagen 10">
            <a:extLst>
              <a:ext uri="{FF2B5EF4-FFF2-40B4-BE49-F238E27FC236}">
                <a16:creationId xmlns:a16="http://schemas.microsoft.com/office/drawing/2014/main" id="{0137766A-2186-4A21-B0D1-9E6E5CEE01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2" name="Imagen 11">
            <a:extLst>
              <a:ext uri="{FF2B5EF4-FFF2-40B4-BE49-F238E27FC236}">
                <a16:creationId xmlns:a16="http://schemas.microsoft.com/office/drawing/2014/main" id="{25F049F2-683D-45F4-BAEF-A2933DF2EC8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8305" y="3429000"/>
            <a:ext cx="360000" cy="360000"/>
          </a:xfrm>
          <a:prstGeom prst="rect">
            <a:avLst/>
          </a:prstGeom>
        </p:spPr>
      </p:pic>
      <p:sp>
        <p:nvSpPr>
          <p:cNvPr id="14" name="1 Título">
            <a:extLst>
              <a:ext uri="{FF2B5EF4-FFF2-40B4-BE49-F238E27FC236}">
                <a16:creationId xmlns:a16="http://schemas.microsoft.com/office/drawing/2014/main" id="{6090A594-5F47-49A0-9906-06F7E7B5FED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9: Definición de los “</a:t>
            </a:r>
            <a:r>
              <a:rPr lang="es-ES" sz="800" dirty="0" err="1">
                <a:latin typeface="Segoe UI Light" panose="020B0502040204020203" pitchFamily="34" charset="0"/>
                <a:cs typeface="Segoe UI Light" panose="020B0502040204020203" pitchFamily="34" charset="0"/>
              </a:rPr>
              <a:t>Daylight</a:t>
            </a:r>
            <a:r>
              <a:rPr lang="es-ES" sz="800" dirty="0">
                <a:latin typeface="Segoe UI Light" panose="020B0502040204020203" pitchFamily="34" charset="0"/>
                <a:cs typeface="Segoe UI Light" panose="020B0502040204020203" pitchFamily="34" charset="0"/>
              </a:rPr>
              <a:t>” taludes para las leyes de corte y relleno</a:t>
            </a:r>
          </a:p>
        </p:txBody>
      </p:sp>
    </p:spTree>
    <p:extLst>
      <p:ext uri="{BB962C8B-B14F-4D97-AF65-F5344CB8AC3E}">
        <p14:creationId xmlns:p14="http://schemas.microsoft.com/office/powerpoint/2010/main" val="867454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200AC54A-2C7E-4759-8B70-58862DD23B2D}"/>
              </a:ext>
            </a:extLst>
          </p:cNvPr>
          <p:cNvPicPr>
            <a:picLocks noChangeAspect="1"/>
          </p:cNvPicPr>
          <p:nvPr/>
        </p:nvPicPr>
        <p:blipFill>
          <a:blip r:embed="rId2">
            <a:clrChange>
              <a:clrFrom>
                <a:srgbClr val="FAFAFA"/>
              </a:clrFrom>
              <a:clrTo>
                <a:srgbClr val="FAFAFA">
                  <a:alpha val="0"/>
                </a:srgbClr>
              </a:clrTo>
            </a:clrChange>
          </a:blip>
          <a:stretch>
            <a:fillRect/>
          </a:stretch>
        </p:blipFill>
        <p:spPr>
          <a:xfrm>
            <a:off x="792592" y="5805264"/>
            <a:ext cx="10840871" cy="891119"/>
          </a:xfrm>
          <a:prstGeom prst="rect">
            <a:avLst/>
          </a:prstGeom>
        </p:spPr>
      </p:pic>
      <p:sp>
        <p:nvSpPr>
          <p:cNvPr id="8" name="7 CuadroTexto"/>
          <p:cNvSpPr txBox="1"/>
          <p:nvPr/>
        </p:nvSpPr>
        <p:spPr>
          <a:xfrm>
            <a:off x="792592" y="537166"/>
            <a:ext cx="10606816" cy="830997"/>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3. Se crean los ejes de corte y relleno incluyendo la huella (Fill1) requerida.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4. Se selecciona el elemento y dando clic derecho se puede hacer un </a:t>
            </a:r>
            <a:r>
              <a:rPr lang="es-CO" sz="1600" dirty="0" err="1">
                <a:latin typeface="Segoe UI Light" panose="020B0502040204020203" pitchFamily="34" charset="0"/>
                <a:cs typeface="Segoe UI Light" panose="020B0502040204020203" pitchFamily="34" charset="0"/>
              </a:rPr>
              <a:t>Mirror</a:t>
            </a:r>
            <a:r>
              <a:rPr lang="es-CO" sz="1600" dirty="0">
                <a:latin typeface="Segoe UI Light" panose="020B0502040204020203" pitchFamily="34" charset="0"/>
                <a:cs typeface="Segoe UI Light" panose="020B0502040204020203" pitchFamily="34" charset="0"/>
              </a:rPr>
              <a:t> del mismo para el extremo opuesto.</a:t>
            </a:r>
          </a:p>
        </p:txBody>
      </p:sp>
      <p:grpSp>
        <p:nvGrpSpPr>
          <p:cNvPr id="5" name="Grupo 4">
            <a:extLst>
              <a:ext uri="{FF2B5EF4-FFF2-40B4-BE49-F238E27FC236}">
                <a16:creationId xmlns:a16="http://schemas.microsoft.com/office/drawing/2014/main" id="{08F56B75-73C8-49E5-AA79-E3B6B5FF9533}"/>
              </a:ext>
            </a:extLst>
          </p:cNvPr>
          <p:cNvGrpSpPr/>
          <p:nvPr/>
        </p:nvGrpSpPr>
        <p:grpSpPr>
          <a:xfrm>
            <a:off x="1127448" y="1484784"/>
            <a:ext cx="9696075" cy="3323831"/>
            <a:chOff x="1127448" y="1484784"/>
            <a:chExt cx="9696075" cy="3323831"/>
          </a:xfrm>
        </p:grpSpPr>
        <p:pic>
          <p:nvPicPr>
            <p:cNvPr id="2" name="Imagen 1">
              <a:extLst>
                <a:ext uri="{FF2B5EF4-FFF2-40B4-BE49-F238E27FC236}">
                  <a16:creationId xmlns:a16="http://schemas.microsoft.com/office/drawing/2014/main" id="{9E0B8E31-9AC3-4D6B-9622-DBB5CF6FC228}"/>
                </a:ext>
              </a:extLst>
            </p:cNvPr>
            <p:cNvPicPr>
              <a:picLocks noChangeAspect="1"/>
            </p:cNvPicPr>
            <p:nvPr/>
          </p:nvPicPr>
          <p:blipFill>
            <a:blip r:embed="rId3">
              <a:clrChange>
                <a:clrFrom>
                  <a:srgbClr val="FAFAFA"/>
                </a:clrFrom>
                <a:clrTo>
                  <a:srgbClr val="FAFAFA">
                    <a:alpha val="0"/>
                  </a:srgbClr>
                </a:clrTo>
              </a:clrChange>
            </a:blip>
            <a:stretch>
              <a:fillRect/>
            </a:stretch>
          </p:blipFill>
          <p:spPr>
            <a:xfrm>
              <a:off x="1127448" y="1484784"/>
              <a:ext cx="7399215" cy="3323831"/>
            </a:xfrm>
            <a:prstGeom prst="rect">
              <a:avLst/>
            </a:prstGeom>
          </p:spPr>
        </p:pic>
        <p:pic>
          <p:nvPicPr>
            <p:cNvPr id="3" name="Imagen 2">
              <a:extLst>
                <a:ext uri="{FF2B5EF4-FFF2-40B4-BE49-F238E27FC236}">
                  <a16:creationId xmlns:a16="http://schemas.microsoft.com/office/drawing/2014/main" id="{C3477498-0348-4608-8946-6A48C4D63B66}"/>
                </a:ext>
              </a:extLst>
            </p:cNvPr>
            <p:cNvPicPr>
              <a:picLocks noChangeAspect="1"/>
            </p:cNvPicPr>
            <p:nvPr/>
          </p:nvPicPr>
          <p:blipFill>
            <a:blip r:embed="rId4">
              <a:clrChange>
                <a:clrFrom>
                  <a:srgbClr val="FAFAFA"/>
                </a:clrFrom>
                <a:clrTo>
                  <a:srgbClr val="FAFAFA">
                    <a:alpha val="0"/>
                  </a:srgbClr>
                </a:clrTo>
              </a:clrChange>
            </a:blip>
            <a:stretch>
              <a:fillRect/>
            </a:stretch>
          </p:blipFill>
          <p:spPr>
            <a:xfrm>
              <a:off x="8567494" y="1528193"/>
              <a:ext cx="2256029" cy="3280422"/>
            </a:xfrm>
            <a:prstGeom prst="rect">
              <a:avLst/>
            </a:prstGeom>
          </p:spPr>
        </p:pic>
      </p:grpSp>
      <p:pic>
        <p:nvPicPr>
          <p:cNvPr id="4" name="Imagen 3">
            <a:extLst>
              <a:ext uri="{FF2B5EF4-FFF2-40B4-BE49-F238E27FC236}">
                <a16:creationId xmlns:a16="http://schemas.microsoft.com/office/drawing/2014/main" id="{4DD1579E-4294-4F5A-953B-B9DF338B81F6}"/>
              </a:ext>
            </a:extLst>
          </p:cNvPr>
          <p:cNvPicPr>
            <a:picLocks noChangeAspect="1"/>
          </p:cNvPicPr>
          <p:nvPr/>
        </p:nvPicPr>
        <p:blipFill rotWithShape="1">
          <a:blip r:embed="rId5">
            <a:clrChange>
              <a:clrFrom>
                <a:srgbClr val="FAFAFA"/>
              </a:clrFrom>
              <a:clrTo>
                <a:srgbClr val="FAFAFA">
                  <a:alpha val="0"/>
                </a:srgbClr>
              </a:clrTo>
            </a:clrChange>
          </a:blip>
          <a:srcRect l="42912" t="8002" r="22438" b="38800"/>
          <a:stretch/>
        </p:blipFill>
        <p:spPr>
          <a:xfrm>
            <a:off x="4699713" y="3429000"/>
            <a:ext cx="3026628" cy="2613907"/>
          </a:xfrm>
          <a:prstGeom prst="rect">
            <a:avLst/>
          </a:prstGeom>
        </p:spPr>
      </p:pic>
      <p:pic>
        <p:nvPicPr>
          <p:cNvPr id="9" name="Imagen 8">
            <a:extLst>
              <a:ext uri="{FF2B5EF4-FFF2-40B4-BE49-F238E27FC236}">
                <a16:creationId xmlns:a16="http://schemas.microsoft.com/office/drawing/2014/main" id="{AAB7D5D5-BA6B-47AD-93DB-9CDB24F7D6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4" name="Imagen 13">
            <a:extLst>
              <a:ext uri="{FF2B5EF4-FFF2-40B4-BE49-F238E27FC236}">
                <a16:creationId xmlns:a16="http://schemas.microsoft.com/office/drawing/2014/main" id="{4640B179-EB0E-4E8B-8D02-B8AD25BEB0F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40016" y="4925236"/>
            <a:ext cx="360000" cy="360000"/>
          </a:xfrm>
          <a:prstGeom prst="rect">
            <a:avLst/>
          </a:prstGeom>
        </p:spPr>
      </p:pic>
      <p:pic>
        <p:nvPicPr>
          <p:cNvPr id="15" name="Imagen 14">
            <a:extLst>
              <a:ext uri="{FF2B5EF4-FFF2-40B4-BE49-F238E27FC236}">
                <a16:creationId xmlns:a16="http://schemas.microsoft.com/office/drawing/2014/main" id="{8F320570-125B-4464-B64F-DB8EB4B4DAF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82706" y="3773410"/>
            <a:ext cx="360000" cy="360000"/>
          </a:xfrm>
          <a:prstGeom prst="rect">
            <a:avLst/>
          </a:prstGeom>
        </p:spPr>
      </p:pic>
      <p:pic>
        <p:nvPicPr>
          <p:cNvPr id="16" name="Imagen 15">
            <a:extLst>
              <a:ext uri="{FF2B5EF4-FFF2-40B4-BE49-F238E27FC236}">
                <a16:creationId xmlns:a16="http://schemas.microsoft.com/office/drawing/2014/main" id="{298B0F83-A16D-4363-8BC7-EFB4B99AA6F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19439" y="4293096"/>
            <a:ext cx="360000" cy="360000"/>
          </a:xfrm>
          <a:prstGeom prst="rect">
            <a:avLst/>
          </a:prstGeom>
        </p:spPr>
      </p:pic>
      <p:sp>
        <p:nvSpPr>
          <p:cNvPr id="17" name="1 Título">
            <a:extLst>
              <a:ext uri="{FF2B5EF4-FFF2-40B4-BE49-F238E27FC236}">
                <a16:creationId xmlns:a16="http://schemas.microsoft.com/office/drawing/2014/main" id="{B6E02FB9-FAFC-4EC2-B9F7-C5DCAFB6CD6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9: Definición de los “</a:t>
            </a:r>
            <a:r>
              <a:rPr lang="es-ES" sz="800" dirty="0" err="1">
                <a:latin typeface="Segoe UI Light" panose="020B0502040204020203" pitchFamily="34" charset="0"/>
                <a:cs typeface="Segoe UI Light" panose="020B0502040204020203" pitchFamily="34" charset="0"/>
              </a:rPr>
              <a:t>Daylight</a:t>
            </a:r>
            <a:r>
              <a:rPr lang="es-ES" sz="800" dirty="0">
                <a:latin typeface="Segoe UI Light" panose="020B0502040204020203" pitchFamily="34" charset="0"/>
                <a:cs typeface="Segoe UI Light" panose="020B0502040204020203" pitchFamily="34" charset="0"/>
              </a:rPr>
              <a:t>” taludes para las leyes de corte y relleno</a:t>
            </a:r>
          </a:p>
        </p:txBody>
      </p:sp>
    </p:spTree>
    <p:extLst>
      <p:ext uri="{BB962C8B-B14F-4D97-AF65-F5344CB8AC3E}">
        <p14:creationId xmlns:p14="http://schemas.microsoft.com/office/powerpoint/2010/main" val="1760712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529122" y="3105834"/>
            <a:ext cx="3133755"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10: Generación del corredor para el valle</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33030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8165" y="516836"/>
            <a:ext cx="11120443"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La definición de corredor requiere de varios elementos: Una Superficie TIN, un alineamiento en planta, un Alineamiento en Perfil y una Sección transversal (puede tener varios elementos). </a:t>
            </a:r>
          </a:p>
        </p:txBody>
      </p:sp>
      <p:pic>
        <p:nvPicPr>
          <p:cNvPr id="2" name="Imagen 1"/>
          <p:cNvPicPr>
            <a:picLocks noChangeAspect="1"/>
          </p:cNvPicPr>
          <p:nvPr/>
        </p:nvPicPr>
        <p:blipFill rotWithShape="1">
          <a:blip r:embed="rId2"/>
          <a:srcRect r="49212" b="66808"/>
          <a:stretch/>
        </p:blipFill>
        <p:spPr>
          <a:xfrm>
            <a:off x="448164" y="1444440"/>
            <a:ext cx="6216889" cy="2284340"/>
          </a:xfrm>
          <a:prstGeom prst="rect">
            <a:avLst/>
          </a:prstGeom>
        </p:spPr>
      </p:pic>
      <p:pic>
        <p:nvPicPr>
          <p:cNvPr id="3" name="Imagen 2"/>
          <p:cNvPicPr>
            <a:picLocks noChangeAspect="1"/>
          </p:cNvPicPr>
          <p:nvPr/>
        </p:nvPicPr>
        <p:blipFill>
          <a:blip r:embed="rId3"/>
          <a:stretch>
            <a:fillRect/>
          </a:stretch>
        </p:blipFill>
        <p:spPr>
          <a:xfrm>
            <a:off x="9337848" y="1311106"/>
            <a:ext cx="2230760" cy="5142230"/>
          </a:xfrm>
          <a:prstGeom prst="rect">
            <a:avLst/>
          </a:prstGeom>
        </p:spPr>
      </p:pic>
      <p:sp>
        <p:nvSpPr>
          <p:cNvPr id="4" name="CuadroTexto 3"/>
          <p:cNvSpPr txBox="1"/>
          <p:nvPr/>
        </p:nvSpPr>
        <p:spPr>
          <a:xfrm>
            <a:off x="7133041" y="3755970"/>
            <a:ext cx="1225624" cy="461665"/>
          </a:xfrm>
          <a:prstGeom prst="callout2">
            <a:avLst>
              <a:gd name="adj1" fmla="val 51897"/>
              <a:gd name="adj2" fmla="val 97865"/>
              <a:gd name="adj3" fmla="val -15729"/>
              <a:gd name="adj4" fmla="val 145472"/>
              <a:gd name="adj5" fmla="val -19501"/>
              <a:gd name="adj6" fmla="val 180959"/>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Alineamiento en Planta</a:t>
            </a:r>
          </a:p>
        </p:txBody>
      </p:sp>
      <p:sp>
        <p:nvSpPr>
          <p:cNvPr id="12" name="CuadroTexto 11"/>
          <p:cNvSpPr txBox="1"/>
          <p:nvPr/>
        </p:nvSpPr>
        <p:spPr>
          <a:xfrm>
            <a:off x="7048715" y="2877329"/>
            <a:ext cx="1343026" cy="276999"/>
          </a:xfrm>
          <a:prstGeom prst="callout2">
            <a:avLst>
              <a:gd name="adj1" fmla="val 51817"/>
              <a:gd name="adj2" fmla="val 99889"/>
              <a:gd name="adj3" fmla="val -13559"/>
              <a:gd name="adj4" fmla="val 141678"/>
              <a:gd name="adj5" fmla="val -16818"/>
              <a:gd name="adj6" fmla="val 172947"/>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Estilo del corredor</a:t>
            </a:r>
          </a:p>
        </p:txBody>
      </p:sp>
      <p:sp>
        <p:nvSpPr>
          <p:cNvPr id="13" name="CuadroTexto 12"/>
          <p:cNvSpPr txBox="1"/>
          <p:nvPr/>
        </p:nvSpPr>
        <p:spPr>
          <a:xfrm>
            <a:off x="6952881" y="4865390"/>
            <a:ext cx="1358599" cy="461665"/>
          </a:xfrm>
          <a:prstGeom prst="callout2">
            <a:avLst>
              <a:gd name="adj1" fmla="val 35326"/>
              <a:gd name="adj2" fmla="val 99841"/>
              <a:gd name="adj3" fmla="val -64423"/>
              <a:gd name="adj4" fmla="val 143168"/>
              <a:gd name="adj5" fmla="val -69491"/>
              <a:gd name="adj6" fmla="val 180543"/>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Sección Transversal</a:t>
            </a:r>
          </a:p>
        </p:txBody>
      </p:sp>
      <p:sp>
        <p:nvSpPr>
          <p:cNvPr id="14" name="CuadroTexto 13"/>
          <p:cNvSpPr txBox="1"/>
          <p:nvPr/>
        </p:nvSpPr>
        <p:spPr>
          <a:xfrm>
            <a:off x="6817568" y="4407451"/>
            <a:ext cx="1493912" cy="276999"/>
          </a:xfrm>
          <a:prstGeom prst="callout2">
            <a:avLst>
              <a:gd name="adj1" fmla="val 47336"/>
              <a:gd name="adj2" fmla="val 100667"/>
              <a:gd name="adj3" fmla="val -95493"/>
              <a:gd name="adj4" fmla="val 141598"/>
              <a:gd name="adj5" fmla="val -102203"/>
              <a:gd name="adj6" fmla="val 171270"/>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Perfil del Fondo</a:t>
            </a:r>
          </a:p>
        </p:txBody>
      </p:sp>
      <p:sp>
        <p:nvSpPr>
          <p:cNvPr id="15" name="CuadroTexto 14"/>
          <p:cNvSpPr txBox="1"/>
          <p:nvPr/>
        </p:nvSpPr>
        <p:spPr>
          <a:xfrm>
            <a:off x="6952881" y="1997341"/>
            <a:ext cx="1448863" cy="461665"/>
          </a:xfrm>
          <a:prstGeom prst="callout2">
            <a:avLst>
              <a:gd name="adj1" fmla="val 43631"/>
              <a:gd name="adj2" fmla="val 100561"/>
              <a:gd name="adj3" fmla="val -34549"/>
              <a:gd name="adj4" fmla="val 143168"/>
              <a:gd name="adj5" fmla="val -33642"/>
              <a:gd name="adj6" fmla="val 167697"/>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Nombre del corredor</a:t>
            </a:r>
          </a:p>
        </p:txBody>
      </p:sp>
      <p:sp>
        <p:nvSpPr>
          <p:cNvPr id="16" name="CuadroTexto 15"/>
          <p:cNvSpPr txBox="1"/>
          <p:nvPr/>
        </p:nvSpPr>
        <p:spPr>
          <a:xfrm>
            <a:off x="6671802" y="5706686"/>
            <a:ext cx="1729942" cy="461665"/>
          </a:xfrm>
          <a:prstGeom prst="callout2">
            <a:avLst>
              <a:gd name="adj1" fmla="val 42138"/>
              <a:gd name="adj2" fmla="val 98569"/>
              <a:gd name="adj3" fmla="val -54804"/>
              <a:gd name="adj4" fmla="val 129195"/>
              <a:gd name="adj5" fmla="val -56108"/>
              <a:gd name="adj6" fmla="val 157605"/>
            </a:avLst>
          </a:prstGeom>
          <a:noFill/>
          <a:ln w="9525" cap="rnd">
            <a:solidFill>
              <a:schemeClr val="tx1"/>
            </a:solidFill>
            <a:headEnd type="none" w="med" len="med"/>
            <a:tailEnd type="oval" w="med" len="med"/>
          </a:ln>
        </p:spPr>
        <p:txBody>
          <a:bodyPr wrap="square" rtlCol="0">
            <a:spAutoFit/>
          </a:bodyPr>
          <a:lstStyle/>
          <a:p>
            <a:pPr algn="r"/>
            <a:r>
              <a:rPr lang="es-CO" sz="1200" dirty="0">
                <a:latin typeface="Segoe UI Light" panose="020B0502040204020203" pitchFamily="34" charset="0"/>
                <a:cs typeface="Segoe UI Light" panose="020B0502040204020203" pitchFamily="34" charset="0"/>
              </a:rPr>
              <a:t>Superficie para el Corte y Relleno</a:t>
            </a:r>
          </a:p>
        </p:txBody>
      </p:sp>
      <p:pic>
        <p:nvPicPr>
          <p:cNvPr id="11" name="Imagen 10"/>
          <p:cNvPicPr>
            <a:picLocks noChangeAspect="1"/>
          </p:cNvPicPr>
          <p:nvPr/>
        </p:nvPicPr>
        <p:blipFill rotWithShape="1">
          <a:blip r:embed="rId4"/>
          <a:srcRect l="12201" t="25530" r="9051" b="21669"/>
          <a:stretch/>
        </p:blipFill>
        <p:spPr>
          <a:xfrm>
            <a:off x="444607" y="3717032"/>
            <a:ext cx="6216889" cy="2443529"/>
          </a:xfrm>
          <a:prstGeom prst="rect">
            <a:avLst/>
          </a:prstGeom>
        </p:spPr>
      </p:pic>
      <p:pic>
        <p:nvPicPr>
          <p:cNvPr id="17" name="Imagen 16">
            <a:extLst>
              <a:ext uri="{FF2B5EF4-FFF2-40B4-BE49-F238E27FC236}">
                <a16:creationId xmlns:a16="http://schemas.microsoft.com/office/drawing/2014/main" id="{70C17561-1D97-4526-B03A-7807BA2E17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8" name="1 Título">
            <a:extLst>
              <a:ext uri="{FF2B5EF4-FFF2-40B4-BE49-F238E27FC236}">
                <a16:creationId xmlns:a16="http://schemas.microsoft.com/office/drawing/2014/main" id="{73C32D12-1067-4895-BFB6-BA400A54A9C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10: Generación del corredor para el valle</a:t>
            </a:r>
          </a:p>
        </p:txBody>
      </p:sp>
    </p:spTree>
    <p:extLst>
      <p:ext uri="{BB962C8B-B14F-4D97-AF65-F5344CB8AC3E}">
        <p14:creationId xmlns:p14="http://schemas.microsoft.com/office/powerpoint/2010/main" val="940630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106427" y="3105834"/>
            <a:ext cx="3979145"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11: Generación de la superficie para el corredor del valle</a:t>
            </a:r>
          </a:p>
        </p:txBody>
      </p:sp>
      <p:pic>
        <p:nvPicPr>
          <p:cNvPr id="9" name="Imagen 8">
            <a:extLst>
              <a:ext uri="{FF2B5EF4-FFF2-40B4-BE49-F238E27FC236}">
                <a16:creationId xmlns:a16="http://schemas.microsoft.com/office/drawing/2014/main" id="{BC352104-BF00-4C00-84C9-17B54893E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68226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4" y="461042"/>
            <a:ext cx="11089232"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La definición de corredor requiere de varios elementos: Una Superficie TIN, un alineamiento en planta, un alineamiento en perfil y una sección transversal (puede tener varios elementos). </a:t>
            </a:r>
          </a:p>
        </p:txBody>
      </p:sp>
      <p:pic>
        <p:nvPicPr>
          <p:cNvPr id="5" name="Imagen 4"/>
          <p:cNvPicPr>
            <a:picLocks noChangeAspect="1"/>
          </p:cNvPicPr>
          <p:nvPr/>
        </p:nvPicPr>
        <p:blipFill rotWithShape="1">
          <a:blip r:embed="rId2"/>
          <a:srcRect l="12988" r="9051" b="32768"/>
          <a:stretch/>
        </p:blipFill>
        <p:spPr>
          <a:xfrm>
            <a:off x="587267" y="1105585"/>
            <a:ext cx="7128792" cy="3456384"/>
          </a:xfrm>
          <a:prstGeom prst="rect">
            <a:avLst/>
          </a:prstGeom>
        </p:spPr>
      </p:pic>
      <p:sp>
        <p:nvSpPr>
          <p:cNvPr id="7" name="7 CuadroTexto">
            <a:extLst>
              <a:ext uri="{FF2B5EF4-FFF2-40B4-BE49-F238E27FC236}">
                <a16:creationId xmlns:a16="http://schemas.microsoft.com/office/drawing/2014/main" id="{1D929B93-3860-474D-A27B-3CEF23FD92E2}"/>
              </a:ext>
            </a:extLst>
          </p:cNvPr>
          <p:cNvSpPr txBox="1"/>
          <p:nvPr/>
        </p:nvSpPr>
        <p:spPr>
          <a:xfrm>
            <a:off x="529970" y="4747211"/>
            <a:ext cx="4485910" cy="132343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Para la definición del MDT a partir de las líneas creadas por el corredor, clic derecho – Propiedades del Corredor – </a:t>
            </a:r>
            <a:r>
              <a:rPr lang="es-CO" sz="1600" dirty="0" err="1">
                <a:latin typeface="Segoe UI Light" panose="020B0502040204020203" pitchFamily="34" charset="0"/>
                <a:cs typeface="Segoe UI Light" panose="020B0502040204020203" pitchFamily="34" charset="0"/>
              </a:rPr>
              <a:t>Pesta</a:t>
            </a:r>
            <a:r>
              <a:rPr lang="es-ES" sz="1600" dirty="0">
                <a:latin typeface="Segoe UI Light" panose="020B0502040204020203" pitchFamily="34" charset="0"/>
                <a:cs typeface="Segoe UI Light" panose="020B0502040204020203" pitchFamily="34" charset="0"/>
              </a:rPr>
              <a:t>ñ</a:t>
            </a:r>
            <a:r>
              <a:rPr lang="es-CO" sz="1600" dirty="0">
                <a:latin typeface="Segoe UI Light" panose="020B0502040204020203" pitchFamily="34" charset="0"/>
                <a:cs typeface="Segoe UI Light" panose="020B0502040204020203" pitchFamily="34" charset="0"/>
              </a:rPr>
              <a:t>a </a:t>
            </a:r>
            <a:r>
              <a:rPr lang="es-CO" sz="1600" dirty="0" err="1">
                <a:latin typeface="Segoe UI Light" panose="020B0502040204020203" pitchFamily="34" charset="0"/>
                <a:cs typeface="Segoe UI Light" panose="020B0502040204020203" pitchFamily="34" charset="0"/>
              </a:rPr>
              <a:t>Surfaces</a:t>
            </a:r>
            <a:r>
              <a:rPr lang="es-CO" sz="1600" dirty="0">
                <a:latin typeface="Segoe UI Light" panose="020B0502040204020203" pitchFamily="34" charset="0"/>
                <a:cs typeface="Segoe UI Light" panose="020B0502040204020203" pitchFamily="34" charset="0"/>
              </a:rPr>
              <a:t> – Crear superficie del corredor. Agregar todas las </a:t>
            </a:r>
            <a:r>
              <a:rPr lang="es-CO" sz="1600" dirty="0" err="1">
                <a:latin typeface="Segoe UI Light" panose="020B0502040204020203" pitchFamily="34" charset="0"/>
                <a:cs typeface="Segoe UI Light" panose="020B0502040204020203" pitchFamily="34" charset="0"/>
              </a:rPr>
              <a:t>lineas</a:t>
            </a:r>
            <a:r>
              <a:rPr lang="es-CO" sz="1600" dirty="0">
                <a:latin typeface="Segoe UI Light" panose="020B0502040204020203" pitchFamily="34" charset="0"/>
                <a:cs typeface="Segoe UI Light" panose="020B0502040204020203" pitchFamily="34" charset="0"/>
              </a:rPr>
              <a:t> y dar clic en aceptar.</a:t>
            </a:r>
          </a:p>
        </p:txBody>
      </p:sp>
      <p:grpSp>
        <p:nvGrpSpPr>
          <p:cNvPr id="3" name="Grupo 2">
            <a:extLst>
              <a:ext uri="{FF2B5EF4-FFF2-40B4-BE49-F238E27FC236}">
                <a16:creationId xmlns:a16="http://schemas.microsoft.com/office/drawing/2014/main" id="{C7B8B3A7-A49C-4AD2-8D89-D85BE208EEEF}"/>
              </a:ext>
            </a:extLst>
          </p:cNvPr>
          <p:cNvGrpSpPr/>
          <p:nvPr/>
        </p:nvGrpSpPr>
        <p:grpSpPr>
          <a:xfrm>
            <a:off x="5375920" y="3248969"/>
            <a:ext cx="6492130" cy="3455722"/>
            <a:chOff x="4767186" y="3563724"/>
            <a:chExt cx="5900814" cy="3140968"/>
          </a:xfrm>
        </p:grpSpPr>
        <p:pic>
          <p:nvPicPr>
            <p:cNvPr id="6" name="Imagen 5"/>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4767186" y="3563724"/>
              <a:ext cx="5900814" cy="3140968"/>
            </a:xfrm>
            <a:prstGeom prst="rect">
              <a:avLst/>
            </a:prstGeom>
          </p:spPr>
        </p:pic>
        <p:sp>
          <p:nvSpPr>
            <p:cNvPr id="2" name="Elipse 1">
              <a:extLst>
                <a:ext uri="{FF2B5EF4-FFF2-40B4-BE49-F238E27FC236}">
                  <a16:creationId xmlns:a16="http://schemas.microsoft.com/office/drawing/2014/main" id="{15BF1F8F-240E-44B6-B627-E1C757CE3EB0}"/>
                </a:ext>
              </a:extLst>
            </p:cNvPr>
            <p:cNvSpPr/>
            <p:nvPr/>
          </p:nvSpPr>
          <p:spPr>
            <a:xfrm>
              <a:off x="4871864" y="4221088"/>
              <a:ext cx="216024" cy="2160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a:latin typeface="Segoe UI Light" panose="020B0502040204020203" pitchFamily="34" charset="0"/>
                <a:cs typeface="Segoe UI Light" panose="020B0502040204020203" pitchFamily="34" charset="0"/>
              </a:endParaRPr>
            </a:p>
          </p:txBody>
        </p:sp>
      </p:grpSp>
      <p:pic>
        <p:nvPicPr>
          <p:cNvPr id="9" name="Imagen 8">
            <a:extLst>
              <a:ext uri="{FF2B5EF4-FFF2-40B4-BE49-F238E27FC236}">
                <a16:creationId xmlns:a16="http://schemas.microsoft.com/office/drawing/2014/main" id="{DF9F19C2-9090-4F91-AD98-711DF0822D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1C15289C-A0DC-4066-AD8F-C44E23A300C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11: Generación de la superficie para el corredor del valle</a:t>
            </a:r>
          </a:p>
        </p:txBody>
      </p:sp>
    </p:spTree>
    <p:extLst>
      <p:ext uri="{BB962C8B-B14F-4D97-AF65-F5344CB8AC3E}">
        <p14:creationId xmlns:p14="http://schemas.microsoft.com/office/powerpoint/2010/main" val="3140054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7 CuadroTexto">
            <a:extLst>
              <a:ext uri="{FF2B5EF4-FFF2-40B4-BE49-F238E27FC236}">
                <a16:creationId xmlns:a16="http://schemas.microsoft.com/office/drawing/2014/main" id="{3572065F-81C1-454C-8E77-453E36FB65E9}"/>
              </a:ext>
            </a:extLst>
          </p:cNvPr>
          <p:cNvSpPr txBox="1"/>
          <p:nvPr/>
        </p:nvSpPr>
        <p:spPr>
          <a:xfrm>
            <a:off x="4331804" y="3305889"/>
            <a:ext cx="3528392" cy="246221"/>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baalkara@gmail.com</a:t>
            </a:r>
          </a:p>
        </p:txBody>
      </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8090</TotalTime>
  <Words>1470</Words>
  <Application>Microsoft Office PowerPoint</Application>
  <PresentationFormat>Widescreen</PresentationFormat>
  <Paragraphs>98</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HCMC_2_4</dc:title>
  <dc:creator>master</dc:creator>
  <cp:lastModifiedBy>WILLIAM RICARDO AGUILAR PIÑA</cp:lastModifiedBy>
  <cp:revision>459</cp:revision>
  <dcterms:created xsi:type="dcterms:W3CDTF">2010-05-17T13:13:34Z</dcterms:created>
  <dcterms:modified xsi:type="dcterms:W3CDTF">2025-11-21T16:06:27Z</dcterms:modified>
</cp:coreProperties>
</file>