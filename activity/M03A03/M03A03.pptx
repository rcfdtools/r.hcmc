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88" r:id="rId2"/>
    <p:sldId id="301" r:id="rId3"/>
    <p:sldId id="385" r:id="rId4"/>
    <p:sldId id="333" r:id="rId5"/>
    <p:sldId id="386" r:id="rId6"/>
    <p:sldId id="334" r:id="rId7"/>
    <p:sldId id="335" r:id="rId8"/>
    <p:sldId id="336" r:id="rId9"/>
    <p:sldId id="387" r:id="rId10"/>
    <p:sldId id="337" r:id="rId11"/>
    <p:sldId id="338" r:id="rId12"/>
    <p:sldId id="339" r:id="rId13"/>
    <p:sldId id="340" r:id="rId14"/>
    <p:sldId id="341" r:id="rId15"/>
    <p:sldId id="342" r:id="rId16"/>
    <p:sldId id="384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3" autoAdjust="0"/>
    <p:restoredTop sz="93623" autoAdjust="0"/>
  </p:normalViewPr>
  <p:slideViewPr>
    <p:cSldViewPr>
      <p:cViewPr varScale="1">
        <p:scale>
          <a:sx n="120" d="100"/>
          <a:sy n="120" d="100"/>
        </p:scale>
        <p:origin x="114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RICARDO AGUILAR PIÑA" userId="25538c52-b196-49fc-9025-2dd86a54f18a" providerId="ADAL" clId="{4E2DAAE1-03D7-474F-9953-8EA692339A30}"/>
    <pc:docChg chg="undo custSel modSld">
      <pc:chgData name="WILLIAM RICARDO AGUILAR PIÑA" userId="25538c52-b196-49fc-9025-2dd86a54f18a" providerId="ADAL" clId="{4E2DAAE1-03D7-474F-9953-8EA692339A30}" dt="2024-11-14T15:53:24.147" v="43" actId="20577"/>
      <pc:docMkLst>
        <pc:docMk/>
      </pc:docMkLst>
      <pc:sldChg chg="modSp mod">
        <pc:chgData name="WILLIAM RICARDO AGUILAR PIÑA" userId="25538c52-b196-49fc-9025-2dd86a54f18a" providerId="ADAL" clId="{4E2DAAE1-03D7-474F-9953-8EA692339A30}" dt="2024-11-14T15:51:00.967" v="2" actId="20577"/>
        <pc:sldMkLst>
          <pc:docMk/>
          <pc:sldMk cId="3355512294" sldId="334"/>
        </pc:sldMkLst>
        <pc:spChg chg="mod">
          <ac:chgData name="WILLIAM RICARDO AGUILAR PIÑA" userId="25538c52-b196-49fc-9025-2dd86a54f18a" providerId="ADAL" clId="{4E2DAAE1-03D7-474F-9953-8EA692339A30}" dt="2024-11-14T15:51:00.967" v="2" actId="20577"/>
          <ac:spMkLst>
            <pc:docMk/>
            <pc:sldMk cId="3355512294" sldId="334"/>
            <ac:spMk id="8" creationId="{00000000-0000-0000-0000-000000000000}"/>
          </ac:spMkLst>
        </pc:spChg>
      </pc:sldChg>
      <pc:sldChg chg="modSp mod">
        <pc:chgData name="WILLIAM RICARDO AGUILAR PIÑA" userId="25538c52-b196-49fc-9025-2dd86a54f18a" providerId="ADAL" clId="{4E2DAAE1-03D7-474F-9953-8EA692339A30}" dt="2024-11-14T15:53:24.147" v="43" actId="20577"/>
        <pc:sldMkLst>
          <pc:docMk/>
          <pc:sldMk cId="1920760524" sldId="338"/>
        </pc:sldMkLst>
        <pc:spChg chg="mod">
          <ac:chgData name="WILLIAM RICARDO AGUILAR PIÑA" userId="25538c52-b196-49fc-9025-2dd86a54f18a" providerId="ADAL" clId="{4E2DAAE1-03D7-474F-9953-8EA692339A30}" dt="2024-11-14T15:53:24.147" v="43" actId="20577"/>
          <ac:spMkLst>
            <pc:docMk/>
            <pc:sldMk cId="1920760524" sldId="338"/>
            <ac:spMk id="8" creationId="{00000000-0000-0000-0000-000000000000}"/>
          </ac:spMkLst>
        </pc:spChg>
        <pc:picChg chg="mod">
          <ac:chgData name="WILLIAM RICARDO AGUILAR PIÑA" userId="25538c52-b196-49fc-9025-2dd86a54f18a" providerId="ADAL" clId="{4E2DAAE1-03D7-474F-9953-8EA692339A30}" dt="2024-11-14T15:53:13.521" v="41" actId="1076"/>
          <ac:picMkLst>
            <pc:docMk/>
            <pc:sldMk cId="1920760524" sldId="338"/>
            <ac:picMk id="5" creationId="{00000000-0000-0000-0000-000000000000}"/>
          </ac:picMkLst>
        </pc:picChg>
        <pc:picChg chg="mod">
          <ac:chgData name="WILLIAM RICARDO AGUILAR PIÑA" userId="25538c52-b196-49fc-9025-2dd86a54f18a" providerId="ADAL" clId="{4E2DAAE1-03D7-474F-9953-8EA692339A30}" dt="2024-11-14T15:53:13.521" v="41" actId="1076"/>
          <ac:picMkLst>
            <pc:docMk/>
            <pc:sldMk cId="1920760524" sldId="338"/>
            <ac:picMk id="12" creationId="{5D248159-155C-4801-BD60-11796E421EE0}"/>
          </ac:picMkLst>
        </pc:picChg>
      </pc:sldChg>
    </pc:docChg>
  </pc:docChgLst>
  <pc:docChgLst>
    <pc:chgData name="WILLIAM RICARDO AGUILAR PIÑA" userId="25538c52-b196-49fc-9025-2dd86a54f18a" providerId="ADAL" clId="{C1DCD5D7-E530-4E35-B25F-DEAD50155C96}"/>
    <pc:docChg chg="modSld">
      <pc:chgData name="WILLIAM RICARDO AGUILAR PIÑA" userId="25538c52-b196-49fc-9025-2dd86a54f18a" providerId="ADAL" clId="{C1DCD5D7-E530-4E35-B25F-DEAD50155C96}" dt="2024-11-16T14:19:33.301" v="6" actId="20577"/>
      <pc:docMkLst>
        <pc:docMk/>
      </pc:docMkLst>
      <pc:sldChg chg="modSp mod">
        <pc:chgData name="WILLIAM RICARDO AGUILAR PIÑA" userId="25538c52-b196-49fc-9025-2dd86a54f18a" providerId="ADAL" clId="{C1DCD5D7-E530-4E35-B25F-DEAD50155C96}" dt="2024-11-15T15:09:11.200" v="0" actId="20577"/>
        <pc:sldMkLst>
          <pc:docMk/>
          <pc:sldMk cId="3206536397" sldId="333"/>
        </pc:sldMkLst>
        <pc:spChg chg="mod">
          <ac:chgData name="WILLIAM RICARDO AGUILAR PIÑA" userId="25538c52-b196-49fc-9025-2dd86a54f18a" providerId="ADAL" clId="{C1DCD5D7-E530-4E35-B25F-DEAD50155C96}" dt="2024-11-15T15:09:11.200" v="0" actId="20577"/>
          <ac:spMkLst>
            <pc:docMk/>
            <pc:sldMk cId="3206536397" sldId="333"/>
            <ac:spMk id="8" creationId="{00000000-0000-0000-0000-000000000000}"/>
          </ac:spMkLst>
        </pc:spChg>
      </pc:sldChg>
      <pc:sldChg chg="addSp modSp mod">
        <pc:chgData name="WILLIAM RICARDO AGUILAR PIÑA" userId="25538c52-b196-49fc-9025-2dd86a54f18a" providerId="ADAL" clId="{C1DCD5D7-E530-4E35-B25F-DEAD50155C96}" dt="2024-11-16T14:19:33.301" v="6" actId="20577"/>
        <pc:sldMkLst>
          <pc:docMk/>
          <pc:sldMk cId="2237211416" sldId="336"/>
        </pc:sldMkLst>
        <pc:spChg chg="add mod">
          <ac:chgData name="WILLIAM RICARDO AGUILAR PIÑA" userId="25538c52-b196-49fc-9025-2dd86a54f18a" providerId="ADAL" clId="{C1DCD5D7-E530-4E35-B25F-DEAD50155C96}" dt="2024-11-16T14:19:33.301" v="6" actId="20577"/>
          <ac:spMkLst>
            <pc:docMk/>
            <pc:sldMk cId="2237211416" sldId="336"/>
            <ac:spMk id="3" creationId="{A4A0B33C-EA36-7650-45B1-22CE6DAD78D5}"/>
          </ac:spMkLst>
        </pc:spChg>
      </pc:sldChg>
    </pc:docChg>
  </pc:docChgLst>
  <pc:docChgLst>
    <pc:chgData name="WILLIAM RICARDO AGUILAR PIÑA" userId="25538c52-b196-49fc-9025-2dd86a54f18a" providerId="ADAL" clId="{2E819E0E-11F6-4A8A-A452-FE2CE53C0AF1}"/>
    <pc:docChg chg="undo custSel modSld">
      <pc:chgData name="WILLIAM RICARDO AGUILAR PIÑA" userId="25538c52-b196-49fc-9025-2dd86a54f18a" providerId="ADAL" clId="{2E819E0E-11F6-4A8A-A452-FE2CE53C0AF1}" dt="2020-10-24T14:25:55.948" v="363" actId="20577"/>
      <pc:docMkLst>
        <pc:docMk/>
      </pc:docMkLst>
      <pc:sldChg chg="modSp mod">
        <pc:chgData name="WILLIAM RICARDO AGUILAR PIÑA" userId="25538c52-b196-49fc-9025-2dd86a54f18a" providerId="ADAL" clId="{2E819E0E-11F6-4A8A-A452-FE2CE53C0AF1}" dt="2020-10-24T14:00:14.626" v="15" actId="207"/>
        <pc:sldMkLst>
          <pc:docMk/>
          <pc:sldMk cId="2852190545" sldId="301"/>
        </pc:sldMkLst>
      </pc:sldChg>
      <pc:sldChg chg="modSp mod">
        <pc:chgData name="WILLIAM RICARDO AGUILAR PIÑA" userId="25538c52-b196-49fc-9025-2dd86a54f18a" providerId="ADAL" clId="{2E819E0E-11F6-4A8A-A452-FE2CE53C0AF1}" dt="2020-10-24T14:00:31.019" v="16" actId="207"/>
        <pc:sldMkLst>
          <pc:docMk/>
          <pc:sldMk cId="3206536397" sldId="333"/>
        </pc:sldMkLst>
      </pc:sldChg>
      <pc:sldChg chg="modSp mod">
        <pc:chgData name="WILLIAM RICARDO AGUILAR PIÑA" userId="25538c52-b196-49fc-9025-2dd86a54f18a" providerId="ADAL" clId="{2E819E0E-11F6-4A8A-A452-FE2CE53C0AF1}" dt="2020-10-24T14:25:20.882" v="350"/>
        <pc:sldMkLst>
          <pc:docMk/>
          <pc:sldMk cId="3355512294" sldId="334"/>
        </pc:sldMkLst>
      </pc:sldChg>
      <pc:sldChg chg="modSp mod">
        <pc:chgData name="WILLIAM RICARDO AGUILAR PIÑA" userId="25538c52-b196-49fc-9025-2dd86a54f18a" providerId="ADAL" clId="{2E819E0E-11F6-4A8A-A452-FE2CE53C0AF1}" dt="2020-10-24T14:25:24.449" v="351"/>
        <pc:sldMkLst>
          <pc:docMk/>
          <pc:sldMk cId="4259820820" sldId="335"/>
        </pc:sldMkLst>
      </pc:sldChg>
      <pc:sldChg chg="modSp mod">
        <pc:chgData name="WILLIAM RICARDO AGUILAR PIÑA" userId="25538c52-b196-49fc-9025-2dd86a54f18a" providerId="ADAL" clId="{2E819E0E-11F6-4A8A-A452-FE2CE53C0AF1}" dt="2020-10-24T14:25:28.665" v="352"/>
        <pc:sldMkLst>
          <pc:docMk/>
          <pc:sldMk cId="2237211416" sldId="336"/>
        </pc:sldMkLst>
      </pc:sldChg>
      <pc:sldChg chg="modSp mod">
        <pc:chgData name="WILLIAM RICARDO AGUILAR PIÑA" userId="25538c52-b196-49fc-9025-2dd86a54f18a" providerId="ADAL" clId="{2E819E0E-11F6-4A8A-A452-FE2CE53C0AF1}" dt="2020-10-24T14:25:39.721" v="354"/>
        <pc:sldMkLst>
          <pc:docMk/>
          <pc:sldMk cId="2719318525" sldId="337"/>
        </pc:sldMkLst>
      </pc:sldChg>
      <pc:sldChg chg="modSp mod">
        <pc:chgData name="WILLIAM RICARDO AGUILAR PIÑA" userId="25538c52-b196-49fc-9025-2dd86a54f18a" providerId="ADAL" clId="{2E819E0E-11F6-4A8A-A452-FE2CE53C0AF1}" dt="2020-10-24T14:25:43.753" v="355"/>
        <pc:sldMkLst>
          <pc:docMk/>
          <pc:sldMk cId="1920760524" sldId="338"/>
        </pc:sldMkLst>
      </pc:sldChg>
      <pc:sldChg chg="modSp mod">
        <pc:chgData name="WILLIAM RICARDO AGUILAR PIÑA" userId="25538c52-b196-49fc-9025-2dd86a54f18a" providerId="ADAL" clId="{2E819E0E-11F6-4A8A-A452-FE2CE53C0AF1}" dt="2020-10-24T14:25:46.145" v="356"/>
        <pc:sldMkLst>
          <pc:docMk/>
          <pc:sldMk cId="3837675634" sldId="339"/>
        </pc:sldMkLst>
      </pc:sldChg>
      <pc:sldChg chg="modSp mod">
        <pc:chgData name="WILLIAM RICARDO AGUILAR PIÑA" userId="25538c52-b196-49fc-9025-2dd86a54f18a" providerId="ADAL" clId="{2E819E0E-11F6-4A8A-A452-FE2CE53C0AF1}" dt="2020-10-24T14:25:48.352" v="357"/>
        <pc:sldMkLst>
          <pc:docMk/>
          <pc:sldMk cId="2509676876" sldId="340"/>
        </pc:sldMkLst>
      </pc:sldChg>
      <pc:sldChg chg="modSp mod">
        <pc:chgData name="WILLIAM RICARDO AGUILAR PIÑA" userId="25538c52-b196-49fc-9025-2dd86a54f18a" providerId="ADAL" clId="{2E819E0E-11F6-4A8A-A452-FE2CE53C0AF1}" dt="2020-10-24T14:25:50.537" v="358"/>
        <pc:sldMkLst>
          <pc:docMk/>
          <pc:sldMk cId="1415362225" sldId="341"/>
        </pc:sldMkLst>
      </pc:sldChg>
      <pc:sldChg chg="modSp mod">
        <pc:chgData name="WILLIAM RICARDO AGUILAR PIÑA" userId="25538c52-b196-49fc-9025-2dd86a54f18a" providerId="ADAL" clId="{2E819E0E-11F6-4A8A-A452-FE2CE53C0AF1}" dt="2020-10-24T14:25:55.948" v="363" actId="20577"/>
        <pc:sldMkLst>
          <pc:docMk/>
          <pc:sldMk cId="4082771671" sldId="342"/>
        </pc:sldMkLst>
      </pc:sldChg>
      <pc:sldChg chg="modSp mod">
        <pc:chgData name="WILLIAM RICARDO AGUILAR PIÑA" userId="25538c52-b196-49fc-9025-2dd86a54f18a" providerId="ADAL" clId="{2E819E0E-11F6-4A8A-A452-FE2CE53C0AF1}" dt="2020-10-24T14:25:15.010" v="349" actId="20577"/>
        <pc:sldMkLst>
          <pc:docMk/>
          <pc:sldMk cId="314666699" sldId="386"/>
        </pc:sldMkLst>
      </pc:sldChg>
      <pc:sldChg chg="modSp mod">
        <pc:chgData name="WILLIAM RICARDO AGUILAR PIÑA" userId="25538c52-b196-49fc-9025-2dd86a54f18a" providerId="ADAL" clId="{2E819E0E-11F6-4A8A-A452-FE2CE53C0AF1}" dt="2020-10-24T14:25:33.161" v="353"/>
        <pc:sldMkLst>
          <pc:docMk/>
          <pc:sldMk cId="464937503" sldId="387"/>
        </pc:sldMkLst>
      </pc:sldChg>
      <pc:sldChg chg="modSp mod">
        <pc:chgData name="WILLIAM RICARDO AGUILAR PIÑA" userId="25538c52-b196-49fc-9025-2dd86a54f18a" providerId="ADAL" clId="{2E819E0E-11F6-4A8A-A452-FE2CE53C0AF1}" dt="2020-10-24T14:23:48.897" v="331" actId="207"/>
        <pc:sldMkLst>
          <pc:docMk/>
          <pc:sldMk cId="0" sldId="388"/>
        </pc:sldMkLst>
      </pc:sldChg>
    </pc:docChg>
  </pc:docChgLst>
  <pc:docChgLst>
    <pc:chgData name="WILLIAM RICARDO AGUILAR PIÑA" userId="25538c52-b196-49fc-9025-2dd86a54f18a" providerId="ADAL" clId="{E50E4F8A-0456-44C3-B820-6D9DB1E8797B}"/>
    <pc:docChg chg="modSld">
      <pc:chgData name="WILLIAM RICARDO AGUILAR PIÑA" userId="25538c52-b196-49fc-9025-2dd86a54f18a" providerId="ADAL" clId="{E50E4F8A-0456-44C3-B820-6D9DB1E8797B}" dt="2018-06-29T15:35:20.909" v="1" actId="20577"/>
      <pc:docMkLst>
        <pc:docMk/>
      </pc:docMkLst>
      <pc:sldChg chg="modSp">
        <pc:chgData name="WILLIAM RICARDO AGUILAR PIÑA" userId="25538c52-b196-49fc-9025-2dd86a54f18a" providerId="ADAL" clId="{E50E4F8A-0456-44C3-B820-6D9DB1E8797B}" dt="2018-06-29T15:35:20.909" v="1" actId="20577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E91DE-ABC6-4D22-89A0-1765B629FB43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AC943-C359-4C07-B08A-993C08E8D67C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029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microsoft.com/office/2007/relationships/hdphoto" Target="../media/hdphoto3.wdp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sl.orst.edu/geowater/FX3/help/8_Hydraulic_Reference/Flow_Profiles.htm" TargetMode="External"/><Relationship Id="rId3" Type="http://schemas.microsoft.com/office/2007/relationships/hdphoto" Target="../media/hdphoto5.wdp"/><Relationship Id="rId7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07/relationships/hdphoto" Target="../media/hdphoto6.wdp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7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07/relationships/hdphoto" Target="../media/hdphoto8.wdp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7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07/relationships/hdphoto" Target="../media/hdphoto10.wdp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7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07/relationships/hdphoto" Target="../media/hdphoto13.wdp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hdphoto" Target="../media/hdphoto15.wdp"/><Relationship Id="rId7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6.wdp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cfdtools/R.HydroTools/wiki/License" TargetMode="External"/><Relationship Id="rId2" Type="http://schemas.openxmlformats.org/officeDocument/2006/relationships/hyperlink" Target="https://github.com/rcfdtools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>
            <a:extLst>
              <a:ext uri="{FF2B5EF4-FFF2-40B4-BE49-F238E27FC236}">
                <a16:creationId xmlns:a16="http://schemas.microsoft.com/office/drawing/2014/main" id="{E9DA7A0E-6784-4BDE-BD91-0ED97A8B0BC4}"/>
              </a:ext>
            </a:extLst>
          </p:cNvPr>
          <p:cNvSpPr txBox="1">
            <a:spLocks/>
          </p:cNvSpPr>
          <p:nvPr/>
        </p:nvSpPr>
        <p:spPr>
          <a:xfrm>
            <a:off x="7620002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v.20201024</a:t>
            </a:r>
            <a:endParaRPr lang="es-CO" sz="800" spc="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9A78CE6B-FC30-4CE6-AC08-3CABD9A7D650}"/>
              </a:ext>
            </a:extLst>
          </p:cNvPr>
          <p:cNvSpPr txBox="1">
            <a:spLocks/>
          </p:cNvSpPr>
          <p:nvPr/>
        </p:nvSpPr>
        <p:spPr>
          <a:xfrm>
            <a:off x="0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Info: r.cfdtools@gmail.com</a:t>
            </a:r>
            <a:endParaRPr lang="es-CO" sz="800" spc="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9" name="1 Título">
            <a:extLst>
              <a:ext uri="{FF2B5EF4-FFF2-40B4-BE49-F238E27FC236}">
                <a16:creationId xmlns:a16="http://schemas.microsoft.com/office/drawing/2014/main" id="{AD66F173-09A5-4585-B28A-DD04388ED02F}"/>
              </a:ext>
            </a:extLst>
          </p:cNvPr>
          <p:cNvSpPr txBox="1">
            <a:spLocks/>
          </p:cNvSpPr>
          <p:nvPr/>
        </p:nvSpPr>
        <p:spPr>
          <a:xfrm>
            <a:off x="0" y="4263073"/>
            <a:ext cx="12192000" cy="154155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Herramientas computacionales para el diseño y modelación de cauces</a:t>
            </a:r>
          </a:p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Modelación hidráulica 1D con HEC-GeoRAS y HEC-RAS</a:t>
            </a: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Definición de parámetros hidráulicos y condiciones de frontera</a:t>
            </a:r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DCA9465-BC53-44EF-B54D-1AB48AA226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4742F02-A194-4532-B3E7-FB9F7B35C5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852" y="2553460"/>
            <a:ext cx="1574295" cy="1751080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BA3F77C4-58C8-4B44-8131-874CE3E719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7" y="26672"/>
            <a:ext cx="449679" cy="45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1955540" y="997565"/>
            <a:ext cx="828092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Objetivo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Establecer los parámetros para la modelación hidráulica y definir las condiciones de frontera requeridas para las condiciones de flujo permanente y no permanente.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Herramientas computacionales requeridas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HEC-RAS versión 5.0.7. http://www.hec.usace.army.mil/software/hec-ras/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Microsoft Excel 2016®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Insumos requeridos</a:t>
            </a: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 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Modelo HECRAS_v1 con geometría importada desde ArcGIS usando HEC-GeoRAS o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Hoja global de diseño con parámetros generales, caudales pico e hidrogramas para diferentes periodos de retorno y para diferentes puntos de estudio.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0713A4-9460-4753-B637-BC20EB0F61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90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429454" y="3244334"/>
            <a:ext cx="5333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Asignación de rugosidades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F698741-A0C5-4735-8B11-4090BA611A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695400" y="620688"/>
            <a:ext cx="43924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Desde el editor de geometría, menú Tables –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Manning’s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k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values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Asignación de rugosidades en la zona central del canal entre bancas y en zonas laterales. En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River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seleccionar todos los ríos y aplicar 0.035 para las zonas laterales y 0.018 para la zona central. Guarde la geometría.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Estos valores fueron establecidos previamente y se utilizaron para el diseño hidráulico de la sección compuesta.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35960" y="620688"/>
            <a:ext cx="5486885" cy="5944124"/>
          </a:xfrm>
          <a:prstGeom prst="rect">
            <a:avLst/>
          </a:prstGeom>
        </p:spPr>
      </p:pic>
      <p:sp>
        <p:nvSpPr>
          <p:cNvPr id="5" name="1 Título">
            <a:extLst>
              <a:ext uri="{FF2B5EF4-FFF2-40B4-BE49-F238E27FC236}">
                <a16:creationId xmlns:a16="http://schemas.microsoft.com/office/drawing/2014/main" id="{7ADC116A-44AE-4B3C-8136-EC03898BEF4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Asignación de rugosidades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E6C807F-E33A-4034-BB6F-E1579C78D6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280" y="1340768"/>
            <a:ext cx="360000" cy="36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439DCE5-4867-4D0A-94C6-F9E58B6DF3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36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808620" y="3105834"/>
            <a:ext cx="4574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2. Datos hidráulicos y condiciones de frontera para para flujo permanente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5A8A5AC-7421-4AA5-BF06-AC812A4DDD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66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695400" y="701420"/>
            <a:ext cx="48245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la ventana de proyecto HEC-RAS, de clic en el botón View/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Edit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steady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flow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data o desde el menú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Edit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–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Steady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Flow Data. Defina dos perfiles, uno para el caudal dominante de diseño correspondiente al periodo de retorno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= 2.33yr y otro para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= 100yr. Desde el menú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Options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renombre los perfiles mediante la opción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Edit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Profile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Names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24803" y="687665"/>
            <a:ext cx="5011757" cy="129614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24802" y="2055818"/>
            <a:ext cx="5011757" cy="217902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24802" y="4346319"/>
            <a:ext cx="5011757" cy="2179025"/>
          </a:xfrm>
          <a:prstGeom prst="rect">
            <a:avLst/>
          </a:prstGeom>
        </p:spPr>
      </p:pic>
      <p:sp>
        <p:nvSpPr>
          <p:cNvPr id="7" name="1 Título">
            <a:extLst>
              <a:ext uri="{FF2B5EF4-FFF2-40B4-BE49-F238E27FC236}">
                <a16:creationId xmlns:a16="http://schemas.microsoft.com/office/drawing/2014/main" id="{B2B87D46-79B6-4F12-8B2D-97CFD8D3043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2. Datos hidráulicos y condiciones de frontera para para flujo permanente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E6C807F-E33A-4034-BB6F-E1579C78D67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072" y="1083955"/>
            <a:ext cx="360000" cy="3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E6C807F-E33A-4034-BB6F-E1579C78D67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184" y="2492896"/>
            <a:ext cx="360000" cy="360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003A90E-91AC-4818-93D9-807F38138C4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5543624"/>
            <a:ext cx="360000" cy="36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8CA8624-DE3E-4F5E-9FBB-3B67AFD2499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12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35360" y="572154"/>
            <a:ext cx="46805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Ingrese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los caudales registrados en la hoja global de diseño para los puntos de inicio de cada tramo correspondientes a los puntos de estudio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J4660 - ARRIBALAT1 en abscisa 10516m: 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2.33yr = 130m3/s,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100yr = 522.1m3</a:t>
            </a:r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/s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J4682 – ABAJOLAT1 en abscisa 8885m: 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2.33yr = 129.6m3/s,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100yr = 519.7m3</a:t>
            </a:r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/s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W19610: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Subcuenca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cauce LATERAL1 en abscisa 4571m: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2.33yr = 42m3/s,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100yr = 122.2m3/s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5323722" y="576335"/>
            <a:ext cx="6532918" cy="188497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5323722" y="2560738"/>
            <a:ext cx="6532918" cy="190979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5323722" y="4569960"/>
            <a:ext cx="6532918" cy="190198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8D1FC18-62BE-440E-AF13-824CAEA07B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1518821"/>
            <a:ext cx="360000" cy="36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2610000-351D-41AE-BDD4-A53AB055F6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0726" y="1518821"/>
            <a:ext cx="360000" cy="360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5BBC93F-940A-4A57-8F36-C007F3DF006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135" y="3573016"/>
            <a:ext cx="360000" cy="360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3994B51-4E73-4C45-8350-F3E440E50A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637" y="3573016"/>
            <a:ext cx="360000" cy="360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BE21980-BA51-4AC1-83AC-235DF8EA8C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202" y="5589240"/>
            <a:ext cx="360000" cy="36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52D7E63-4F80-4ED8-AF1D-5F9E8CCF50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7704" y="5589240"/>
            <a:ext cx="360000" cy="3600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A0EA7A5-1E27-4423-B4A6-2513A67664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9" name="1 Título">
            <a:extLst>
              <a:ext uri="{FF2B5EF4-FFF2-40B4-BE49-F238E27FC236}">
                <a16:creationId xmlns:a16="http://schemas.microsoft.com/office/drawing/2014/main" id="{EFCEB10A-9E6C-4C04-8EC4-AB7AA455C92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2. Datos hidráulicos y condiciones de frontera para para flujo permanente</a:t>
            </a:r>
          </a:p>
        </p:txBody>
      </p:sp>
    </p:spTree>
    <p:extLst>
      <p:ext uri="{BB962C8B-B14F-4D97-AF65-F5344CB8AC3E}">
        <p14:creationId xmlns:p14="http://schemas.microsoft.com/office/powerpoint/2010/main" val="4259820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623392" y="836712"/>
            <a:ext cx="504056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Condiciones de frontera</a:t>
            </a:r>
          </a:p>
          <a:p>
            <a:pPr algn="ctr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flujo permanente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 clic en el botón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Reach Boundary Conditions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establezca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siguientes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condiciones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pPr algn="just"/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ARROYOELZORRO – ABAJOLAT1: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Aguas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abajo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con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profundidad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normal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ingresando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pendiente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diseño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0.0008969 m/m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ARROYOELZORRO – ARRIBALAT1: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Aguas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arriba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con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profundidad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crítica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LATERAL1 – LATERAL1: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Aguas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arriba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con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profundidad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crítica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pPr algn="just"/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Nota: Para la modelación del cauce lateral puede considerar la condición de simultaneidad de la precipitación, incluyendo el caudal pico obtenido para el factor de atenuación 0.63.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71358" y="836712"/>
            <a:ext cx="4956176" cy="289940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71359" y="3880137"/>
            <a:ext cx="4965201" cy="252027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52D2258-E602-4347-A5A8-5FD4100C16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5013176"/>
            <a:ext cx="360000" cy="3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4CE2BD3-FE9F-4492-92F2-38A148BC5DA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1412776"/>
            <a:ext cx="360000" cy="360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9F49715-EAF0-44D5-9C0C-F65951B8C02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166" y="5174460"/>
            <a:ext cx="360000" cy="36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8A5F6B6-E7BC-4A5F-B245-C89200AFC3B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4" name="1 Título">
            <a:extLst>
              <a:ext uri="{FF2B5EF4-FFF2-40B4-BE49-F238E27FC236}">
                <a16:creationId xmlns:a16="http://schemas.microsoft.com/office/drawing/2014/main" id="{E104CC50-9DB1-4B1A-BD98-39EC44624D5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2. Datos hidráulicos y condiciones de frontera para para flujo permanente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0B33C-EA36-7650-45B1-22CE6DAD78D5}"/>
              </a:ext>
            </a:extLst>
          </p:cNvPr>
          <p:cNvSpPr txBox="1"/>
          <p:nvPr/>
        </p:nvSpPr>
        <p:spPr>
          <a:xfrm>
            <a:off x="58554" y="645333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  <a:hlinkClick r:id="rId8"/>
              </a:rPr>
              <a:t>https://www.fsl.orst.edu/geowater/FX3/help/8_Hydraulic_Reference/Flow_Profiles.htm</a:t>
            </a:r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7211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754614" y="3105834"/>
            <a:ext cx="4682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3. Datos hidráulicos y condiciones de frontera para para flujo no permanente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E4E0C5E-8DFB-4A7A-9B97-2D1C5AE327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937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695400" y="908720"/>
            <a:ext cx="55446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la ventana de proyecto HEC-RAS, de clic en el botón View/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Edit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Unsteady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flow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data o desde el menú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Edit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–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Unsteady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Flow Data. 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Desde el menú File, guarde las condiciones de flujo como Tr2.33yrNoPermanente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86785" y="908720"/>
            <a:ext cx="4928134" cy="503526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5400" y="3202540"/>
            <a:ext cx="5544616" cy="2746740"/>
          </a:xfrm>
          <a:prstGeom prst="rect">
            <a:avLst/>
          </a:prstGeom>
        </p:spPr>
      </p:pic>
      <p:sp>
        <p:nvSpPr>
          <p:cNvPr id="10" name="1 Título">
            <a:extLst>
              <a:ext uri="{FF2B5EF4-FFF2-40B4-BE49-F238E27FC236}">
                <a16:creationId xmlns:a16="http://schemas.microsoft.com/office/drawing/2014/main" id="{75A87C6A-C85E-419A-A1EC-87ED599B4EA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3. Datos hidráulicos y condiciones de frontera para para flujo no permanente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6F4ED7B-D4D4-44EC-8F74-C91F2B8B66B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0852" y="1872633"/>
            <a:ext cx="360000" cy="3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CD77901-03F1-412F-85A9-832297C148A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318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695400" y="620688"/>
            <a:ext cx="511256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 clic en la sección RS 10516.63m correspondiente al inicio del ARROYOELZORRO de la tabla de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Boundnary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Condition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establezca que se definirá a partir de un hidrograma o Flow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Hydrograph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Defina que el hidrograma se ingresará por minutos a partir de una tabla con una fecha y hora fija de inicio y que utilizará 4321 pulsos (correspondiente a los pulsos del hidrograma previamente obtenido en HEC-HMS)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Desde la hoja global de registro de resultados hidrológicos, tome todos los registros correspondientes al hidrograma del punto de inicio J4660 del periodo de retorno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=2.33yr y péguelos en la columna Flow (m³/s). 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84032" y="620688"/>
            <a:ext cx="4582255" cy="595693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31504" y="4293096"/>
            <a:ext cx="3419475" cy="14001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1D42253-C88A-405C-B568-8D4556ED58F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152" y="2276872"/>
            <a:ext cx="360000" cy="3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E0E49BC-D123-4AE8-BBE0-F36A365BDA9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480" y="2938344"/>
            <a:ext cx="360000" cy="360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D248159-155C-4801-BD60-11796E421EE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836" y="5496179"/>
            <a:ext cx="360000" cy="36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232FDAD-0F43-49C1-B1D5-F55D4C0886C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4" name="1 Título">
            <a:extLst>
              <a:ext uri="{FF2B5EF4-FFF2-40B4-BE49-F238E27FC236}">
                <a16:creationId xmlns:a16="http://schemas.microsoft.com/office/drawing/2014/main" id="{F9C44089-851B-4E76-98D0-A6DA1B8C312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3. Datos hidráulicos y condiciones de frontera para para flujo no permanente</a:t>
            </a:r>
          </a:p>
        </p:txBody>
      </p:sp>
    </p:spTree>
    <p:extLst>
      <p:ext uri="{BB962C8B-B14F-4D97-AF65-F5344CB8AC3E}">
        <p14:creationId xmlns:p14="http://schemas.microsoft.com/office/powerpoint/2010/main" val="1920760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767408" y="3125799"/>
            <a:ext cx="41044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Visualice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el gráfico del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hidrograma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compárelo con el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hidrograma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la hoja global de diseño. Deben ser idénticos.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91944" y="569236"/>
            <a:ext cx="5486885" cy="594412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8877" y="2336896"/>
            <a:ext cx="3873183" cy="194421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FC9F053-52E5-4B3B-9718-9EC827380D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147" y="1367836"/>
            <a:ext cx="360000" cy="3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7E54C2D-435A-46F0-81EA-F71CD918738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E3250E84-5708-4FAB-B1EF-6328224817B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3. Datos hidráulicos y condiciones de frontera para para flujo no permanente</a:t>
            </a:r>
          </a:p>
        </p:txBody>
      </p:sp>
    </p:spTree>
    <p:extLst>
      <p:ext uri="{BB962C8B-B14F-4D97-AF65-F5344CB8AC3E}">
        <p14:creationId xmlns:p14="http://schemas.microsoft.com/office/powerpoint/2010/main" val="3837675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1090054" y="1867250"/>
            <a:ext cx="38384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Para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la sección correspondiente al punto de descarga o punto final de entrega (RS 200m), establezca profundidad normal ingresando la pendiente de diseño 0.0008969m/m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63952" y="980728"/>
            <a:ext cx="5257800" cy="537210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872" y="3678431"/>
            <a:ext cx="2431158" cy="124259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D85F022-5EAF-4FFE-AB20-2E194D3B201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344" y="3889803"/>
            <a:ext cx="360000" cy="3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0B73BCD-4863-4F9A-86A7-EB701DC0C65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760" y="4365104"/>
            <a:ext cx="360000" cy="360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EE1FD27-F67E-4509-85AE-3C9745198FA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3" name="1 Título">
            <a:extLst>
              <a:ext uri="{FF2B5EF4-FFF2-40B4-BE49-F238E27FC236}">
                <a16:creationId xmlns:a16="http://schemas.microsoft.com/office/drawing/2014/main" id="{1CA1F299-BF4A-4586-88BF-55C14F3F0F8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3. Datos hidráulicos y condiciones de frontera para para flujo no permanente</a:t>
            </a:r>
          </a:p>
        </p:txBody>
      </p:sp>
    </p:spTree>
    <p:extLst>
      <p:ext uri="{BB962C8B-B14F-4D97-AF65-F5344CB8AC3E}">
        <p14:creationId xmlns:p14="http://schemas.microsoft.com/office/powerpoint/2010/main" val="2509676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706992" y="620688"/>
            <a:ext cx="51845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 clic en la sección RS 4751 correspondiente al inicio cauce LATERAL1 de la tabla de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Boundnary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Condition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establezca que se definirá a partir de un hidrograma o Flow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Hydrograph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Defina que el hidrograma se ingresará por minutos a partir de una tabla con una fecha y hora fija de inicio y que utilizará 4321 pulsos (correspondiente a los pulsos del hidrograma previamente obtenido en HEC-HMS)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Desde la hoja global de diseño tome todos los registros correspondientes al hidrograma de la cuenca W19610 del periodo de retorno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=2.33yr y péguelos en la columna Flow (m3/s). 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Nota: Para la modelación del cauce lateral puede considerar la condición de simultaneidad de la precipitación, incluyendo los pulsos obtenidos para el factor de atenuación 0.63.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7215" y="620688"/>
            <a:ext cx="4585329" cy="596092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F6E8F39-2DD2-4B15-A0B6-EE84F7A500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160" y="2276872"/>
            <a:ext cx="360000" cy="360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B5340F-9D9D-44B5-B76C-4D1DBAAD6C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496" y="2924944"/>
            <a:ext cx="360000" cy="3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8E47367-6096-4AAD-A936-071254F91C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CD2972E6-69EA-495E-8A90-92B25D7082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3. Datos hidráulicos y condiciones de frontera para para flujo no permanente</a:t>
            </a:r>
          </a:p>
        </p:txBody>
      </p:sp>
    </p:spTree>
    <p:extLst>
      <p:ext uri="{BB962C8B-B14F-4D97-AF65-F5344CB8AC3E}">
        <p14:creationId xmlns:p14="http://schemas.microsoft.com/office/powerpoint/2010/main" val="1415362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687774" y="1172217"/>
            <a:ext cx="5040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Para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el periodo de retorno de 100 años, desde la ventana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Unsteady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Flow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Data, cree un nuevo arreglo de datos, nómbrelo como Tr100yrNoPermanente y repita los pasos </a:t>
            </a:r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descritos anteriormente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incorporando los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hidrogramas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correspondientes a este periodo de retorno.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0" y="1177897"/>
            <a:ext cx="4609728" cy="280592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694" y="4474482"/>
            <a:ext cx="4609728" cy="120562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4014" y="2741877"/>
            <a:ext cx="4308080" cy="296417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2A38965-2164-443E-9B1F-CDFBA8AF24E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422" y="2715927"/>
            <a:ext cx="360000" cy="3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7092506-1532-435A-9A04-FDD8354B025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804DE6BE-FADA-46B5-B2BE-2F27C178670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3. Datos hidráulicos y condiciones de frontera para para flujo no permanente</a:t>
            </a:r>
          </a:p>
        </p:txBody>
      </p:sp>
    </p:spTree>
    <p:extLst>
      <p:ext uri="{BB962C8B-B14F-4D97-AF65-F5344CB8AC3E}">
        <p14:creationId xmlns:p14="http://schemas.microsoft.com/office/powerpoint/2010/main" val="4082771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70EE07A-5BFD-466E-B14A-12C366129646}"/>
              </a:ext>
            </a:extLst>
          </p:cNvPr>
          <p:cNvGrpSpPr/>
          <p:nvPr/>
        </p:nvGrpSpPr>
        <p:grpSpPr>
          <a:xfrm>
            <a:off x="4331804" y="1579664"/>
            <a:ext cx="3528392" cy="3698672"/>
            <a:chOff x="4223792" y="1628800"/>
            <a:chExt cx="3528392" cy="3698672"/>
          </a:xfrm>
        </p:grpSpPr>
        <p:sp>
          <p:nvSpPr>
            <p:cNvPr id="6" name="7 CuadroTexto">
              <a:extLst>
                <a:ext uri="{FF2B5EF4-FFF2-40B4-BE49-F238E27FC236}">
                  <a16:creationId xmlns:a16="http://schemas.microsoft.com/office/drawing/2014/main" id="{3572065F-81C1-454C-8E77-453E36FB65E9}"/>
                </a:ext>
              </a:extLst>
            </p:cNvPr>
            <p:cNvSpPr txBox="1"/>
            <p:nvPr/>
          </p:nvSpPr>
          <p:spPr>
            <a:xfrm>
              <a:off x="4223792" y="1628800"/>
              <a:ext cx="352839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Contenido creado por: r.cfdtools@gmail.com</a:t>
              </a: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  <a:hlinkClick r:id="rId2"/>
                </a:rPr>
                <a:t>https://github.com/rcfdtools</a:t>
              </a:r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Licencia, cláusulas y condiciones de uso en:</a:t>
              </a: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  <a:hlinkClick r:id="rId3"/>
                </a:rPr>
                <a:t>https://github.com/rcfdtools/R.HydroTools/wiki/License</a:t>
              </a:r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pic>
          <p:nvPicPr>
            <p:cNvPr id="7" name="Picture 6" descr="Qr code&#10;&#10;Description automatically generated">
              <a:extLst>
                <a:ext uri="{FF2B5EF4-FFF2-40B4-BE49-F238E27FC236}">
                  <a16:creationId xmlns:a16="http://schemas.microsoft.com/office/drawing/2014/main" id="{90F7619C-3D91-416E-B1F4-909E882E7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7988" y="2627472"/>
              <a:ext cx="2700000" cy="2700000"/>
            </a:xfrm>
            <a:prstGeom prst="rect">
              <a:avLst/>
            </a:prstGeom>
          </p:spPr>
        </p:pic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D1E24590-5B37-4B8E-8E7F-7CC7FF0BA2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59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12142</TotalTime>
  <Words>1052</Words>
  <Application>Microsoft Office PowerPoint</Application>
  <PresentationFormat>Widescreen</PresentationFormat>
  <Paragraphs>80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Segoe UI Light</vt:lpstr>
      <vt:lpstr>Wingdings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HCMC_3_3</dc:title>
  <dc:creator>master</dc:creator>
  <cp:lastModifiedBy>WILLIAM RICARDO AGUILAR PIÑA</cp:lastModifiedBy>
  <cp:revision>498</cp:revision>
  <dcterms:created xsi:type="dcterms:W3CDTF">2010-05-17T13:13:34Z</dcterms:created>
  <dcterms:modified xsi:type="dcterms:W3CDTF">2025-08-01T15:48:46Z</dcterms:modified>
</cp:coreProperties>
</file>