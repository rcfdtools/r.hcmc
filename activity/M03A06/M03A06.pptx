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90" r:id="rId2"/>
    <p:sldId id="301" r:id="rId3"/>
    <p:sldId id="289" r:id="rId4"/>
    <p:sldId id="334" r:id="rId5"/>
    <p:sldId id="391" r:id="rId6"/>
    <p:sldId id="335" r:id="rId7"/>
    <p:sldId id="336" r:id="rId8"/>
    <p:sldId id="392" r:id="rId9"/>
    <p:sldId id="337" r:id="rId10"/>
    <p:sldId id="338" r:id="rId11"/>
    <p:sldId id="393" r:id="rId12"/>
    <p:sldId id="339" r:id="rId13"/>
    <p:sldId id="340" r:id="rId14"/>
    <p:sldId id="342" r:id="rId15"/>
    <p:sldId id="394" r:id="rId16"/>
    <p:sldId id="344" r:id="rId17"/>
    <p:sldId id="343" r:id="rId18"/>
    <p:sldId id="345" r:id="rId19"/>
    <p:sldId id="395" r:id="rId20"/>
    <p:sldId id="346" r:id="rId21"/>
    <p:sldId id="347" r:id="rId22"/>
    <p:sldId id="396" r:id="rId23"/>
    <p:sldId id="348" r:id="rId24"/>
    <p:sldId id="349" r:id="rId25"/>
    <p:sldId id="397" r:id="rId26"/>
    <p:sldId id="350" r:id="rId27"/>
    <p:sldId id="351" r:id="rId28"/>
    <p:sldId id="398" r:id="rId29"/>
    <p:sldId id="399" r:id="rId30"/>
    <p:sldId id="384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3" autoAdjust="0"/>
    <p:restoredTop sz="93623" autoAdjust="0"/>
  </p:normalViewPr>
  <p:slideViewPr>
    <p:cSldViewPr>
      <p:cViewPr varScale="1">
        <p:scale>
          <a:sx n="120" d="100"/>
          <a:sy n="120" d="100"/>
        </p:scale>
        <p:origin x="114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0ACA90A9-5D4F-44C0-A8D2-0C1198F2928E}"/>
    <pc:docChg chg="custSel addSld modSld">
      <pc:chgData name="WILLIAM RICARDO AGUILAR PIÑA" userId="25538c52-b196-49fc-9025-2dd86a54f18a" providerId="ADAL" clId="{0ACA90A9-5D4F-44C0-A8D2-0C1198F2928E}" dt="2020-10-25T11:38:08.046" v="217" actId="20577"/>
      <pc:docMkLst>
        <pc:docMk/>
      </pc:docMkLst>
      <pc:sldChg chg="modSp mod">
        <pc:chgData name="WILLIAM RICARDO AGUILAR PIÑA" userId="25538c52-b196-49fc-9025-2dd86a54f18a" providerId="ADAL" clId="{0ACA90A9-5D4F-44C0-A8D2-0C1198F2928E}" dt="2020-10-25T11:21:03.940" v="8" actId="207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0ACA90A9-5D4F-44C0-A8D2-0C1198F2928E}" dt="2020-10-25T11:21:03.940" v="8" actId="207"/>
          <ac:spMkLst>
            <pc:docMk/>
            <pc:sldMk cId="1805327859" sldId="28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0:38.589" v="7" actId="20577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0ACA90A9-5D4F-44C0-A8D2-0C1198F2928E}" dt="2020-10-25T11:20:38.589" v="7" actId="20577"/>
          <ac:spMkLst>
            <pc:docMk/>
            <pc:sldMk cId="2852190545" sldId="301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1:26.683" v="10" actId="207"/>
        <pc:sldMkLst>
          <pc:docMk/>
          <pc:sldMk cId="1657641634" sldId="335"/>
        </pc:sldMkLst>
        <pc:spChg chg="mod">
          <ac:chgData name="WILLIAM RICARDO AGUILAR PIÑA" userId="25538c52-b196-49fc-9025-2dd86a54f18a" providerId="ADAL" clId="{0ACA90A9-5D4F-44C0-A8D2-0C1198F2928E}" dt="2020-10-25T11:21:26.683" v="10" actId="207"/>
          <ac:spMkLst>
            <pc:docMk/>
            <pc:sldMk cId="1657641634" sldId="335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1:26.683" v="10" actId="207"/>
          <ac:spMkLst>
            <pc:docMk/>
            <pc:sldMk cId="1657641634" sldId="335"/>
            <ac:spMk id="9" creationId="{701FD4D4-553C-4289-A563-A66FA1242667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1:40.453" v="11" actId="207"/>
        <pc:sldMkLst>
          <pc:docMk/>
          <pc:sldMk cId="4238443626" sldId="336"/>
        </pc:sldMkLst>
        <pc:spChg chg="mod">
          <ac:chgData name="WILLIAM RICARDO AGUILAR PIÑA" userId="25538c52-b196-49fc-9025-2dd86a54f18a" providerId="ADAL" clId="{0ACA90A9-5D4F-44C0-A8D2-0C1198F2928E}" dt="2020-10-25T11:21:40.453" v="11" actId="207"/>
          <ac:spMkLst>
            <pc:docMk/>
            <pc:sldMk cId="4238443626" sldId="336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1:40.453" v="11" actId="207"/>
          <ac:spMkLst>
            <pc:docMk/>
            <pc:sldMk cId="4238443626" sldId="336"/>
            <ac:spMk id="12" creationId="{B72A551B-D962-4283-AB05-17B6B7E7C23D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1:50.757" v="14" actId="6549"/>
        <pc:sldMkLst>
          <pc:docMk/>
          <pc:sldMk cId="2296027685" sldId="337"/>
        </pc:sldMkLst>
        <pc:spChg chg="mod">
          <ac:chgData name="WILLIAM RICARDO AGUILAR PIÑA" userId="25538c52-b196-49fc-9025-2dd86a54f18a" providerId="ADAL" clId="{0ACA90A9-5D4F-44C0-A8D2-0C1198F2928E}" dt="2020-10-25T11:21:50.757" v="14" actId="6549"/>
          <ac:spMkLst>
            <pc:docMk/>
            <pc:sldMk cId="2296027685" sldId="337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1:48.345" v="12" actId="207"/>
          <ac:spMkLst>
            <pc:docMk/>
            <pc:sldMk cId="2296027685" sldId="337"/>
            <ac:spMk id="9" creationId="{9A2F4735-11D4-40B2-9204-5DA924604D07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38:08.046" v="217" actId="20577"/>
        <pc:sldMkLst>
          <pc:docMk/>
          <pc:sldMk cId="1223322994" sldId="338"/>
        </pc:sldMkLst>
        <pc:spChg chg="mod">
          <ac:chgData name="WILLIAM RICARDO AGUILAR PIÑA" userId="25538c52-b196-49fc-9025-2dd86a54f18a" providerId="ADAL" clId="{0ACA90A9-5D4F-44C0-A8D2-0C1198F2928E}" dt="2020-10-25T11:38:08.046" v="217" actId="20577"/>
          <ac:spMkLst>
            <pc:docMk/>
            <pc:sldMk cId="1223322994" sldId="338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1:59.256" v="15" actId="207"/>
          <ac:spMkLst>
            <pc:docMk/>
            <pc:sldMk cId="1223322994" sldId="338"/>
            <ac:spMk id="15" creationId="{A9DFA9D7-8538-48A8-A5C8-A3FDEC1DA6C6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2:42.538" v="30" actId="20577"/>
        <pc:sldMkLst>
          <pc:docMk/>
          <pc:sldMk cId="945970621" sldId="339"/>
        </pc:sldMkLst>
        <pc:spChg chg="mod">
          <ac:chgData name="WILLIAM RICARDO AGUILAR PIÑA" userId="25538c52-b196-49fc-9025-2dd86a54f18a" providerId="ADAL" clId="{0ACA90A9-5D4F-44C0-A8D2-0C1198F2928E}" dt="2020-10-25T11:22:09.120" v="16" actId="207"/>
          <ac:spMkLst>
            <pc:docMk/>
            <pc:sldMk cId="945970621" sldId="339"/>
            <ac:spMk id="7" creationId="{6A29DC00-6A51-4AFE-9183-B6CC4E0E7FF3}"/>
          </ac:spMkLst>
        </pc:spChg>
        <pc:spChg chg="mod">
          <ac:chgData name="WILLIAM RICARDO AGUILAR PIÑA" userId="25538c52-b196-49fc-9025-2dd86a54f18a" providerId="ADAL" clId="{0ACA90A9-5D4F-44C0-A8D2-0C1198F2928E}" dt="2020-10-25T11:22:42.538" v="30" actId="20577"/>
          <ac:spMkLst>
            <pc:docMk/>
            <pc:sldMk cId="945970621" sldId="33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2:51.204" v="31" actId="207"/>
        <pc:sldMkLst>
          <pc:docMk/>
          <pc:sldMk cId="1655561086" sldId="340"/>
        </pc:sldMkLst>
        <pc:spChg chg="mod">
          <ac:chgData name="WILLIAM RICARDO AGUILAR PIÑA" userId="25538c52-b196-49fc-9025-2dd86a54f18a" providerId="ADAL" clId="{0ACA90A9-5D4F-44C0-A8D2-0C1198F2928E}" dt="2020-10-25T11:22:51.204" v="31" actId="207"/>
          <ac:spMkLst>
            <pc:docMk/>
            <pc:sldMk cId="1655561086" sldId="340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2:51.204" v="31" actId="207"/>
          <ac:spMkLst>
            <pc:docMk/>
            <pc:sldMk cId="1655561086" sldId="340"/>
            <ac:spMk id="12" creationId="{9F6A0260-0F97-495C-8B4E-9AD0C784B725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2:55.248" v="32" actId="207"/>
        <pc:sldMkLst>
          <pc:docMk/>
          <pc:sldMk cId="2615576987" sldId="342"/>
        </pc:sldMkLst>
        <pc:spChg chg="mod">
          <ac:chgData name="WILLIAM RICARDO AGUILAR PIÑA" userId="25538c52-b196-49fc-9025-2dd86a54f18a" providerId="ADAL" clId="{0ACA90A9-5D4F-44C0-A8D2-0C1198F2928E}" dt="2020-10-25T11:22:55.248" v="32" actId="207"/>
          <ac:spMkLst>
            <pc:docMk/>
            <pc:sldMk cId="2615576987" sldId="342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2:55.248" v="32" actId="207"/>
          <ac:spMkLst>
            <pc:docMk/>
            <pc:sldMk cId="2615576987" sldId="342"/>
            <ac:spMk id="9" creationId="{81C04BB4-8A26-487B-BB57-FA93C1DA4B8C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15.475" v="34" actId="207"/>
        <pc:sldMkLst>
          <pc:docMk/>
          <pc:sldMk cId="1161604340" sldId="343"/>
        </pc:sldMkLst>
        <pc:spChg chg="mod">
          <ac:chgData name="WILLIAM RICARDO AGUILAR PIÑA" userId="25538c52-b196-49fc-9025-2dd86a54f18a" providerId="ADAL" clId="{0ACA90A9-5D4F-44C0-A8D2-0C1198F2928E}" dt="2020-10-25T11:23:15.475" v="34" actId="207"/>
          <ac:spMkLst>
            <pc:docMk/>
            <pc:sldMk cId="1161604340" sldId="343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15.475" v="34" actId="207"/>
          <ac:spMkLst>
            <pc:docMk/>
            <pc:sldMk cId="1161604340" sldId="343"/>
            <ac:spMk id="12" creationId="{A6E81627-FB6D-46D8-A091-20E88498A700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02.702" v="33" actId="207"/>
        <pc:sldMkLst>
          <pc:docMk/>
          <pc:sldMk cId="2797868726" sldId="344"/>
        </pc:sldMkLst>
        <pc:spChg chg="mod">
          <ac:chgData name="WILLIAM RICARDO AGUILAR PIÑA" userId="25538c52-b196-49fc-9025-2dd86a54f18a" providerId="ADAL" clId="{0ACA90A9-5D4F-44C0-A8D2-0C1198F2928E}" dt="2020-10-25T11:23:02.702" v="33" actId="207"/>
          <ac:spMkLst>
            <pc:docMk/>
            <pc:sldMk cId="2797868726" sldId="344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02.702" v="33" actId="207"/>
          <ac:spMkLst>
            <pc:docMk/>
            <pc:sldMk cId="2797868726" sldId="344"/>
            <ac:spMk id="9" creationId="{61100E1D-E7F1-4F80-9B2E-24EBCF13E379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23.345" v="35" actId="207"/>
        <pc:sldMkLst>
          <pc:docMk/>
          <pc:sldMk cId="3144958767" sldId="345"/>
        </pc:sldMkLst>
        <pc:spChg chg="mod">
          <ac:chgData name="WILLIAM RICARDO AGUILAR PIÑA" userId="25538c52-b196-49fc-9025-2dd86a54f18a" providerId="ADAL" clId="{0ACA90A9-5D4F-44C0-A8D2-0C1198F2928E}" dt="2020-10-25T11:23:23.345" v="35" actId="207"/>
          <ac:spMkLst>
            <pc:docMk/>
            <pc:sldMk cId="3144958767" sldId="345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23.345" v="35" actId="207"/>
          <ac:spMkLst>
            <pc:docMk/>
            <pc:sldMk cId="3144958767" sldId="345"/>
            <ac:spMk id="10" creationId="{62DA4738-D4E0-4F36-AFFD-76E6A97FAA25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29.343" v="36" actId="207"/>
        <pc:sldMkLst>
          <pc:docMk/>
          <pc:sldMk cId="2926924112" sldId="346"/>
        </pc:sldMkLst>
        <pc:spChg chg="mod">
          <ac:chgData name="WILLIAM RICARDO AGUILAR PIÑA" userId="25538c52-b196-49fc-9025-2dd86a54f18a" providerId="ADAL" clId="{0ACA90A9-5D4F-44C0-A8D2-0C1198F2928E}" dt="2020-10-25T11:23:29.343" v="36" actId="207"/>
          <ac:spMkLst>
            <pc:docMk/>
            <pc:sldMk cId="2926924112" sldId="346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29.343" v="36" actId="207"/>
          <ac:spMkLst>
            <pc:docMk/>
            <pc:sldMk cId="2926924112" sldId="346"/>
            <ac:spMk id="12" creationId="{B3CCD8A0-F8C5-4330-8C9D-065E1CBCC08A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33.775" v="37" actId="207"/>
        <pc:sldMkLst>
          <pc:docMk/>
          <pc:sldMk cId="2647915927" sldId="347"/>
        </pc:sldMkLst>
        <pc:spChg chg="mod">
          <ac:chgData name="WILLIAM RICARDO AGUILAR PIÑA" userId="25538c52-b196-49fc-9025-2dd86a54f18a" providerId="ADAL" clId="{0ACA90A9-5D4F-44C0-A8D2-0C1198F2928E}" dt="2020-10-25T11:23:33.775" v="37" actId="207"/>
          <ac:spMkLst>
            <pc:docMk/>
            <pc:sldMk cId="2647915927" sldId="347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33.775" v="37" actId="207"/>
          <ac:spMkLst>
            <pc:docMk/>
            <pc:sldMk cId="2647915927" sldId="347"/>
            <ac:spMk id="13" creationId="{3C64C23D-023D-4602-845A-6DBBFE9BC41E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38.605" v="38" actId="207"/>
        <pc:sldMkLst>
          <pc:docMk/>
          <pc:sldMk cId="2426732921" sldId="348"/>
        </pc:sldMkLst>
        <pc:spChg chg="mod">
          <ac:chgData name="WILLIAM RICARDO AGUILAR PIÑA" userId="25538c52-b196-49fc-9025-2dd86a54f18a" providerId="ADAL" clId="{0ACA90A9-5D4F-44C0-A8D2-0C1198F2928E}" dt="2020-10-25T11:23:38.605" v="38" actId="207"/>
          <ac:spMkLst>
            <pc:docMk/>
            <pc:sldMk cId="2426732921" sldId="348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38.605" v="38" actId="207"/>
          <ac:spMkLst>
            <pc:docMk/>
            <pc:sldMk cId="2426732921" sldId="348"/>
            <ac:spMk id="11" creationId="{1540A85C-F175-404C-87D6-0225487121CD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42.016" v="39" actId="207"/>
        <pc:sldMkLst>
          <pc:docMk/>
          <pc:sldMk cId="3311943888" sldId="349"/>
        </pc:sldMkLst>
        <pc:spChg chg="mod">
          <ac:chgData name="WILLIAM RICARDO AGUILAR PIÑA" userId="25538c52-b196-49fc-9025-2dd86a54f18a" providerId="ADAL" clId="{0ACA90A9-5D4F-44C0-A8D2-0C1198F2928E}" dt="2020-10-25T11:23:42.016" v="39" actId="207"/>
          <ac:spMkLst>
            <pc:docMk/>
            <pc:sldMk cId="3311943888" sldId="349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42.016" v="39" actId="207"/>
          <ac:spMkLst>
            <pc:docMk/>
            <pc:sldMk cId="3311943888" sldId="349"/>
            <ac:spMk id="14" creationId="{94A7DD46-9D0D-4822-9F7E-226C8BAA386E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46.203" v="40" actId="207"/>
        <pc:sldMkLst>
          <pc:docMk/>
          <pc:sldMk cId="1410531034" sldId="350"/>
        </pc:sldMkLst>
        <pc:spChg chg="mod">
          <ac:chgData name="WILLIAM RICARDO AGUILAR PIÑA" userId="25538c52-b196-49fc-9025-2dd86a54f18a" providerId="ADAL" clId="{0ACA90A9-5D4F-44C0-A8D2-0C1198F2928E}" dt="2020-10-25T11:23:46.203" v="40" actId="207"/>
          <ac:spMkLst>
            <pc:docMk/>
            <pc:sldMk cId="1410531034" sldId="350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46.203" v="40" actId="207"/>
          <ac:spMkLst>
            <pc:docMk/>
            <pc:sldMk cId="1410531034" sldId="350"/>
            <ac:spMk id="12" creationId="{16611351-E98A-4794-85A5-A8A916AEEA28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3:54.754" v="41" actId="207"/>
        <pc:sldMkLst>
          <pc:docMk/>
          <pc:sldMk cId="1413173398" sldId="351"/>
        </pc:sldMkLst>
        <pc:spChg chg="mod">
          <ac:chgData name="WILLIAM RICARDO AGUILAR PIÑA" userId="25538c52-b196-49fc-9025-2dd86a54f18a" providerId="ADAL" clId="{0ACA90A9-5D4F-44C0-A8D2-0C1198F2928E}" dt="2020-10-25T11:23:54.754" v="41" actId="207"/>
          <ac:spMkLst>
            <pc:docMk/>
            <pc:sldMk cId="1413173398" sldId="351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3:54.754" v="41" actId="207"/>
          <ac:spMkLst>
            <pc:docMk/>
            <pc:sldMk cId="1413173398" sldId="351"/>
            <ac:spMk id="13" creationId="{F53FA23B-6DB3-4B6C-B5FC-15D299963EED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0:28.438" v="4" actId="207"/>
        <pc:sldMkLst>
          <pc:docMk/>
          <pc:sldMk cId="0" sldId="390"/>
        </pc:sldMkLst>
        <pc:spChg chg="mod">
          <ac:chgData name="WILLIAM RICARDO AGUILAR PIÑA" userId="25538c52-b196-49fc-9025-2dd86a54f18a" providerId="ADAL" clId="{0ACA90A9-5D4F-44C0-A8D2-0C1198F2928E}" dt="2020-10-25T11:20:28.438" v="4" actId="207"/>
          <ac:spMkLst>
            <pc:docMk/>
            <pc:sldMk cId="0" sldId="390"/>
            <ac:spMk id="9" creationId="{E9DA7A0E-6784-4BDE-BD91-0ED97A8B0BC4}"/>
          </ac:spMkLst>
        </pc:spChg>
        <pc:spChg chg="mod">
          <ac:chgData name="WILLIAM RICARDO AGUILAR PIÑA" userId="25538c52-b196-49fc-9025-2dd86a54f18a" providerId="ADAL" clId="{0ACA90A9-5D4F-44C0-A8D2-0C1198F2928E}" dt="2020-10-25T11:20:28.438" v="4" actId="207"/>
          <ac:spMkLst>
            <pc:docMk/>
            <pc:sldMk cId="0" sldId="390"/>
            <ac:spMk id="10" creationId="{9A78CE6B-FC30-4CE6-AC08-3CABD9A7D650}"/>
          </ac:spMkLst>
        </pc:spChg>
        <pc:spChg chg="mod">
          <ac:chgData name="WILLIAM RICARDO AGUILAR PIÑA" userId="25538c52-b196-49fc-9025-2dd86a54f18a" providerId="ADAL" clId="{0ACA90A9-5D4F-44C0-A8D2-0C1198F2928E}" dt="2020-10-25T11:20:28.438" v="4" actId="207"/>
          <ac:spMkLst>
            <pc:docMk/>
            <pc:sldMk cId="0" sldId="390"/>
            <ac:spMk id="19" creationId="{AD66F173-09A5-4585-B28A-DD04388ED02F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1:16.527" v="9" actId="207"/>
        <pc:sldMkLst>
          <pc:docMk/>
          <pc:sldMk cId="4048790444" sldId="391"/>
        </pc:sldMkLst>
        <pc:spChg chg="mod">
          <ac:chgData name="WILLIAM RICARDO AGUILAR PIÑA" userId="25538c52-b196-49fc-9025-2dd86a54f18a" providerId="ADAL" clId="{0ACA90A9-5D4F-44C0-A8D2-0C1198F2928E}" dt="2020-10-25T11:21:16.527" v="9" actId="207"/>
          <ac:spMkLst>
            <pc:docMk/>
            <pc:sldMk cId="4048790444" sldId="391"/>
            <ac:spMk id="8" creationId="{00000000-0000-0000-0000-000000000000}"/>
          </ac:spMkLst>
        </pc:spChg>
        <pc:spChg chg="mod">
          <ac:chgData name="WILLIAM RICARDO AGUILAR PIÑA" userId="25538c52-b196-49fc-9025-2dd86a54f18a" providerId="ADAL" clId="{0ACA90A9-5D4F-44C0-A8D2-0C1198F2928E}" dt="2020-10-25T11:21:16.527" v="9" actId="207"/>
          <ac:spMkLst>
            <pc:docMk/>
            <pc:sldMk cId="4048790444" sldId="391"/>
            <ac:spMk id="9" creationId="{42F21470-5202-4196-A018-7BB7E050AD4B}"/>
          </ac:spMkLst>
        </pc:spChg>
      </pc:sldChg>
      <pc:sldChg chg="modSp mod">
        <pc:chgData name="WILLIAM RICARDO AGUILAR PIÑA" userId="25538c52-b196-49fc-9025-2dd86a54f18a" providerId="ADAL" clId="{0ACA90A9-5D4F-44C0-A8D2-0C1198F2928E}" dt="2020-10-25T11:24:35.797" v="64" actId="20577"/>
        <pc:sldMkLst>
          <pc:docMk/>
          <pc:sldMk cId="3328401763" sldId="398"/>
        </pc:sldMkLst>
        <pc:spChg chg="mod">
          <ac:chgData name="WILLIAM RICARDO AGUILAR PIÑA" userId="25538c52-b196-49fc-9025-2dd86a54f18a" providerId="ADAL" clId="{0ACA90A9-5D4F-44C0-A8D2-0C1198F2928E}" dt="2020-10-25T11:24:35.797" v="64" actId="20577"/>
          <ac:spMkLst>
            <pc:docMk/>
            <pc:sldMk cId="3328401763" sldId="398"/>
            <ac:spMk id="10" creationId="{76420621-7440-4E22-85EB-F63CD5A701B6}"/>
          </ac:spMkLst>
        </pc:spChg>
      </pc:sldChg>
      <pc:sldChg chg="modSp add mod">
        <pc:chgData name="WILLIAM RICARDO AGUILAR PIÑA" userId="25538c52-b196-49fc-9025-2dd86a54f18a" providerId="ADAL" clId="{0ACA90A9-5D4F-44C0-A8D2-0C1198F2928E}" dt="2020-10-25T11:25:32.951" v="215" actId="1076"/>
        <pc:sldMkLst>
          <pc:docMk/>
          <pc:sldMk cId="270287469" sldId="399"/>
        </pc:sldMkLst>
        <pc:spChg chg="mod">
          <ac:chgData name="WILLIAM RICARDO AGUILAR PIÑA" userId="25538c52-b196-49fc-9025-2dd86a54f18a" providerId="ADAL" clId="{0ACA90A9-5D4F-44C0-A8D2-0C1198F2928E}" dt="2020-10-25T11:25:32.951" v="215" actId="1076"/>
          <ac:spMkLst>
            <pc:docMk/>
            <pc:sldMk cId="270287469" sldId="399"/>
            <ac:spMk id="10" creationId="{76420621-7440-4E22-85EB-F63CD5A701B6}"/>
          </ac:spMkLst>
        </pc:spChg>
      </pc:sldChg>
    </pc:docChg>
  </pc:docChgLst>
  <pc:docChgLst>
    <pc:chgData name="WILLIAM RICARDO AGUILAR PIÑA" userId="25538c52-b196-49fc-9025-2dd86a54f18a" providerId="ADAL" clId="{14175F67-20F5-4157-AE75-478CA80F00E8}"/>
    <pc:docChg chg="undo custSel modSld">
      <pc:chgData name="WILLIAM RICARDO AGUILAR PIÑA" userId="25538c52-b196-49fc-9025-2dd86a54f18a" providerId="ADAL" clId="{14175F67-20F5-4157-AE75-478CA80F00E8}" dt="2023-11-24T13:40:43.257" v="19"/>
      <pc:docMkLst>
        <pc:docMk/>
      </pc:docMkLst>
      <pc:sldChg chg="modSp mod">
        <pc:chgData name="WILLIAM RICARDO AGUILAR PIÑA" userId="25538c52-b196-49fc-9025-2dd86a54f18a" providerId="ADAL" clId="{14175F67-20F5-4157-AE75-478CA80F00E8}" dt="2023-11-24T13:15:56.942" v="10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14175F67-20F5-4157-AE75-478CA80F00E8}" dt="2023-11-24T13:15:56.942" v="10"/>
          <ac:spMkLst>
            <pc:docMk/>
            <pc:sldMk cId="1805327859" sldId="28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14175F67-20F5-4157-AE75-478CA80F00E8}" dt="2023-11-24T13:15:54.022" v="9" actId="6549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14175F67-20F5-4157-AE75-478CA80F00E8}" dt="2023-11-24T13:15:54.022" v="9" actId="6549"/>
          <ac:spMkLst>
            <pc:docMk/>
            <pc:sldMk cId="2852190545" sldId="301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14175F67-20F5-4157-AE75-478CA80F00E8}" dt="2023-11-24T13:28:14.097" v="15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14175F67-20F5-4157-AE75-478CA80F00E8}" dt="2023-11-24T13:28:14.097" v="15" actId="20577"/>
          <ac:spMkLst>
            <pc:docMk/>
            <pc:sldMk cId="0" sldId="390"/>
            <ac:spMk id="9" creationId="{E9DA7A0E-6784-4BDE-BD91-0ED97A8B0BC4}"/>
          </ac:spMkLst>
        </pc:spChg>
      </pc:sldChg>
      <pc:sldChg chg="modSp mod">
        <pc:chgData name="WILLIAM RICARDO AGUILAR PIÑA" userId="25538c52-b196-49fc-9025-2dd86a54f18a" providerId="ADAL" clId="{14175F67-20F5-4157-AE75-478CA80F00E8}" dt="2023-11-24T13:40:43.257" v="19"/>
        <pc:sldMkLst>
          <pc:docMk/>
          <pc:sldMk cId="270287469" sldId="399"/>
        </pc:sldMkLst>
        <pc:spChg chg="mod">
          <ac:chgData name="WILLIAM RICARDO AGUILAR PIÑA" userId="25538c52-b196-49fc-9025-2dd86a54f18a" providerId="ADAL" clId="{14175F67-20F5-4157-AE75-478CA80F00E8}" dt="2023-11-24T13:40:43.257" v="19"/>
          <ac:spMkLst>
            <pc:docMk/>
            <pc:sldMk cId="270287469" sldId="399"/>
            <ac:spMk id="10" creationId="{76420621-7440-4E22-85EB-F63CD5A701B6}"/>
          </ac:spMkLst>
        </pc:spChg>
      </pc:sldChg>
    </pc:docChg>
  </pc:docChgLst>
  <pc:docChgLst>
    <pc:chgData name="WILLIAM RICARDO AGUILAR PIÑA" userId="25538c52-b196-49fc-9025-2dd86a54f18a" providerId="ADAL" clId="{09427B50-D9BA-43F8-9F7A-009C51803DE9}"/>
    <pc:docChg chg="modSld">
      <pc:chgData name="WILLIAM RICARDO AGUILAR PIÑA" userId="25538c52-b196-49fc-9025-2dd86a54f18a" providerId="ADAL" clId="{09427B50-D9BA-43F8-9F7A-009C51803DE9}" dt="2022-11-19T13:13:50.247" v="15" actId="20577"/>
      <pc:docMkLst>
        <pc:docMk/>
      </pc:docMkLst>
      <pc:sldChg chg="modSp mod">
        <pc:chgData name="WILLIAM RICARDO AGUILAR PIÑA" userId="25538c52-b196-49fc-9025-2dd86a54f18a" providerId="ADAL" clId="{09427B50-D9BA-43F8-9F7A-009C51803DE9}" dt="2022-11-19T13:13:50.247" v="15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09427B50-D9BA-43F8-9F7A-009C51803DE9}" dt="2022-11-19T13:13:50.247" v="15" actId="20577"/>
          <ac:spMkLst>
            <pc:docMk/>
            <pc:sldMk cId="0" sldId="390"/>
            <ac:spMk id="19" creationId="{AD66F173-09A5-4585-B28A-DD04388ED02F}"/>
          </ac:spMkLst>
        </pc:spChg>
      </pc:sldChg>
    </pc:docChg>
  </pc:docChgLst>
  <pc:docChgLst>
    <pc:chgData name="WILLIAM RICARDO AGUILAR PIÑA" userId="25538c52-b196-49fc-9025-2dd86a54f18a" providerId="ADAL" clId="{E0C681B8-AC44-4F27-A68B-A8F70A7E4FAA}"/>
    <pc:docChg chg="modSld">
      <pc:chgData name="WILLIAM RICARDO AGUILAR PIÑA" userId="25538c52-b196-49fc-9025-2dd86a54f18a" providerId="ADAL" clId="{E0C681B8-AC44-4F27-A68B-A8F70A7E4FAA}" dt="2018-06-29T15:36:29.917" v="1" actId="20577"/>
      <pc:docMkLst>
        <pc:docMk/>
      </pc:docMkLst>
      <pc:sldChg chg="modSp">
        <pc:chgData name="WILLIAM RICARDO AGUILAR PIÑA" userId="25538c52-b196-49fc-9025-2dd86a54f18a" providerId="ADAL" clId="{E0C681B8-AC44-4F27-A68B-A8F70A7E4FAA}" dt="2018-06-29T15:36:29.917" v="1" actId="20577"/>
        <pc:sldMkLst>
          <pc:docMk/>
          <pc:sldMk cId="0" sldId="256"/>
        </pc:sldMkLst>
        <pc:spChg chg="mod">
          <ac:chgData name="WILLIAM RICARDO AGUILAR PIÑA" userId="25538c52-b196-49fc-9025-2dd86a54f18a" providerId="ADAL" clId="{E0C681B8-AC44-4F27-A68B-A8F70A7E4FAA}" dt="2018-06-29T15:36:29.917" v="1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3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microsoft.com/office/2007/relationships/hdphoto" Target="../media/hdphoto6.wdp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7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9.wdp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microsoft.com/office/2007/relationships/hdphoto" Target="../media/hdphoto10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0.png"/><Relationship Id="rId7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5.png"/><Relationship Id="rId7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1.wdp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9.png"/><Relationship Id="rId7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4.png"/><Relationship Id="rId7" Type="http://schemas.openxmlformats.org/officeDocument/2006/relationships/image" Target="../media/image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microsoft.com/office/2007/relationships/hdphoto" Target="../media/hdphoto12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8.png"/><Relationship Id="rId7" Type="http://schemas.openxmlformats.org/officeDocument/2006/relationships/image" Target="../media/image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E9DA7A0E-6784-4BDE-BD91-0ED97A8B0BC4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v.20231124</a:t>
            </a: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9A78CE6B-FC30-4CE6-AC08-3CABD9A7D650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9" name="1 Título">
            <a:extLst>
              <a:ext uri="{FF2B5EF4-FFF2-40B4-BE49-F238E27FC236}">
                <a16:creationId xmlns:a16="http://schemas.microsoft.com/office/drawing/2014/main" id="{AD66F173-09A5-4585-B28A-DD04388ED02F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1D con HEC-GeoRAS y HEC-RAS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Mapificación de resultados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Esri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ArcGIS y 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CA9465-BC53-44EF-B54D-1AB48AA226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D9E962A-664D-430C-BAE5-60693675CD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1788AFC3-F998-4D7E-82DE-09480780A5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035660" y="1551563"/>
            <a:ext cx="61206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partir de los resultados obtenidos en la ejecución del modelo hidráulico para condiciones de flujo permanente o no permanente,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mapificar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las llanuras de inundación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velocidades, cortantes y energía.</a:t>
            </a:r>
          </a:p>
          <a:p>
            <a:pPr algn="just"/>
            <a:endParaRPr lang="es-ES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ES" sz="14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Atención: para la correcta mapificación de los resultados, es necesario instalar la versión de ESRI ArcGIS 10.0 y la extensión HEC-GeoRAS 10.0. (Durante el desarrollo del curso se utilizó la versión de ArcGIS 10.3 y la extensión HEC-GeoRAS 10.2. Debido a problemas de compatibilidad entre estos dos aplicativos, los procesos de mapificación no son ejecutados correctamente y por tanto es necesario instalar la versión 10.0. Opcionalmente podrá utilizar ArcGIS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for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Desktop 10.2.2 con HEC-GeoRAS 10.2).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8F58EB-AFEE-4E40-8038-313306A8FB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783632" y="889843"/>
            <a:ext cx="6624736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HEC-RAS versión 5.0.7 http://www.hec.usace.army.mil/software/hec-ras/</a:t>
            </a: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ESRI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ArcGIS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® 10 con las extensiones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Spatial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3D </a:t>
            </a:r>
            <a:r>
              <a:rPr lang="es-E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Analyst</a:t>
            </a: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www.esri.com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HEC-GeoRAS para ArcGIS 10 http://www.hec.usace.army.mil/software/hec-georas/</a:t>
            </a: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Insumos requeridos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HECRAS_v1 con geometría importada desde ArcGIS usando HEC-GeoRAS, parámetros y condiciones de frontera. Modelo completo con resultados obtenidos para condiciones de flujo permanente y no permanente.</a:t>
            </a: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A6D8AE-E910-4227-AA6E-1C8523EE3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Conversión del MDT TIN a ráster</a:t>
            </a:r>
            <a:endParaRPr lang="es-CO" sz="1600" dirty="0">
              <a:solidFill>
                <a:schemeClr val="tx1">
                  <a:lumMod val="65000"/>
                  <a:lumOff val="35000"/>
                </a:schemeClr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35360" y="548680"/>
            <a:ext cx="66247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Debido a la complejidad y al tamaño (1.66gb) del modelo vectorial triangulado de terreno (tin_terrenonaturalcaucesinuoso_v0), es necesario convertir el modelo en una grilla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raster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resolución de 1x1m.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Todos los procesos de mapificación son realizados por HEC-GeoRAS a partir de la creación de grillas utilizando el terreno combinado y los valores máximos estimados para cada sección transversal.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ArcGIS, cree un mapa nuevo en y agregue el MDT triangulado tin_terrenonaturalcaucesinuoso_v0.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Guarde el mapa dentro de la carpeta de proyecto HECGeoRAS_v1 con el nombre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MapificacionResultados.mxd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294612" y="400472"/>
            <a:ext cx="4104456" cy="182747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7294612" y="2283421"/>
            <a:ext cx="4104456" cy="44464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42F21470-5202-4196-A018-7BB7E050AD4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Conversión del MDT TIN a ráster</a:t>
            </a:r>
          </a:p>
        </p:txBody>
      </p:sp>
    </p:spTree>
    <p:extLst>
      <p:ext uri="{BB962C8B-B14F-4D97-AF65-F5344CB8AC3E}">
        <p14:creationId xmlns:p14="http://schemas.microsoft.com/office/powerpoint/2010/main" val="4048790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51384" y="447287"/>
            <a:ext cx="511256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Ejecute desde el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ArcToolBox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Herramientas de 3D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Analyst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- Conversión – Desde TIN – De TIN 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Raster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Nombre el archivo de salida como: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tin_terrenonaturalcaucesinuoso_v0.tif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Defina la resolución o tamaño de celda en 1 metro.</a:t>
            </a:r>
          </a:p>
          <a:p>
            <a:pPr algn="just"/>
            <a:endParaRPr lang="en-U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(P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odrá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utilizar el archivo .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tif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disponible en el repositorio de datos del curso.)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63907" y="447287"/>
            <a:ext cx="5504701" cy="59634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109E4E-EE9C-4D9C-8D47-29D19FCBC0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617B373-5CAF-4FDE-BD76-678B14FE316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996" y="2429434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701FD4D4-553C-4289-A563-A66FA124266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Conversión del MDT TIN a ráster</a:t>
            </a:r>
          </a:p>
        </p:txBody>
      </p:sp>
    </p:spTree>
    <p:extLst>
      <p:ext uri="{BB962C8B-B14F-4D97-AF65-F5344CB8AC3E}">
        <p14:creationId xmlns:p14="http://schemas.microsoft.com/office/powerpoint/2010/main" val="165764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882598" y="511940"/>
            <a:ext cx="4464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Desactive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TIN y configure la simbología de la nueva grilla mostrando las celdas por Redimensionado de tipo Desviaciones Típicas y la paleta de color para terreno. En el directorio de salida podrá observar la grilla cuyo tamaño de archivo es de 73mb aprox.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3432" y="2636912"/>
            <a:ext cx="4274870" cy="316835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07968" y="511940"/>
            <a:ext cx="5501434" cy="595988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91E2758-B28E-4DDA-B0BE-6A5F034CC5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A2EAEC-9E7B-498E-80FB-A85517CB61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5013176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C571AAA-6600-4269-BD93-53D3A5A11B9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832" y="2216822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B72A551B-D962-4283-AB05-17B6B7E7C23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Conversión del MDT TIN a ráster</a:t>
            </a:r>
          </a:p>
        </p:txBody>
      </p:sp>
    </p:spTree>
    <p:extLst>
      <p:ext uri="{BB962C8B-B14F-4D97-AF65-F5344CB8AC3E}">
        <p14:creationId xmlns:p14="http://schemas.microsoft.com/office/powerpoint/2010/main" val="423844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Exportación de resultados de HEC-RAS a ArcGIS</a:t>
            </a:r>
          </a:p>
        </p:txBody>
      </p:sp>
    </p:spTree>
    <p:extLst>
      <p:ext uri="{BB962C8B-B14F-4D97-AF65-F5344CB8AC3E}">
        <p14:creationId xmlns:p14="http://schemas.microsoft.com/office/powerpoint/2010/main" val="351069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70640" y="640368"/>
            <a:ext cx="439248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Abra HEC-RAS 5.0.7 o superior y el proyecto HECRAS_v1.prj.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Ejecute la modelación para flujo permanente utilizando el Plan HECRAS_v1_Permanente y para régimen de  flujo Subcrítico.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Verifique el perfil de flujo.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31904" y="640368"/>
            <a:ext cx="6489456" cy="167830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16" y="2492896"/>
            <a:ext cx="4288346" cy="2494416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403" y="5085184"/>
            <a:ext cx="6839744" cy="169985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17624E-301F-404A-BC58-40B9696EA80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9A2F4735-11D4-40B2-9204-5DA924604D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Exportación de resultados de HEC-RAS a ArcGIS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B172658-60DE-4207-ACB9-33680D02E7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905" y="1130787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CF7E2F21-50AC-4B9F-AE55-2D7393A551C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296" y="459694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02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42755" y="396118"/>
            <a:ext cx="5309521" cy="4603997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80840" y="488666"/>
            <a:ext cx="51111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menú File de HEC-RAS, seleccione la opción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Export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GIS Data.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la exportación seleccione los 3 tramos de río, el perfil de 2.33yr (no seleccionar mas de 1 perfil a la vez), marcar las casillas correspondientes 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Water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Surfaces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Water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Surfaces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Extents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Velocity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Shear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Stress,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Stream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Power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En propiedades adicionales seleccione las casillas Bank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Stations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Leeves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Oprima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Export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Data.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4816" y="3682143"/>
            <a:ext cx="3632569" cy="287138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56279" y="5042690"/>
            <a:ext cx="2482471" cy="17658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17FC48-8A58-4A55-8FDC-3E962FF3DF3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4AD993E-8865-4105-94B7-040FBF8C24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7408" y="2021071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3A32B0D-4F43-4883-9067-C4AC2C99474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514" y="5915775"/>
            <a:ext cx="360000" cy="360000"/>
          </a:xfrm>
          <a:prstGeom prst="rect">
            <a:avLst/>
          </a:prstGeom>
        </p:spPr>
      </p:pic>
      <p:sp>
        <p:nvSpPr>
          <p:cNvPr id="15" name="1 Título">
            <a:extLst>
              <a:ext uri="{FF2B5EF4-FFF2-40B4-BE49-F238E27FC236}">
                <a16:creationId xmlns:a16="http://schemas.microsoft.com/office/drawing/2014/main" id="{A9DFA9D7-8538-48A8-A5C8-A3FDEC1DA6C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Exportación de resultados de HEC-RAS a ArcGIS</a:t>
            </a:r>
          </a:p>
        </p:txBody>
      </p:sp>
    </p:spTree>
    <p:extLst>
      <p:ext uri="{BB962C8B-B14F-4D97-AF65-F5344CB8AC3E}">
        <p14:creationId xmlns:p14="http://schemas.microsoft.com/office/powerpoint/2010/main" val="122332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Importación de resultados en ArcGIS</a:t>
            </a:r>
          </a:p>
        </p:txBody>
      </p:sp>
    </p:spTree>
    <p:extLst>
      <p:ext uri="{BB962C8B-B14F-4D97-AF65-F5344CB8AC3E}">
        <p14:creationId xmlns:p14="http://schemas.microsoft.com/office/powerpoint/2010/main" val="1282518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55156" y="1184794"/>
            <a:ext cx="49685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el mapa creado previamente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MapificacionResultados.mxd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convierta el archivo exportado se denominó 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…\HEC-RAS_v1.RASexport.sdf a formato .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xml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Utilice para ello la barra de herramientas HEC-GeoRAS.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el menú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clic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Layer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Setup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cree un nuevo análisis seleccionando la grilla creada a partir del TIN y el archivo convertido 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xml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Seleccione como directorio de destino la carpeta HEC-GeoRAS_v1. Nombre el análisis de resultados como Permanente233.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Automáticamente en el mapa aparecerá un nuevo grupo de capas con el nombre del análisis y la grilla de terreno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7764" y="1184794"/>
            <a:ext cx="4836788" cy="50405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27764" y="1832865"/>
            <a:ext cx="4836788" cy="41164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D90B6F4-CD96-4E3E-874D-8F85C78826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7" name="1 Título">
            <a:extLst>
              <a:ext uri="{FF2B5EF4-FFF2-40B4-BE49-F238E27FC236}">
                <a16:creationId xmlns:a16="http://schemas.microsoft.com/office/drawing/2014/main" id="{6A29DC00-6A51-4AFE-9183-B6CC4E0E7F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Importación de resultados en ArcGIS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956C884-63F7-4343-BC8E-3B8490536C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148" y="158085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970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899948" y="614170"/>
            <a:ext cx="43921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Desde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 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barra HEC-GeoRAS,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ejecute la opción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Import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RAS Data.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grayscl/>
          </a:blip>
          <a:srcRect l="72050" t="10800" r="2751" b="62600"/>
          <a:stretch/>
        </p:blipFill>
        <p:spPr>
          <a:xfrm>
            <a:off x="911424" y="1556792"/>
            <a:ext cx="4123405" cy="244827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763451" y="4227165"/>
            <a:ext cx="2419350" cy="13620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5523118" y="1556792"/>
            <a:ext cx="5840097" cy="40324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6A4CBB5-5F2A-4D77-9BCE-F8D22C07D8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BEE7972-917B-4421-B00B-A1299AF485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887" y="2204864"/>
            <a:ext cx="360000" cy="360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105D608-0F88-40EE-BA31-5D60A69F70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053" y="5411034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9F6A0260-0F97-495C-8B4E-9AD0C784B72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Importación de resultados en ArcGIS</a:t>
            </a:r>
          </a:p>
        </p:txBody>
      </p:sp>
    </p:spTree>
    <p:extLst>
      <p:ext uri="{BB962C8B-B14F-4D97-AF65-F5344CB8AC3E}">
        <p14:creationId xmlns:p14="http://schemas.microsoft.com/office/powerpoint/2010/main" val="165556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51384" y="544666"/>
            <a:ext cx="49685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Luego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 la importación observara que en el mapa se agregan automáticamente diferentes capas.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Bounding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Polygon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límite espacial de resultados de la modelación.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XS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Lines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River2D son las capas de secciones y ejes del modelo HEC.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Water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Surface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Extents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Punto de localización mas exterior de la lámina de agua.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Velocities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Stress,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Power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Puntos con valores extremos de las variables 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mapificar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BankPoints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Puntos de localización de bancas (intersección de línea GIS de secciones con eje de bancas)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6" y="544666"/>
            <a:ext cx="5688632" cy="61626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7F16A91-0335-4BB4-AD0E-DF05441E68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EFCE108-5E05-4B4D-B0FB-676982D946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1700808"/>
            <a:ext cx="360000" cy="360000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81C04BB4-8A26-487B-BB57-FA93C1DA4B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Importación de resultados en ArcGIS</a:t>
            </a:r>
          </a:p>
        </p:txBody>
      </p:sp>
    </p:spTree>
    <p:extLst>
      <p:ext uri="{BB962C8B-B14F-4D97-AF65-F5344CB8AC3E}">
        <p14:creationId xmlns:p14="http://schemas.microsoft.com/office/powerpoint/2010/main" val="2615576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Mapa de llanuras de inundación</a:t>
            </a:r>
          </a:p>
        </p:txBody>
      </p:sp>
    </p:spTree>
    <p:extLst>
      <p:ext uri="{BB962C8B-B14F-4D97-AF65-F5344CB8AC3E}">
        <p14:creationId xmlns:p14="http://schemas.microsoft.com/office/powerpoint/2010/main" val="2304453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67408" y="475896"/>
            <a:ext cx="48965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la barra HEC-GeoRAS, 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ejecute las opciones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Inundation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Water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Surface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Generation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Fooding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Delineation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Using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Rasters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Se crearán 2 mapas y una capa vectorial: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=2.33yr: Mapa de Interpolación de las alturas de lámina de agua.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b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=2.33yr: Polígono de delimitación de la llanura de inundación.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=2.33yr: Mapa de Llanura de inundación con profundidad de lámina de agua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>
            <a:grayscl/>
          </a:blip>
          <a:srcRect l="64962" t="10800" r="2750" b="64001"/>
          <a:stretch/>
        </p:blipFill>
        <p:spPr>
          <a:xfrm>
            <a:off x="839416" y="4072107"/>
            <a:ext cx="4824536" cy="211808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240016" y="475896"/>
            <a:ext cx="5298900" cy="57404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5BFAAC-0636-44FB-A792-E2220176A3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9" name="1 Título">
            <a:extLst>
              <a:ext uri="{FF2B5EF4-FFF2-40B4-BE49-F238E27FC236}">
                <a16:creationId xmlns:a16="http://schemas.microsoft.com/office/drawing/2014/main" id="{61100E1D-E7F1-4F80-9B2E-24EBCF13E3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Mapa de llanuras de inundación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2E5D65-450B-4882-8CDA-B792DCC1E1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4" y="486587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68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374" y="544666"/>
            <a:ext cx="5516921" cy="5976664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62841" y="544666"/>
            <a:ext cx="48245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b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=2.33yr: Polígono de delimitación de la llanura de inundación.</a:t>
            </a:r>
          </a:p>
          <a:p>
            <a:pPr algn="ctr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área de inundación es de 1.552 km².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7" y="2024658"/>
            <a:ext cx="4746209" cy="20524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7561001-F11F-4884-9749-75C63A2630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07D3E24-6DB4-490B-AE1E-801C43F55B7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3103620"/>
            <a:ext cx="360000" cy="360000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A6E81627-FB6D-46D8-A091-20E88498A70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Mapa de llanuras de inundación</a:t>
            </a:r>
          </a:p>
        </p:txBody>
      </p:sp>
    </p:spTree>
    <p:extLst>
      <p:ext uri="{BB962C8B-B14F-4D97-AF65-F5344CB8AC3E}">
        <p14:creationId xmlns:p14="http://schemas.microsoft.com/office/powerpoint/2010/main" val="1161604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23392" y="730439"/>
            <a:ext cx="446449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=2.33yr: Mapa de Llanura de inundación con profundidad de lámina de agua.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 profundidad calculada de láminas de agua esta entre 0 y 3.54m. (Incluidas las zonas de cauce natural en inicio y entrega).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 observa un remanso producido por la acumulación de sedimentos en la zona natural de entrega.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17452" y="3717032"/>
            <a:ext cx="1476375" cy="885825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952" y="375957"/>
            <a:ext cx="5844576" cy="3165813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953" y="3588155"/>
            <a:ext cx="5844576" cy="316581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C96005-B7F7-42C3-9836-4D371F4367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1D6939D-ED03-4990-8FF7-FFFF2D332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664132"/>
            <a:ext cx="360000" cy="360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2C70374-D62E-4382-ABF9-FDA6B853D13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4072" y="4901269"/>
            <a:ext cx="360000" cy="360000"/>
          </a:xfrm>
          <a:prstGeom prst="rect">
            <a:avLst/>
          </a:prstGeom>
        </p:spPr>
      </p:pic>
      <p:sp>
        <p:nvSpPr>
          <p:cNvPr id="10" name="1 Título">
            <a:extLst>
              <a:ext uri="{FF2B5EF4-FFF2-40B4-BE49-F238E27FC236}">
                <a16:creationId xmlns:a16="http://schemas.microsoft.com/office/drawing/2014/main" id="{62DA4738-D4E0-4F36-AFFD-76E6A97FAA2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Mapa de llanuras de inundación</a:t>
            </a:r>
          </a:p>
        </p:txBody>
      </p:sp>
    </p:spTree>
    <p:extLst>
      <p:ext uri="{BB962C8B-B14F-4D97-AF65-F5344CB8AC3E}">
        <p14:creationId xmlns:p14="http://schemas.microsoft.com/office/powerpoint/2010/main" val="3144958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Mapa de velocidad</a:t>
            </a:r>
          </a:p>
        </p:txBody>
      </p:sp>
    </p:spTree>
    <p:extLst>
      <p:ext uri="{BB962C8B-B14F-4D97-AF65-F5344CB8AC3E}">
        <p14:creationId xmlns:p14="http://schemas.microsoft.com/office/powerpoint/2010/main" val="3013206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049924" y="1064200"/>
            <a:ext cx="27452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Desde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ejecutar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Velocity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72050" t="10801" r="2751" b="59800"/>
          <a:stretch/>
        </p:blipFill>
        <p:spPr>
          <a:xfrm>
            <a:off x="1757608" y="1988841"/>
            <a:ext cx="3329897" cy="218524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723725" y="4296048"/>
            <a:ext cx="3397661" cy="22569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600057" y="877120"/>
            <a:ext cx="3672408" cy="154371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7136098" y="2747962"/>
            <a:ext cx="2600325" cy="136207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5879976" y="4487037"/>
            <a:ext cx="4968552" cy="206591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3AEA24B-CEB4-4BC6-A03A-3FD959A6147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B3CCD8A0-F8C5-4330-8C9D-065E1CBCC08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Mapa de velocidad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9B18E92-B61C-40D0-82EF-120DE10FB09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2840575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924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839416" y="593393"/>
            <a:ext cx="43204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el mapa las velocidades oscilan entre 0 y 2.587 m/s. (Incluidas las zonas de cauce natural en inicio y entrega). En la zona del canal diseñado, las velocidades máximas son inferiores a 2 m/s.</a:t>
            </a: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04343" y="2068713"/>
            <a:ext cx="1190625" cy="85725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984" y="3548468"/>
            <a:ext cx="5661960" cy="30668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984" y="401154"/>
            <a:ext cx="5652120" cy="3061565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1125" y="3201585"/>
            <a:ext cx="3537059" cy="32552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14CA756-5161-4371-9A18-491D22C682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0535B3A-333A-47CA-894A-AFB00EC9B6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1571936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D9D42BA-2A87-4755-BDA5-26F16E6B400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104" y="4901915"/>
            <a:ext cx="360000" cy="360000"/>
          </a:xfrm>
          <a:prstGeom prst="rect">
            <a:avLst/>
          </a:prstGeom>
        </p:spPr>
      </p:pic>
      <p:sp>
        <p:nvSpPr>
          <p:cNvPr id="13" name="1 Título">
            <a:extLst>
              <a:ext uri="{FF2B5EF4-FFF2-40B4-BE49-F238E27FC236}">
                <a16:creationId xmlns:a16="http://schemas.microsoft.com/office/drawing/2014/main" id="{3C64C23D-023D-4602-845A-6DBBFE9BC41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Mapa de velocidad</a:t>
            </a:r>
          </a:p>
        </p:txBody>
      </p:sp>
    </p:spTree>
    <p:extLst>
      <p:ext uri="{BB962C8B-B14F-4D97-AF65-F5344CB8AC3E}">
        <p14:creationId xmlns:p14="http://schemas.microsoft.com/office/powerpoint/2010/main" val="2647915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Mapa de cortante</a:t>
            </a:r>
          </a:p>
        </p:txBody>
      </p:sp>
    </p:spTree>
    <p:extLst>
      <p:ext uri="{BB962C8B-B14F-4D97-AF65-F5344CB8AC3E}">
        <p14:creationId xmlns:p14="http://schemas.microsoft.com/office/powerpoint/2010/main" val="718396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631504" y="548680"/>
            <a:ext cx="345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Desde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ejecutar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Shear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Stress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l="72837" t="10800" r="2750" b="64000"/>
          <a:stretch/>
        </p:blipFill>
        <p:spPr>
          <a:xfrm>
            <a:off x="1343472" y="1340768"/>
            <a:ext cx="4032448" cy="2341422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482128" y="4031246"/>
            <a:ext cx="3754751" cy="2494098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751367" y="547711"/>
            <a:ext cx="3782498" cy="1589988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6076664" y="3626698"/>
            <a:ext cx="5131904" cy="289864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7181822" y="2201161"/>
            <a:ext cx="2790825" cy="13620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194D037-4A56-4935-8900-65EC04BDD8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1" name="1 Título">
            <a:extLst>
              <a:ext uri="{FF2B5EF4-FFF2-40B4-BE49-F238E27FC236}">
                <a16:creationId xmlns:a16="http://schemas.microsoft.com/office/drawing/2014/main" id="{1540A85C-F175-404C-87D6-0225487121C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Mapa de cortante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8C33881-7D23-4C28-8CAC-7A544F2704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286039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32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695400" y="940798"/>
            <a:ext cx="4680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En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mapa los cortantes oscilan entre 0 y 23.916 N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/m².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(Incluidas las zonas de cauce natural en inicio y entrega). En la zona del canal diseñado el cortante es inferior a 10 N</a:t>
            </a:r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/m².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9629" y="2484428"/>
            <a:ext cx="1200150" cy="838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3472" y="3615588"/>
            <a:ext cx="3396370" cy="312578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68" y="360000"/>
            <a:ext cx="5770671" cy="312578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7968" y="3615588"/>
            <a:ext cx="5770671" cy="312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BC8632-5CE8-4E64-9D72-CF1B9DACB57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BEC7B6D-A221-498B-8906-864E1856360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1447794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4846B7F-4648-465B-A023-A10BA72F17E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4853681"/>
            <a:ext cx="360000" cy="360000"/>
          </a:xfrm>
          <a:prstGeom prst="rect">
            <a:avLst/>
          </a:prstGeom>
        </p:spPr>
      </p:pic>
      <p:sp>
        <p:nvSpPr>
          <p:cNvPr id="14" name="1 Título">
            <a:extLst>
              <a:ext uri="{FF2B5EF4-FFF2-40B4-BE49-F238E27FC236}">
                <a16:creationId xmlns:a16="http://schemas.microsoft.com/office/drawing/2014/main" id="{94A7DD46-9D0D-4822-9F7E-226C8BAA386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Mapa de cortante</a:t>
            </a:r>
          </a:p>
        </p:txBody>
      </p:sp>
    </p:spTree>
    <p:extLst>
      <p:ext uri="{BB962C8B-B14F-4D97-AF65-F5344CB8AC3E}">
        <p14:creationId xmlns:p14="http://schemas.microsoft.com/office/powerpoint/2010/main" val="3311943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0" y="3244334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Mapa de energía</a:t>
            </a:r>
          </a:p>
        </p:txBody>
      </p:sp>
    </p:spTree>
    <p:extLst>
      <p:ext uri="{BB962C8B-B14F-4D97-AF65-F5344CB8AC3E}">
        <p14:creationId xmlns:p14="http://schemas.microsoft.com/office/powerpoint/2010/main" val="645098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1553362" y="886951"/>
            <a:ext cx="345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Desde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ejecutar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Stream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Power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72838" t="10800" r="2750" b="64000"/>
          <a:stretch/>
        </p:blipFill>
        <p:spPr>
          <a:xfrm>
            <a:off x="1433156" y="1788868"/>
            <a:ext cx="3696412" cy="214630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433156" y="3989206"/>
            <a:ext cx="3709636" cy="246413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grayscl/>
          </a:blip>
          <a:stretch>
            <a:fillRect/>
          </a:stretch>
        </p:blipFill>
        <p:spPr>
          <a:xfrm>
            <a:off x="6456039" y="764704"/>
            <a:ext cx="3816424" cy="160424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5807968" y="4204917"/>
            <a:ext cx="5114201" cy="2248419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6">
            <a:grayscl/>
          </a:blip>
          <a:stretch>
            <a:fillRect/>
          </a:stretch>
        </p:blipFill>
        <p:spPr>
          <a:xfrm>
            <a:off x="6911688" y="2622774"/>
            <a:ext cx="2905125" cy="13620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D9FC3FC-4DE8-412D-9A63-A90C8894C9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16611351-E98A-4794-85A5-A8A916AEEA2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Mapa de energía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951F348-0A72-4024-B657-CEDECDA3A31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3303811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31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769119" y="924172"/>
            <a:ext cx="4248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>
                <a:latin typeface="Segoe UI Light" panose="020B0502040204020203" pitchFamily="34" charset="0"/>
                <a:cs typeface="Segoe UI Light" panose="020B0502040204020203" pitchFamily="34" charset="0"/>
              </a:rPr>
              <a:t>En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mapa las energías oscilan entre 0 y 61.093 N/m x s. (Incluidas las zonas de cauce natural en inicio y entrega).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69275" y="1988840"/>
            <a:ext cx="1247775" cy="8572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970" y="3586687"/>
            <a:ext cx="5798784" cy="3141008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8970" y="360000"/>
            <a:ext cx="5798784" cy="314100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6E8F0D-CA0F-4F79-ADCC-4ED9BD0559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DC7EF6C1-3DC0-4A27-8908-C35F4EF3CC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127" y="1433343"/>
            <a:ext cx="360000" cy="360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4E2D242-BC66-4E95-B949-6AF7873197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127" y="4653136"/>
            <a:ext cx="360000" cy="360000"/>
          </a:xfrm>
          <a:prstGeom prst="rect">
            <a:avLst/>
          </a:prstGeom>
        </p:spPr>
      </p:pic>
      <p:sp>
        <p:nvSpPr>
          <p:cNvPr id="13" name="1 Título">
            <a:extLst>
              <a:ext uri="{FF2B5EF4-FFF2-40B4-BE49-F238E27FC236}">
                <a16:creationId xmlns:a16="http://schemas.microsoft.com/office/drawing/2014/main" id="{F53FA23B-6DB3-4B6C-B5FC-15D299963EE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Mapa de energía</a:t>
            </a:r>
          </a:p>
        </p:txBody>
      </p:sp>
    </p:spTree>
    <p:extLst>
      <p:ext uri="{BB962C8B-B14F-4D97-AF65-F5344CB8AC3E}">
        <p14:creationId xmlns:p14="http://schemas.microsoft.com/office/powerpoint/2010/main" val="1413173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3074749" y="1982450"/>
            <a:ext cx="604250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8. Mapificación para caudales de creciente y para flujo no permanente</a:t>
            </a:r>
          </a:p>
          <a:p>
            <a:pPr algn="ctr"/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Realice la mapificación de los resultados de la modelación con datos de creciente (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=100yr), el procedimiento es el mismo ejecutado anteriormente usando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Mapping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HEC-GeoRAS.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condiciones de flujo no permanente se deberá seleccionar el instante de tiempo a graficar.</a:t>
            </a:r>
          </a:p>
        </p:txBody>
      </p:sp>
    </p:spTree>
    <p:extLst>
      <p:ext uri="{BB962C8B-B14F-4D97-AF65-F5344CB8AC3E}">
        <p14:creationId xmlns:p14="http://schemas.microsoft.com/office/powerpoint/2010/main" val="33284017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0DE7C33-BA29-442B-84D2-56B5CE48EE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0" name="7 CuadroTexto">
            <a:extLst>
              <a:ext uri="{FF2B5EF4-FFF2-40B4-BE49-F238E27FC236}">
                <a16:creationId xmlns:a16="http://schemas.microsoft.com/office/drawing/2014/main" id="{76420621-7440-4E22-85EB-F63CD5A701B6}"/>
              </a:ext>
            </a:extLst>
          </p:cNvPr>
          <p:cNvSpPr txBox="1"/>
          <p:nvPr/>
        </p:nvSpPr>
        <p:spPr>
          <a:xfrm>
            <a:off x="2891644" y="2736502"/>
            <a:ext cx="640871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9. Mapificación usando RAS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endParaRPr lang="es-CO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Siga las indicaciones del instructor para realizar la mapificación de los resultados de la modelación 1D en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287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12582</TotalTime>
  <Words>1403</Words>
  <Application>Microsoft Office PowerPoint</Application>
  <PresentationFormat>Widescreen</PresentationFormat>
  <Paragraphs>124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HCMC_3_6</dc:title>
  <dc:creator>master</dc:creator>
  <cp:lastModifiedBy>WILLIAM RICARDO AGUILAR PIÑA</cp:lastModifiedBy>
  <cp:revision>622</cp:revision>
  <dcterms:created xsi:type="dcterms:W3CDTF">2010-05-17T13:13:34Z</dcterms:created>
  <dcterms:modified xsi:type="dcterms:W3CDTF">2025-08-01T16:27:50Z</dcterms:modified>
</cp:coreProperties>
</file>