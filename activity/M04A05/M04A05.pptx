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86" r:id="rId2"/>
    <p:sldId id="385" r:id="rId3"/>
    <p:sldId id="318" r:id="rId4"/>
    <p:sldId id="305" r:id="rId5"/>
    <p:sldId id="319" r:id="rId6"/>
    <p:sldId id="330" r:id="rId7"/>
    <p:sldId id="331" r:id="rId8"/>
    <p:sldId id="332" r:id="rId9"/>
    <p:sldId id="333" r:id="rId10"/>
    <p:sldId id="334" r:id="rId11"/>
    <p:sldId id="387" r:id="rId12"/>
    <p:sldId id="388" r:id="rId13"/>
    <p:sldId id="389" r:id="rId14"/>
    <p:sldId id="335" r:id="rId15"/>
    <p:sldId id="337" r:id="rId16"/>
    <p:sldId id="390" r:id="rId17"/>
    <p:sldId id="391" r:id="rId18"/>
    <p:sldId id="338" r:id="rId19"/>
    <p:sldId id="344" r:id="rId20"/>
    <p:sldId id="340" r:id="rId21"/>
    <p:sldId id="341" r:id="rId22"/>
    <p:sldId id="343" r:id="rId23"/>
    <p:sldId id="347" r:id="rId24"/>
    <p:sldId id="345" r:id="rId25"/>
    <p:sldId id="346" r:id="rId26"/>
    <p:sldId id="348" r:id="rId27"/>
    <p:sldId id="349" r:id="rId28"/>
    <p:sldId id="350" r:id="rId29"/>
    <p:sldId id="351" r:id="rId30"/>
    <p:sldId id="384" r:id="rId3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416" autoAdjust="0"/>
  </p:normalViewPr>
  <p:slideViewPr>
    <p:cSldViewPr>
      <p:cViewPr varScale="1">
        <p:scale>
          <a:sx n="116" d="100"/>
          <a:sy n="116" d="100"/>
        </p:scale>
        <p:origin x="252" y="90"/>
      </p:cViewPr>
      <p:guideLst>
        <p:guide orient="horz" pos="2160"/>
        <p:guide pos="3840"/>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C54CD969-395E-4A73-B676-018A519FAB32}"/>
    <pc:docChg chg="modSld">
      <pc:chgData name="WILLIAM RICARDO AGUILAR PIÑA" userId="25538c52-b196-49fc-9025-2dd86a54f18a" providerId="ADAL" clId="{C54CD969-395E-4A73-B676-018A519FAB32}" dt="2022-11-26T13:58:56.536" v="1" actId="20577"/>
      <pc:docMkLst>
        <pc:docMk/>
      </pc:docMkLst>
      <pc:sldChg chg="modSp mod">
        <pc:chgData name="WILLIAM RICARDO AGUILAR PIÑA" userId="25538c52-b196-49fc-9025-2dd86a54f18a" providerId="ADAL" clId="{C54CD969-395E-4A73-B676-018A519FAB32}" dt="2022-11-26T13:58:56.536" v="1" actId="20577"/>
        <pc:sldMkLst>
          <pc:docMk/>
          <pc:sldMk cId="2534384885" sldId="319"/>
        </pc:sldMkLst>
        <pc:spChg chg="mod">
          <ac:chgData name="WILLIAM RICARDO AGUILAR PIÑA" userId="25538c52-b196-49fc-9025-2dd86a54f18a" providerId="ADAL" clId="{C54CD969-395E-4A73-B676-018A519FAB32}" dt="2022-11-26T13:58:56.536" v="1" actId="20577"/>
          <ac:spMkLst>
            <pc:docMk/>
            <pc:sldMk cId="2534384885" sldId="319"/>
            <ac:spMk id="8" creationId="{00000000-0000-0000-0000-000000000000}"/>
          </ac:spMkLst>
        </pc:spChg>
      </pc:sldChg>
    </pc:docChg>
  </pc:docChgLst>
  <pc:docChgLst>
    <pc:chgData name="WILLIAM RICARDO AGUILAR PIÑA" userId="25538c52-b196-49fc-9025-2dd86a54f18a" providerId="ADAL" clId="{D4C5ACAD-23B6-4DA6-AEDF-A202462B45D3}"/>
    <pc:docChg chg="custSel addSld delSld modSld">
      <pc:chgData name="WILLIAM RICARDO AGUILAR PIÑA" userId="25538c52-b196-49fc-9025-2dd86a54f18a" providerId="ADAL" clId="{D4C5ACAD-23B6-4DA6-AEDF-A202462B45D3}" dt="2018-11-21T20:34:47.021" v="35"/>
      <pc:docMkLst>
        <pc:docMk/>
      </pc:docMkLst>
      <pc:sldChg chg="addSp modSp">
        <pc:chgData name="WILLIAM RICARDO AGUILAR PIÑA" userId="25538c52-b196-49fc-9025-2dd86a54f18a" providerId="ADAL" clId="{D4C5ACAD-23B6-4DA6-AEDF-A202462B45D3}" dt="2018-11-21T20:32:33.794" v="3" actId="20577"/>
        <pc:sldMkLst>
          <pc:docMk/>
          <pc:sldMk cId="0" sldId="256"/>
        </pc:sldMkLst>
        <pc:spChg chg="mod">
          <ac:chgData name="WILLIAM RICARDO AGUILAR PIÑA" userId="25538c52-b196-49fc-9025-2dd86a54f18a" providerId="ADAL" clId="{D4C5ACAD-23B6-4DA6-AEDF-A202462B45D3}" dt="2018-11-21T20:32:33.794" v="3" actId="20577"/>
          <ac:spMkLst>
            <pc:docMk/>
            <pc:sldMk cId="0" sldId="256"/>
            <ac:spMk id="8" creationId="{00000000-0000-0000-0000-000000000000}"/>
          </ac:spMkLst>
        </pc:spChg>
        <pc:spChg chg="add">
          <ac:chgData name="WILLIAM RICARDO AGUILAR PIÑA" userId="25538c52-b196-49fc-9025-2dd86a54f18a" providerId="ADAL" clId="{D4C5ACAD-23B6-4DA6-AEDF-A202462B45D3}" dt="2018-11-21T20:32:26.742" v="0"/>
          <ac:spMkLst>
            <pc:docMk/>
            <pc:sldMk cId="0" sldId="256"/>
            <ac:spMk id="10" creationId="{8C947339-1DEA-487A-B93D-DCE8D832E692}"/>
          </ac:spMkLst>
        </pc:spChg>
        <pc:grpChg chg="add">
          <ac:chgData name="WILLIAM RICARDO AGUILAR PIÑA" userId="25538c52-b196-49fc-9025-2dd86a54f18a" providerId="ADAL" clId="{D4C5ACAD-23B6-4DA6-AEDF-A202462B45D3}" dt="2018-11-21T20:32:26.742" v="0"/>
          <ac:grpSpMkLst>
            <pc:docMk/>
            <pc:sldMk cId="0" sldId="256"/>
            <ac:grpSpMk id="12" creationId="{395C2966-6631-4154-B860-E19C49B6F224}"/>
          </ac:grpSpMkLst>
        </pc:grpChg>
        <pc:picChg chg="add">
          <ac:chgData name="WILLIAM RICARDO AGUILAR PIÑA" userId="25538c52-b196-49fc-9025-2dd86a54f18a" providerId="ADAL" clId="{D4C5ACAD-23B6-4DA6-AEDF-A202462B45D3}" dt="2018-11-21T20:32:26.742" v="0"/>
          <ac:picMkLst>
            <pc:docMk/>
            <pc:sldMk cId="0" sldId="256"/>
            <ac:picMk id="9" creationId="{B4532214-5632-4185-A95B-CC4D5010A9E3}"/>
          </ac:picMkLst>
        </pc:picChg>
      </pc:sldChg>
      <pc:sldChg chg="del">
        <pc:chgData name="WILLIAM RICARDO AGUILAR PIÑA" userId="25538c52-b196-49fc-9025-2dd86a54f18a" providerId="ADAL" clId="{D4C5ACAD-23B6-4DA6-AEDF-A202462B45D3}" dt="2018-11-21T20:33:25.895" v="5" actId="2696"/>
        <pc:sldMkLst>
          <pc:docMk/>
          <pc:sldMk cId="1805327859" sldId="289"/>
        </pc:sldMkLst>
      </pc:sldChg>
      <pc:sldChg chg="addSp delSp">
        <pc:chgData name="WILLIAM RICARDO AGUILAR PIÑA" userId="25538c52-b196-49fc-9025-2dd86a54f18a" providerId="ADAL" clId="{D4C5ACAD-23B6-4DA6-AEDF-A202462B45D3}" dt="2018-11-21T20:34:47.021" v="35"/>
        <pc:sldMkLst>
          <pc:docMk/>
          <pc:sldMk cId="655422725" sldId="298"/>
        </pc:sldMkLst>
        <pc:spChg chg="del">
          <ac:chgData name="WILLIAM RICARDO AGUILAR PIÑA" userId="25538c52-b196-49fc-9025-2dd86a54f18a" providerId="ADAL" clId="{D4C5ACAD-23B6-4DA6-AEDF-A202462B45D3}" dt="2018-11-21T20:34:46.749" v="34" actId="478"/>
          <ac:spMkLst>
            <pc:docMk/>
            <pc:sldMk cId="655422725" sldId="298"/>
            <ac:spMk id="14" creationId="{8ECD033D-8040-4DC8-B05C-2BF0F6E0C995}"/>
          </ac:spMkLst>
        </pc:spChg>
        <pc:spChg chg="add">
          <ac:chgData name="WILLIAM RICARDO AGUILAR PIÑA" userId="25538c52-b196-49fc-9025-2dd86a54f18a" providerId="ADAL" clId="{D4C5ACAD-23B6-4DA6-AEDF-A202462B45D3}" dt="2018-11-21T20:34:47.021" v="35"/>
          <ac:spMkLst>
            <pc:docMk/>
            <pc:sldMk cId="655422725" sldId="298"/>
            <ac:spMk id="15" creationId="{D271ABF9-F940-460C-B43D-37393E936CA0}"/>
          </ac:spMkLst>
        </pc:spChg>
        <pc:picChg chg="add">
          <ac:chgData name="WILLIAM RICARDO AGUILAR PIÑA" userId="25538c52-b196-49fc-9025-2dd86a54f18a" providerId="ADAL" clId="{D4C5ACAD-23B6-4DA6-AEDF-A202462B45D3}" dt="2018-11-21T20:34:47.021" v="35"/>
          <ac:picMkLst>
            <pc:docMk/>
            <pc:sldMk cId="655422725" sldId="298"/>
            <ac:picMk id="16" creationId="{9E0BFBB3-38EC-4B3A-827D-4451D596210B}"/>
          </ac:picMkLst>
        </pc:picChg>
      </pc:sldChg>
      <pc:sldChg chg="addSp delSp">
        <pc:chgData name="WILLIAM RICARDO AGUILAR PIÑA" userId="25538c52-b196-49fc-9025-2dd86a54f18a" providerId="ADAL" clId="{D4C5ACAD-23B6-4DA6-AEDF-A202462B45D3}" dt="2018-11-21T20:34:17.304" v="11"/>
        <pc:sldMkLst>
          <pc:docMk/>
          <pc:sldMk cId="597354706" sldId="305"/>
        </pc:sldMkLst>
        <pc:spChg chg="add">
          <ac:chgData name="WILLIAM RICARDO AGUILAR PIÑA" userId="25538c52-b196-49fc-9025-2dd86a54f18a" providerId="ADAL" clId="{D4C5ACAD-23B6-4DA6-AEDF-A202462B45D3}" dt="2018-11-21T20:34:17.304" v="11"/>
          <ac:spMkLst>
            <pc:docMk/>
            <pc:sldMk cId="597354706" sldId="305"/>
            <ac:spMk id="6" creationId="{7BBC7C03-3305-4EBB-90A9-B29416737635}"/>
          </ac:spMkLst>
        </pc:spChg>
        <pc:spChg chg="del">
          <ac:chgData name="WILLIAM RICARDO AGUILAR PIÑA" userId="25538c52-b196-49fc-9025-2dd86a54f18a" providerId="ADAL" clId="{D4C5ACAD-23B6-4DA6-AEDF-A202462B45D3}" dt="2018-11-21T20:34:17.007" v="10" actId="478"/>
          <ac:spMkLst>
            <pc:docMk/>
            <pc:sldMk cId="597354706" sldId="305"/>
            <ac:spMk id="12" creationId="{10DDDA7E-B363-4AC5-B9B2-43C7205F72A7}"/>
          </ac:spMkLst>
        </pc:spChg>
        <pc:picChg chg="add">
          <ac:chgData name="WILLIAM RICARDO AGUILAR PIÑA" userId="25538c52-b196-49fc-9025-2dd86a54f18a" providerId="ADAL" clId="{D4C5ACAD-23B6-4DA6-AEDF-A202462B45D3}" dt="2018-11-21T20:34:17.304" v="11"/>
          <ac:picMkLst>
            <pc:docMk/>
            <pc:sldMk cId="597354706" sldId="305"/>
            <ac:picMk id="7" creationId="{44304459-199A-49EC-908C-369688AC3ED7}"/>
          </ac:picMkLst>
        </pc:picChg>
      </pc:sldChg>
      <pc:sldChg chg="addSp delSp">
        <pc:chgData name="WILLIAM RICARDO AGUILAR PIÑA" userId="25538c52-b196-49fc-9025-2dd86a54f18a" providerId="ADAL" clId="{D4C5ACAD-23B6-4DA6-AEDF-A202462B45D3}" dt="2018-11-21T20:34:15.385" v="9"/>
        <pc:sldMkLst>
          <pc:docMk/>
          <pc:sldMk cId="1409448837" sldId="318"/>
        </pc:sldMkLst>
        <pc:spChg chg="add">
          <ac:chgData name="WILLIAM RICARDO AGUILAR PIÑA" userId="25538c52-b196-49fc-9025-2dd86a54f18a" providerId="ADAL" clId="{D4C5ACAD-23B6-4DA6-AEDF-A202462B45D3}" dt="2018-11-21T20:34:15.385" v="9"/>
          <ac:spMkLst>
            <pc:docMk/>
            <pc:sldMk cId="1409448837" sldId="318"/>
            <ac:spMk id="6" creationId="{DFE9714C-551D-4BE4-B9F2-86CCDAFA70E3}"/>
          </ac:spMkLst>
        </pc:spChg>
        <pc:spChg chg="del">
          <ac:chgData name="WILLIAM RICARDO AGUILAR PIÑA" userId="25538c52-b196-49fc-9025-2dd86a54f18a" providerId="ADAL" clId="{D4C5ACAD-23B6-4DA6-AEDF-A202462B45D3}" dt="2018-11-21T20:34:14.463" v="8" actId="478"/>
          <ac:spMkLst>
            <pc:docMk/>
            <pc:sldMk cId="1409448837" sldId="318"/>
            <ac:spMk id="10" creationId="{FFA2EA99-79C8-463F-BD00-7B1F165D6718}"/>
          </ac:spMkLst>
        </pc:spChg>
        <pc:picChg chg="add">
          <ac:chgData name="WILLIAM RICARDO AGUILAR PIÑA" userId="25538c52-b196-49fc-9025-2dd86a54f18a" providerId="ADAL" clId="{D4C5ACAD-23B6-4DA6-AEDF-A202462B45D3}" dt="2018-11-21T20:34:15.385" v="9"/>
          <ac:picMkLst>
            <pc:docMk/>
            <pc:sldMk cId="1409448837" sldId="318"/>
            <ac:picMk id="7" creationId="{BCCA65EE-970D-42E2-8083-2F3BF9FC1B0D}"/>
          </ac:picMkLst>
        </pc:picChg>
      </pc:sldChg>
      <pc:sldChg chg="addSp delSp modSp">
        <pc:chgData name="WILLIAM RICARDO AGUILAR PIÑA" userId="25538c52-b196-49fc-9025-2dd86a54f18a" providerId="ADAL" clId="{D4C5ACAD-23B6-4DA6-AEDF-A202462B45D3}" dt="2018-11-21T20:34:24.779" v="20" actId="1035"/>
        <pc:sldMkLst>
          <pc:docMk/>
          <pc:sldMk cId="2534384885" sldId="319"/>
        </pc:sldMkLst>
        <pc:spChg chg="mod">
          <ac:chgData name="WILLIAM RICARDO AGUILAR PIÑA" userId="25538c52-b196-49fc-9025-2dd86a54f18a" providerId="ADAL" clId="{D4C5ACAD-23B6-4DA6-AEDF-A202462B45D3}" dt="2018-11-21T20:34:24.779" v="20" actId="1035"/>
          <ac:spMkLst>
            <pc:docMk/>
            <pc:sldMk cId="2534384885" sldId="319"/>
            <ac:spMk id="8" creationId="{00000000-0000-0000-0000-000000000000}"/>
          </ac:spMkLst>
        </pc:spChg>
        <pc:spChg chg="del">
          <ac:chgData name="WILLIAM RICARDO AGUILAR PIÑA" userId="25538c52-b196-49fc-9025-2dd86a54f18a" providerId="ADAL" clId="{D4C5ACAD-23B6-4DA6-AEDF-A202462B45D3}" dt="2018-11-21T20:34:18.893" v="12" actId="478"/>
          <ac:spMkLst>
            <pc:docMk/>
            <pc:sldMk cId="2534384885" sldId="319"/>
            <ac:spMk id="10" creationId="{FFA2EA99-79C8-463F-BD00-7B1F165D6718}"/>
          </ac:spMkLst>
        </pc:spChg>
        <pc:spChg chg="add">
          <ac:chgData name="WILLIAM RICARDO AGUILAR PIÑA" userId="25538c52-b196-49fc-9025-2dd86a54f18a" providerId="ADAL" clId="{D4C5ACAD-23B6-4DA6-AEDF-A202462B45D3}" dt="2018-11-21T20:34:19.372" v="13"/>
          <ac:spMkLst>
            <pc:docMk/>
            <pc:sldMk cId="2534384885" sldId="319"/>
            <ac:spMk id="11" creationId="{50838B99-D7D6-4F8D-9D54-82798A41EE02}"/>
          </ac:spMkLst>
        </pc:spChg>
        <pc:picChg chg="add">
          <ac:chgData name="WILLIAM RICARDO AGUILAR PIÑA" userId="25538c52-b196-49fc-9025-2dd86a54f18a" providerId="ADAL" clId="{D4C5ACAD-23B6-4DA6-AEDF-A202462B45D3}" dt="2018-11-21T20:34:19.372" v="13"/>
          <ac:picMkLst>
            <pc:docMk/>
            <pc:sldMk cId="2534384885" sldId="319"/>
            <ac:picMk id="12" creationId="{320A4D9D-DD6B-43A5-96B5-E0C3E1DCD928}"/>
          </ac:picMkLst>
        </pc:picChg>
      </pc:sldChg>
      <pc:sldChg chg="addSp delSp">
        <pc:chgData name="WILLIAM RICARDO AGUILAR PIÑA" userId="25538c52-b196-49fc-9025-2dd86a54f18a" providerId="ADAL" clId="{D4C5ACAD-23B6-4DA6-AEDF-A202462B45D3}" dt="2018-11-21T20:34:28.191" v="22"/>
        <pc:sldMkLst>
          <pc:docMk/>
          <pc:sldMk cId="1898447517" sldId="330"/>
        </pc:sldMkLst>
        <pc:spChg chg="del">
          <ac:chgData name="WILLIAM RICARDO AGUILAR PIÑA" userId="25538c52-b196-49fc-9025-2dd86a54f18a" providerId="ADAL" clId="{D4C5ACAD-23B6-4DA6-AEDF-A202462B45D3}" dt="2018-11-21T20:34:27.822" v="21" actId="478"/>
          <ac:spMkLst>
            <pc:docMk/>
            <pc:sldMk cId="1898447517" sldId="330"/>
            <ac:spMk id="10" creationId="{FFA2EA99-79C8-463F-BD00-7B1F165D6718}"/>
          </ac:spMkLst>
        </pc:spChg>
        <pc:spChg chg="add">
          <ac:chgData name="WILLIAM RICARDO AGUILAR PIÑA" userId="25538c52-b196-49fc-9025-2dd86a54f18a" providerId="ADAL" clId="{D4C5ACAD-23B6-4DA6-AEDF-A202462B45D3}" dt="2018-11-21T20:34:28.191" v="22"/>
          <ac:spMkLst>
            <pc:docMk/>
            <pc:sldMk cId="1898447517" sldId="330"/>
            <ac:spMk id="13" creationId="{E7D5FDE3-9C93-4D3A-AACD-FF0F8F7FA730}"/>
          </ac:spMkLst>
        </pc:spChg>
        <pc:picChg chg="add">
          <ac:chgData name="WILLIAM RICARDO AGUILAR PIÑA" userId="25538c52-b196-49fc-9025-2dd86a54f18a" providerId="ADAL" clId="{D4C5ACAD-23B6-4DA6-AEDF-A202462B45D3}" dt="2018-11-21T20:34:28.191" v="22"/>
          <ac:picMkLst>
            <pc:docMk/>
            <pc:sldMk cId="1898447517" sldId="330"/>
            <ac:picMk id="15" creationId="{CF7FE78E-C6A0-45F4-B588-3B44AA274223}"/>
          </ac:picMkLst>
        </pc:picChg>
      </pc:sldChg>
      <pc:sldChg chg="addSp delSp">
        <pc:chgData name="WILLIAM RICARDO AGUILAR PIÑA" userId="25538c52-b196-49fc-9025-2dd86a54f18a" providerId="ADAL" clId="{D4C5ACAD-23B6-4DA6-AEDF-A202462B45D3}" dt="2018-11-21T20:34:34.621" v="29"/>
        <pc:sldMkLst>
          <pc:docMk/>
          <pc:sldMk cId="17509497" sldId="331"/>
        </pc:sldMkLst>
        <pc:spChg chg="del">
          <ac:chgData name="WILLIAM RICARDO AGUILAR PIÑA" userId="25538c52-b196-49fc-9025-2dd86a54f18a" providerId="ADAL" clId="{D4C5ACAD-23B6-4DA6-AEDF-A202462B45D3}" dt="2018-11-21T20:34:29.765" v="23" actId="478"/>
          <ac:spMkLst>
            <pc:docMk/>
            <pc:sldMk cId="17509497" sldId="331"/>
            <ac:spMk id="10" creationId="{FFA2EA99-79C8-463F-BD00-7B1F165D6718}"/>
          </ac:spMkLst>
        </pc:spChg>
        <pc:spChg chg="add">
          <ac:chgData name="WILLIAM RICARDO AGUILAR PIÑA" userId="25538c52-b196-49fc-9025-2dd86a54f18a" providerId="ADAL" clId="{D4C5ACAD-23B6-4DA6-AEDF-A202462B45D3}" dt="2018-11-21T20:34:34.621" v="29"/>
          <ac:spMkLst>
            <pc:docMk/>
            <pc:sldMk cId="17509497" sldId="331"/>
            <ac:spMk id="12" creationId="{322DAE25-3078-49C2-87AD-4643ADCAA389}"/>
          </ac:spMkLst>
        </pc:spChg>
        <pc:picChg chg="add">
          <ac:chgData name="WILLIAM RICARDO AGUILAR PIÑA" userId="25538c52-b196-49fc-9025-2dd86a54f18a" providerId="ADAL" clId="{D4C5ACAD-23B6-4DA6-AEDF-A202462B45D3}" dt="2018-11-21T20:34:34.621" v="29"/>
          <ac:picMkLst>
            <pc:docMk/>
            <pc:sldMk cId="17509497" sldId="331"/>
            <ac:picMk id="13" creationId="{54310103-2096-4DE9-ADB6-80B613A2D201}"/>
          </ac:picMkLst>
        </pc:picChg>
      </pc:sldChg>
      <pc:sldChg chg="addSp delSp modSp">
        <pc:chgData name="WILLIAM RICARDO AGUILAR PIÑA" userId="25538c52-b196-49fc-9025-2dd86a54f18a" providerId="ADAL" clId="{D4C5ACAD-23B6-4DA6-AEDF-A202462B45D3}" dt="2018-11-21T20:34:33.321" v="28"/>
        <pc:sldMkLst>
          <pc:docMk/>
          <pc:sldMk cId="1321124094" sldId="332"/>
        </pc:sldMkLst>
        <pc:spChg chg="del mod">
          <ac:chgData name="WILLIAM RICARDO AGUILAR PIÑA" userId="25538c52-b196-49fc-9025-2dd86a54f18a" providerId="ADAL" clId="{D4C5ACAD-23B6-4DA6-AEDF-A202462B45D3}" dt="2018-11-21T20:34:32.941" v="27" actId="478"/>
          <ac:spMkLst>
            <pc:docMk/>
            <pc:sldMk cId="1321124094" sldId="332"/>
            <ac:spMk id="10" creationId="{FFA2EA99-79C8-463F-BD00-7B1F165D6718}"/>
          </ac:spMkLst>
        </pc:spChg>
        <pc:spChg chg="add del">
          <ac:chgData name="WILLIAM RICARDO AGUILAR PIÑA" userId="25538c52-b196-49fc-9025-2dd86a54f18a" providerId="ADAL" clId="{D4C5ACAD-23B6-4DA6-AEDF-A202462B45D3}" dt="2018-11-21T20:34:32.535" v="26"/>
          <ac:spMkLst>
            <pc:docMk/>
            <pc:sldMk cId="1321124094" sldId="332"/>
            <ac:spMk id="12" creationId="{A605EC48-2044-4699-AE11-449247075393}"/>
          </ac:spMkLst>
        </pc:spChg>
        <pc:spChg chg="add">
          <ac:chgData name="WILLIAM RICARDO AGUILAR PIÑA" userId="25538c52-b196-49fc-9025-2dd86a54f18a" providerId="ADAL" clId="{D4C5ACAD-23B6-4DA6-AEDF-A202462B45D3}" dt="2018-11-21T20:34:33.321" v="28"/>
          <ac:spMkLst>
            <pc:docMk/>
            <pc:sldMk cId="1321124094" sldId="332"/>
            <ac:spMk id="15" creationId="{6109FE51-CF2F-4855-AAAF-8F6AEB70B62E}"/>
          </ac:spMkLst>
        </pc:spChg>
        <pc:picChg chg="add del">
          <ac:chgData name="WILLIAM RICARDO AGUILAR PIÑA" userId="25538c52-b196-49fc-9025-2dd86a54f18a" providerId="ADAL" clId="{D4C5ACAD-23B6-4DA6-AEDF-A202462B45D3}" dt="2018-11-21T20:34:32.535" v="26"/>
          <ac:picMkLst>
            <pc:docMk/>
            <pc:sldMk cId="1321124094" sldId="332"/>
            <ac:picMk id="13" creationId="{DC35BD1E-D23C-4823-BA13-8E85B44D2FFC}"/>
          </ac:picMkLst>
        </pc:picChg>
        <pc:picChg chg="add">
          <ac:chgData name="WILLIAM RICARDO AGUILAR PIÑA" userId="25538c52-b196-49fc-9025-2dd86a54f18a" providerId="ADAL" clId="{D4C5ACAD-23B6-4DA6-AEDF-A202462B45D3}" dt="2018-11-21T20:34:33.321" v="28"/>
          <ac:picMkLst>
            <pc:docMk/>
            <pc:sldMk cId="1321124094" sldId="332"/>
            <ac:picMk id="17" creationId="{C04C0514-65FE-4102-86CA-6AA4F3CA61E4}"/>
          </ac:picMkLst>
        </pc:picChg>
      </pc:sldChg>
      <pc:sldChg chg="addSp delSp">
        <pc:chgData name="WILLIAM RICARDO AGUILAR PIÑA" userId="25538c52-b196-49fc-9025-2dd86a54f18a" providerId="ADAL" clId="{D4C5ACAD-23B6-4DA6-AEDF-A202462B45D3}" dt="2018-11-21T20:34:38.726" v="31"/>
        <pc:sldMkLst>
          <pc:docMk/>
          <pc:sldMk cId="891132421" sldId="333"/>
        </pc:sldMkLst>
        <pc:spChg chg="del">
          <ac:chgData name="WILLIAM RICARDO AGUILAR PIÑA" userId="25538c52-b196-49fc-9025-2dd86a54f18a" providerId="ADAL" clId="{D4C5ACAD-23B6-4DA6-AEDF-A202462B45D3}" dt="2018-11-21T20:34:38.373" v="30" actId="478"/>
          <ac:spMkLst>
            <pc:docMk/>
            <pc:sldMk cId="891132421" sldId="333"/>
            <ac:spMk id="10" creationId="{FFA2EA99-79C8-463F-BD00-7B1F165D6718}"/>
          </ac:spMkLst>
        </pc:spChg>
        <pc:spChg chg="add">
          <ac:chgData name="WILLIAM RICARDO AGUILAR PIÑA" userId="25538c52-b196-49fc-9025-2dd86a54f18a" providerId="ADAL" clId="{D4C5ACAD-23B6-4DA6-AEDF-A202462B45D3}" dt="2018-11-21T20:34:38.726" v="31"/>
          <ac:spMkLst>
            <pc:docMk/>
            <pc:sldMk cId="891132421" sldId="333"/>
            <ac:spMk id="11" creationId="{A8AA62FE-D658-49DA-BB1A-9BE0CC6FB86D}"/>
          </ac:spMkLst>
        </pc:spChg>
        <pc:picChg chg="add">
          <ac:chgData name="WILLIAM RICARDO AGUILAR PIÑA" userId="25538c52-b196-49fc-9025-2dd86a54f18a" providerId="ADAL" clId="{D4C5ACAD-23B6-4DA6-AEDF-A202462B45D3}" dt="2018-11-21T20:34:38.726" v="31"/>
          <ac:picMkLst>
            <pc:docMk/>
            <pc:sldMk cId="891132421" sldId="333"/>
            <ac:picMk id="14" creationId="{C2178311-63FE-4ECE-ABA2-AC9A0E659600}"/>
          </ac:picMkLst>
        </pc:picChg>
      </pc:sldChg>
      <pc:sldChg chg="addSp delSp">
        <pc:chgData name="WILLIAM RICARDO AGUILAR PIÑA" userId="25538c52-b196-49fc-9025-2dd86a54f18a" providerId="ADAL" clId="{D4C5ACAD-23B6-4DA6-AEDF-A202462B45D3}" dt="2018-11-21T20:34:43.936" v="33"/>
        <pc:sldMkLst>
          <pc:docMk/>
          <pc:sldMk cId="4088129930" sldId="334"/>
        </pc:sldMkLst>
        <pc:spChg chg="add">
          <ac:chgData name="WILLIAM RICARDO AGUILAR PIÑA" userId="25538c52-b196-49fc-9025-2dd86a54f18a" providerId="ADAL" clId="{D4C5ACAD-23B6-4DA6-AEDF-A202462B45D3}" dt="2018-11-21T20:34:43.936" v="33"/>
          <ac:spMkLst>
            <pc:docMk/>
            <pc:sldMk cId="4088129930" sldId="334"/>
            <ac:spMk id="9" creationId="{0F441786-F824-4EC5-8295-4227C266DF3C}"/>
          </ac:spMkLst>
        </pc:spChg>
        <pc:spChg chg="del">
          <ac:chgData name="WILLIAM RICARDO AGUILAR PIÑA" userId="25538c52-b196-49fc-9025-2dd86a54f18a" providerId="ADAL" clId="{D4C5ACAD-23B6-4DA6-AEDF-A202462B45D3}" dt="2018-11-21T20:34:43.577" v="32" actId="478"/>
          <ac:spMkLst>
            <pc:docMk/>
            <pc:sldMk cId="4088129930" sldId="334"/>
            <ac:spMk id="10" creationId="{FFA2EA99-79C8-463F-BD00-7B1F165D6718}"/>
          </ac:spMkLst>
        </pc:spChg>
        <pc:picChg chg="add">
          <ac:chgData name="WILLIAM RICARDO AGUILAR PIÑA" userId="25538c52-b196-49fc-9025-2dd86a54f18a" providerId="ADAL" clId="{D4C5ACAD-23B6-4DA6-AEDF-A202462B45D3}" dt="2018-11-21T20:34:43.936" v="33"/>
          <ac:picMkLst>
            <pc:docMk/>
            <pc:sldMk cId="4088129930" sldId="334"/>
            <ac:picMk id="12" creationId="{F18A1862-8CA0-4164-BB59-DC2C1603530A}"/>
          </ac:picMkLst>
        </pc:picChg>
      </pc:sldChg>
      <pc:sldChg chg="modSp add">
        <pc:chgData name="WILLIAM RICARDO AGUILAR PIÑA" userId="25538c52-b196-49fc-9025-2dd86a54f18a" providerId="ADAL" clId="{D4C5ACAD-23B6-4DA6-AEDF-A202462B45D3}" dt="2018-11-21T20:34:03.069" v="7"/>
        <pc:sldMkLst>
          <pc:docMk/>
          <pc:sldMk cId="159271927" sldId="351"/>
        </pc:sldMkLst>
        <pc:spChg chg="mod">
          <ac:chgData name="WILLIAM RICARDO AGUILAR PIÑA" userId="25538c52-b196-49fc-9025-2dd86a54f18a" providerId="ADAL" clId="{D4C5ACAD-23B6-4DA6-AEDF-A202462B45D3}" dt="2018-11-21T20:34:03.069" v="7"/>
          <ac:spMkLst>
            <pc:docMk/>
            <pc:sldMk cId="159271927" sldId="351"/>
            <ac:spMk id="6" creationId="{00ADA126-3FB2-40CE-98D5-A785B41EC83E}"/>
          </ac:spMkLst>
        </pc:spChg>
      </pc:sldChg>
    </pc:docChg>
  </pc:docChgLst>
  <pc:docChgLst>
    <pc:chgData name="WILLIAM RICARDO AGUILAR PIÑA" userId="25538c52-b196-49fc-9025-2dd86a54f18a" providerId="ADAL" clId="{51AE2F63-1A27-43EF-B5E3-319C3DEB3A1F}"/>
    <pc:docChg chg="undo custSel addSld delSld modSld sldOrd">
      <pc:chgData name="WILLIAM RICARDO AGUILAR PIÑA" userId="25538c52-b196-49fc-9025-2dd86a54f18a" providerId="ADAL" clId="{51AE2F63-1A27-43EF-B5E3-319C3DEB3A1F}" dt="2018-11-14T15:23:53.489" v="2563" actId="6549"/>
      <pc:docMkLst>
        <pc:docMk/>
      </pc:docMkLst>
      <pc:sldChg chg="modSp">
        <pc:chgData name="WILLIAM RICARDO AGUILAR PIÑA" userId="25538c52-b196-49fc-9025-2dd86a54f18a" providerId="ADAL" clId="{51AE2F63-1A27-43EF-B5E3-319C3DEB3A1F}" dt="2018-11-13T14:12:22.028" v="6" actId="20577"/>
        <pc:sldMkLst>
          <pc:docMk/>
          <pc:sldMk cId="0" sldId="256"/>
        </pc:sldMkLst>
        <pc:spChg chg="mod">
          <ac:chgData name="WILLIAM RICARDO AGUILAR PIÑA" userId="25538c52-b196-49fc-9025-2dd86a54f18a" providerId="ADAL" clId="{51AE2F63-1A27-43EF-B5E3-319C3DEB3A1F}" dt="2018-11-13T14:12:22.028" v="6" actId="20577"/>
          <ac:spMkLst>
            <pc:docMk/>
            <pc:sldMk cId="0" sldId="256"/>
            <ac:spMk id="8" creationId="{00000000-0000-0000-0000-000000000000}"/>
          </ac:spMkLst>
        </pc:spChg>
      </pc:sldChg>
      <pc:sldChg chg="addSp delSp modSp">
        <pc:chgData name="WILLIAM RICARDO AGUILAR PIÑA" userId="25538c52-b196-49fc-9025-2dd86a54f18a" providerId="ADAL" clId="{51AE2F63-1A27-43EF-B5E3-319C3DEB3A1F}" dt="2018-11-13T14:18:20.092" v="32" actId="1037"/>
        <pc:sldMkLst>
          <pc:docMk/>
          <pc:sldMk cId="597354706" sldId="305"/>
        </pc:sldMkLst>
        <pc:spChg chg="mod">
          <ac:chgData name="WILLIAM RICARDO AGUILAR PIÑA" userId="25538c52-b196-49fc-9025-2dd86a54f18a" providerId="ADAL" clId="{51AE2F63-1A27-43EF-B5E3-319C3DEB3A1F}" dt="2018-11-13T14:18:20.092" v="32" actId="1037"/>
          <ac:spMkLst>
            <pc:docMk/>
            <pc:sldMk cId="597354706" sldId="305"/>
            <ac:spMk id="8" creationId="{00000000-0000-0000-0000-000000000000}"/>
          </ac:spMkLst>
        </pc:spChg>
        <pc:picChg chg="add mod">
          <ac:chgData name="WILLIAM RICARDO AGUILAR PIÑA" userId="25538c52-b196-49fc-9025-2dd86a54f18a" providerId="ADAL" clId="{51AE2F63-1A27-43EF-B5E3-319C3DEB3A1F}" dt="2018-11-13T14:18:20.092" v="32" actId="1037"/>
          <ac:picMkLst>
            <pc:docMk/>
            <pc:sldMk cId="597354706" sldId="305"/>
            <ac:picMk id="3" creationId="{24B58875-05C9-437C-9E96-35AFE48287EF}"/>
          </ac:picMkLst>
        </pc:picChg>
        <pc:picChg chg="del">
          <ac:chgData name="WILLIAM RICARDO AGUILAR PIÑA" userId="25538c52-b196-49fc-9025-2dd86a54f18a" providerId="ADAL" clId="{51AE2F63-1A27-43EF-B5E3-319C3DEB3A1F}" dt="2018-11-13T14:17:44.532" v="13" actId="478"/>
          <ac:picMkLst>
            <pc:docMk/>
            <pc:sldMk cId="597354706" sldId="305"/>
            <ac:picMk id="4" creationId="{5CE954EE-8077-4258-A27A-BF646CCE91ED}"/>
          </ac:picMkLst>
        </pc:picChg>
      </pc:sldChg>
      <pc:sldChg chg="modSp">
        <pc:chgData name="WILLIAM RICARDO AGUILAR PIÑA" userId="25538c52-b196-49fc-9025-2dd86a54f18a" providerId="ADAL" clId="{51AE2F63-1A27-43EF-B5E3-319C3DEB3A1F}" dt="2018-11-13T14:38:17.533" v="965" actId="1036"/>
        <pc:sldMkLst>
          <pc:docMk/>
          <pc:sldMk cId="1409448837" sldId="318"/>
        </pc:sldMkLst>
        <pc:spChg chg="mod">
          <ac:chgData name="WILLIAM RICARDO AGUILAR PIÑA" userId="25538c52-b196-49fc-9025-2dd86a54f18a" providerId="ADAL" clId="{51AE2F63-1A27-43EF-B5E3-319C3DEB3A1F}" dt="2018-11-13T14:38:17.533" v="965" actId="1036"/>
          <ac:spMkLst>
            <pc:docMk/>
            <pc:sldMk cId="1409448837" sldId="318"/>
            <ac:spMk id="8" creationId="{00000000-0000-0000-0000-000000000000}"/>
          </ac:spMkLst>
        </pc:spChg>
        <pc:picChg chg="mod">
          <ac:chgData name="WILLIAM RICARDO AGUILAR PIÑA" userId="25538c52-b196-49fc-9025-2dd86a54f18a" providerId="ADAL" clId="{51AE2F63-1A27-43EF-B5E3-319C3DEB3A1F}" dt="2018-11-13T14:38:17.533" v="965" actId="1036"/>
          <ac:picMkLst>
            <pc:docMk/>
            <pc:sldMk cId="1409448837" sldId="318"/>
            <ac:picMk id="4" creationId="{B4C33E3D-D21D-4C03-BE63-5CECDACBE748}"/>
          </ac:picMkLst>
        </pc:picChg>
      </pc:sldChg>
      <pc:sldChg chg="addSp delSp modSp">
        <pc:chgData name="WILLIAM RICARDO AGUILAR PIÑA" userId="25538c52-b196-49fc-9025-2dd86a54f18a" providerId="ADAL" clId="{51AE2F63-1A27-43EF-B5E3-319C3DEB3A1F}" dt="2018-11-13T20:34:33.415" v="1807" actId="1037"/>
        <pc:sldMkLst>
          <pc:docMk/>
          <pc:sldMk cId="2534384885" sldId="319"/>
        </pc:sldMkLst>
        <pc:spChg chg="add del">
          <ac:chgData name="WILLIAM RICARDO AGUILAR PIÑA" userId="25538c52-b196-49fc-9025-2dd86a54f18a" providerId="ADAL" clId="{51AE2F63-1A27-43EF-B5E3-319C3DEB3A1F}" dt="2018-11-13T19:02:41.271" v="1597" actId="478"/>
          <ac:spMkLst>
            <pc:docMk/>
            <pc:sldMk cId="2534384885" sldId="319"/>
            <ac:spMk id="4" creationId="{370FD97B-40A3-468D-AC3D-39B0CAF2C478}"/>
          </ac:spMkLst>
        </pc:spChg>
        <pc:spChg chg="mod">
          <ac:chgData name="WILLIAM RICARDO AGUILAR PIÑA" userId="25538c52-b196-49fc-9025-2dd86a54f18a" providerId="ADAL" clId="{51AE2F63-1A27-43EF-B5E3-319C3DEB3A1F}" dt="2018-11-13T20:32:37.008" v="1800" actId="20577"/>
          <ac:spMkLst>
            <pc:docMk/>
            <pc:sldMk cId="2534384885" sldId="319"/>
            <ac:spMk id="8" creationId="{00000000-0000-0000-0000-000000000000}"/>
          </ac:spMkLst>
        </pc:spChg>
        <pc:spChg chg="mod">
          <ac:chgData name="WILLIAM RICARDO AGUILAR PIÑA" userId="25538c52-b196-49fc-9025-2dd86a54f18a" providerId="ADAL" clId="{51AE2F63-1A27-43EF-B5E3-319C3DEB3A1F}" dt="2018-11-13T14:18:33.432" v="36" actId="20577"/>
          <ac:spMkLst>
            <pc:docMk/>
            <pc:sldMk cId="2534384885" sldId="319"/>
            <ac:spMk id="10" creationId="{FFA2EA99-79C8-463F-BD00-7B1F165D6718}"/>
          </ac:spMkLst>
        </pc:spChg>
        <pc:picChg chg="del">
          <ac:chgData name="WILLIAM RICARDO AGUILAR PIÑA" userId="25538c52-b196-49fc-9025-2dd86a54f18a" providerId="ADAL" clId="{51AE2F63-1A27-43EF-B5E3-319C3DEB3A1F}" dt="2018-11-13T14:18:36.155" v="37" actId="478"/>
          <ac:picMkLst>
            <pc:docMk/>
            <pc:sldMk cId="2534384885" sldId="319"/>
            <ac:picMk id="2" creationId="{3B029D43-9EDE-4CEF-80F4-7CD87F7C8E6B}"/>
          </ac:picMkLst>
        </pc:picChg>
        <pc:picChg chg="add del mod ord">
          <ac:chgData name="WILLIAM RICARDO AGUILAR PIÑA" userId="25538c52-b196-49fc-9025-2dd86a54f18a" providerId="ADAL" clId="{51AE2F63-1A27-43EF-B5E3-319C3DEB3A1F}" dt="2018-11-13T20:34:33.415" v="1807" actId="1037"/>
          <ac:picMkLst>
            <pc:docMk/>
            <pc:sldMk cId="2534384885" sldId="319"/>
            <ac:picMk id="3" creationId="{11F48031-E5DF-467E-A361-1F86272C42C9}"/>
          </ac:picMkLst>
        </pc:picChg>
        <pc:picChg chg="add del mod">
          <ac:chgData name="WILLIAM RICARDO AGUILAR PIÑA" userId="25538c52-b196-49fc-9025-2dd86a54f18a" providerId="ADAL" clId="{51AE2F63-1A27-43EF-B5E3-319C3DEB3A1F}" dt="2018-11-13T19:47:02.686" v="1643" actId="478"/>
          <ac:picMkLst>
            <pc:docMk/>
            <pc:sldMk cId="2534384885" sldId="319"/>
            <ac:picMk id="5" creationId="{C4FB973C-A60D-402B-86FB-7EE98AF7D2D9}"/>
          </ac:picMkLst>
        </pc:picChg>
        <pc:picChg chg="add del">
          <ac:chgData name="WILLIAM RICARDO AGUILAR PIÑA" userId="25538c52-b196-49fc-9025-2dd86a54f18a" providerId="ADAL" clId="{51AE2F63-1A27-43EF-B5E3-319C3DEB3A1F}" dt="2018-11-13T19:47:00.054" v="1641"/>
          <ac:picMkLst>
            <pc:docMk/>
            <pc:sldMk cId="2534384885" sldId="319"/>
            <ac:picMk id="6" creationId="{CEBAECA1-8BA2-4317-BB09-513E7F63E126}"/>
          </ac:picMkLst>
        </pc:picChg>
        <pc:picChg chg="add del mod">
          <ac:chgData name="WILLIAM RICARDO AGUILAR PIÑA" userId="25538c52-b196-49fc-9025-2dd86a54f18a" providerId="ADAL" clId="{51AE2F63-1A27-43EF-B5E3-319C3DEB3A1F}" dt="2018-11-13T20:34:33.415" v="1807" actId="1037"/>
          <ac:picMkLst>
            <pc:docMk/>
            <pc:sldMk cId="2534384885" sldId="319"/>
            <ac:picMk id="7" creationId="{95320371-2729-4A96-86F6-1669A0B50F5F}"/>
          </ac:picMkLst>
        </pc:picChg>
        <pc:picChg chg="add del mod">
          <ac:chgData name="WILLIAM RICARDO AGUILAR PIÑA" userId="25538c52-b196-49fc-9025-2dd86a54f18a" providerId="ADAL" clId="{51AE2F63-1A27-43EF-B5E3-319C3DEB3A1F}" dt="2018-11-13T18:28:25.846" v="1322" actId="478"/>
          <ac:picMkLst>
            <pc:docMk/>
            <pc:sldMk cId="2534384885" sldId="319"/>
            <ac:picMk id="9" creationId="{A8E62B43-F572-40B3-8C61-E23A5F0C4939}"/>
          </ac:picMkLst>
        </pc:picChg>
        <pc:picChg chg="add mod">
          <ac:chgData name="WILLIAM RICARDO AGUILAR PIÑA" userId="25538c52-b196-49fc-9025-2dd86a54f18a" providerId="ADAL" clId="{51AE2F63-1A27-43EF-B5E3-319C3DEB3A1F}" dt="2018-11-13T20:34:33.415" v="1807" actId="1037"/>
          <ac:picMkLst>
            <pc:docMk/>
            <pc:sldMk cId="2534384885" sldId="319"/>
            <ac:picMk id="11" creationId="{90607817-105F-4216-8DB4-3CD6C33388FC}"/>
          </ac:picMkLst>
        </pc:picChg>
      </pc:sldChg>
    </pc:docChg>
  </pc:docChgLst>
  <pc:docChgLst>
    <pc:chgData name="WILLIAM RICARDO AGUILAR PIÑA" userId="25538c52-b196-49fc-9025-2dd86a54f18a" providerId="ADAL" clId="{598EE32C-6EE1-4A70-9F4D-84AED99F6CF3}"/>
    <pc:docChg chg="custSel modSld">
      <pc:chgData name="WILLIAM RICARDO AGUILAR PIÑA" userId="25538c52-b196-49fc-9025-2dd86a54f18a" providerId="ADAL" clId="{598EE32C-6EE1-4A70-9F4D-84AED99F6CF3}" dt="2023-12-01T14:06:01.994" v="2" actId="313"/>
      <pc:docMkLst>
        <pc:docMk/>
      </pc:docMkLst>
      <pc:sldChg chg="modSp mod">
        <pc:chgData name="WILLIAM RICARDO AGUILAR PIÑA" userId="25538c52-b196-49fc-9025-2dd86a54f18a" providerId="ADAL" clId="{598EE32C-6EE1-4A70-9F4D-84AED99F6CF3}" dt="2023-12-01T14:03:09.538" v="1" actId="313"/>
        <pc:sldMkLst>
          <pc:docMk/>
          <pc:sldMk cId="2534384885" sldId="319"/>
        </pc:sldMkLst>
        <pc:spChg chg="mod">
          <ac:chgData name="WILLIAM RICARDO AGUILAR PIÑA" userId="25538c52-b196-49fc-9025-2dd86a54f18a" providerId="ADAL" clId="{598EE32C-6EE1-4A70-9F4D-84AED99F6CF3}" dt="2023-12-01T14:03:09.538" v="1" actId="313"/>
          <ac:spMkLst>
            <pc:docMk/>
            <pc:sldMk cId="2534384885" sldId="319"/>
            <ac:spMk id="8" creationId="{00000000-0000-0000-0000-000000000000}"/>
          </ac:spMkLst>
        </pc:spChg>
      </pc:sldChg>
      <pc:sldChg chg="modSp mod">
        <pc:chgData name="WILLIAM RICARDO AGUILAR PIÑA" userId="25538c52-b196-49fc-9025-2dd86a54f18a" providerId="ADAL" clId="{598EE32C-6EE1-4A70-9F4D-84AED99F6CF3}" dt="2023-12-01T14:06:01.994" v="2" actId="313"/>
        <pc:sldMkLst>
          <pc:docMk/>
          <pc:sldMk cId="17509497" sldId="331"/>
        </pc:sldMkLst>
        <pc:spChg chg="mod">
          <ac:chgData name="WILLIAM RICARDO AGUILAR PIÑA" userId="25538c52-b196-49fc-9025-2dd86a54f18a" providerId="ADAL" clId="{598EE32C-6EE1-4A70-9F4D-84AED99F6CF3}" dt="2023-12-01T14:06:01.994" v="2" actId="313"/>
          <ac:spMkLst>
            <pc:docMk/>
            <pc:sldMk cId="17509497" sldId="331"/>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21/11/2025</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a:p>
        </p:txBody>
      </p:sp>
    </p:spTree>
    <p:extLst>
      <p:ext uri="{BB962C8B-B14F-4D97-AF65-F5344CB8AC3E}">
        <p14:creationId xmlns:p14="http://schemas.microsoft.com/office/powerpoint/2010/main" val="3693019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a:p>
        </p:txBody>
      </p:sp>
    </p:spTree>
    <p:extLst>
      <p:ext uri="{BB962C8B-B14F-4D97-AF65-F5344CB8AC3E}">
        <p14:creationId xmlns:p14="http://schemas.microsoft.com/office/powerpoint/2010/main" val="106011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a:p>
        </p:txBody>
      </p:sp>
    </p:spTree>
    <p:extLst>
      <p:ext uri="{BB962C8B-B14F-4D97-AF65-F5344CB8AC3E}">
        <p14:creationId xmlns:p14="http://schemas.microsoft.com/office/powerpoint/2010/main" val="148336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a:p>
        </p:txBody>
      </p:sp>
    </p:spTree>
    <p:extLst>
      <p:ext uri="{BB962C8B-B14F-4D97-AF65-F5344CB8AC3E}">
        <p14:creationId xmlns:p14="http://schemas.microsoft.com/office/powerpoint/2010/main" val="2365075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a:p>
        </p:txBody>
      </p:sp>
    </p:spTree>
    <p:extLst>
      <p:ext uri="{BB962C8B-B14F-4D97-AF65-F5344CB8AC3E}">
        <p14:creationId xmlns:p14="http://schemas.microsoft.com/office/powerpoint/2010/main" val="1384894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a:p>
        </p:txBody>
      </p:sp>
    </p:spTree>
    <p:extLst>
      <p:ext uri="{BB962C8B-B14F-4D97-AF65-F5344CB8AC3E}">
        <p14:creationId xmlns:p14="http://schemas.microsoft.com/office/powerpoint/2010/main" val="1527229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a:p>
        </p:txBody>
      </p:sp>
    </p:spTree>
    <p:extLst>
      <p:ext uri="{BB962C8B-B14F-4D97-AF65-F5344CB8AC3E}">
        <p14:creationId xmlns:p14="http://schemas.microsoft.com/office/powerpoint/2010/main" val="2992288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a:p>
        </p:txBody>
      </p:sp>
    </p:spTree>
    <p:extLst>
      <p:ext uri="{BB962C8B-B14F-4D97-AF65-F5344CB8AC3E}">
        <p14:creationId xmlns:p14="http://schemas.microsoft.com/office/powerpoint/2010/main" val="3428238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a:p>
        </p:txBody>
      </p:sp>
    </p:spTree>
    <p:extLst>
      <p:ext uri="{BB962C8B-B14F-4D97-AF65-F5344CB8AC3E}">
        <p14:creationId xmlns:p14="http://schemas.microsoft.com/office/powerpoint/2010/main" val="3280475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a:p>
        </p:txBody>
      </p:sp>
    </p:spTree>
    <p:extLst>
      <p:ext uri="{BB962C8B-B14F-4D97-AF65-F5344CB8AC3E}">
        <p14:creationId xmlns:p14="http://schemas.microsoft.com/office/powerpoint/2010/main" val="15219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13</a:t>
            </a:fld>
            <a:endParaRPr lang="es-CO"/>
          </a:p>
        </p:txBody>
      </p:sp>
    </p:spTree>
    <p:extLst>
      <p:ext uri="{BB962C8B-B14F-4D97-AF65-F5344CB8AC3E}">
        <p14:creationId xmlns:p14="http://schemas.microsoft.com/office/powerpoint/2010/main" val="1060110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14</a:t>
            </a:fld>
            <a:endParaRPr lang="es-CO"/>
          </a:p>
        </p:txBody>
      </p:sp>
    </p:spTree>
    <p:extLst>
      <p:ext uri="{BB962C8B-B14F-4D97-AF65-F5344CB8AC3E}">
        <p14:creationId xmlns:p14="http://schemas.microsoft.com/office/powerpoint/2010/main" val="2438839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15</a:t>
            </a:fld>
            <a:endParaRPr lang="es-CO"/>
          </a:p>
        </p:txBody>
      </p:sp>
    </p:spTree>
    <p:extLst>
      <p:ext uri="{BB962C8B-B14F-4D97-AF65-F5344CB8AC3E}">
        <p14:creationId xmlns:p14="http://schemas.microsoft.com/office/powerpoint/2010/main" val="1264092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16</a:t>
            </a:fld>
            <a:endParaRPr lang="es-CO"/>
          </a:p>
        </p:txBody>
      </p:sp>
    </p:spTree>
    <p:extLst>
      <p:ext uri="{BB962C8B-B14F-4D97-AF65-F5344CB8AC3E}">
        <p14:creationId xmlns:p14="http://schemas.microsoft.com/office/powerpoint/2010/main" val="148336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17</a:t>
            </a:fld>
            <a:endParaRPr lang="es-CO"/>
          </a:p>
        </p:txBody>
      </p:sp>
    </p:spTree>
    <p:extLst>
      <p:ext uri="{BB962C8B-B14F-4D97-AF65-F5344CB8AC3E}">
        <p14:creationId xmlns:p14="http://schemas.microsoft.com/office/powerpoint/2010/main" val="2365075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18</a:t>
            </a:fld>
            <a:endParaRPr lang="es-CO"/>
          </a:p>
        </p:txBody>
      </p:sp>
    </p:spTree>
    <p:extLst>
      <p:ext uri="{BB962C8B-B14F-4D97-AF65-F5344CB8AC3E}">
        <p14:creationId xmlns:p14="http://schemas.microsoft.com/office/powerpoint/2010/main" val="1056898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19</a:t>
            </a:fld>
            <a:endParaRPr lang="es-CO"/>
          </a:p>
        </p:txBody>
      </p:sp>
    </p:spTree>
    <p:extLst>
      <p:ext uri="{BB962C8B-B14F-4D97-AF65-F5344CB8AC3E}">
        <p14:creationId xmlns:p14="http://schemas.microsoft.com/office/powerpoint/2010/main" val="37831242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20</a:t>
            </a:fld>
            <a:endParaRPr lang="es-CO"/>
          </a:p>
        </p:txBody>
      </p:sp>
    </p:spTree>
    <p:extLst>
      <p:ext uri="{BB962C8B-B14F-4D97-AF65-F5344CB8AC3E}">
        <p14:creationId xmlns:p14="http://schemas.microsoft.com/office/powerpoint/2010/main" val="1912539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21</a:t>
            </a:fld>
            <a:endParaRPr lang="es-CO"/>
          </a:p>
        </p:txBody>
      </p:sp>
    </p:spTree>
    <p:extLst>
      <p:ext uri="{BB962C8B-B14F-4D97-AF65-F5344CB8AC3E}">
        <p14:creationId xmlns:p14="http://schemas.microsoft.com/office/powerpoint/2010/main" val="1779268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22</a:t>
            </a:fld>
            <a:endParaRPr lang="es-CO"/>
          </a:p>
        </p:txBody>
      </p:sp>
    </p:spTree>
    <p:extLst>
      <p:ext uri="{BB962C8B-B14F-4D97-AF65-F5344CB8AC3E}">
        <p14:creationId xmlns:p14="http://schemas.microsoft.com/office/powerpoint/2010/main" val="2022318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23</a:t>
            </a:fld>
            <a:endParaRPr lang="es-CO"/>
          </a:p>
        </p:txBody>
      </p:sp>
    </p:spTree>
    <p:extLst>
      <p:ext uri="{BB962C8B-B14F-4D97-AF65-F5344CB8AC3E}">
        <p14:creationId xmlns:p14="http://schemas.microsoft.com/office/powerpoint/2010/main" val="2451076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24</a:t>
            </a:fld>
            <a:endParaRPr lang="es-CO"/>
          </a:p>
        </p:txBody>
      </p:sp>
    </p:spTree>
    <p:extLst>
      <p:ext uri="{BB962C8B-B14F-4D97-AF65-F5344CB8AC3E}">
        <p14:creationId xmlns:p14="http://schemas.microsoft.com/office/powerpoint/2010/main" val="2924660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25</a:t>
            </a:fld>
            <a:endParaRPr lang="es-CO"/>
          </a:p>
        </p:txBody>
      </p:sp>
    </p:spTree>
    <p:extLst>
      <p:ext uri="{BB962C8B-B14F-4D97-AF65-F5344CB8AC3E}">
        <p14:creationId xmlns:p14="http://schemas.microsoft.com/office/powerpoint/2010/main" val="2378273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26</a:t>
            </a:fld>
            <a:endParaRPr lang="es-CO"/>
          </a:p>
        </p:txBody>
      </p:sp>
    </p:spTree>
    <p:extLst>
      <p:ext uri="{BB962C8B-B14F-4D97-AF65-F5344CB8AC3E}">
        <p14:creationId xmlns:p14="http://schemas.microsoft.com/office/powerpoint/2010/main" val="1216672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27</a:t>
            </a:fld>
            <a:endParaRPr lang="es-CO"/>
          </a:p>
        </p:txBody>
      </p:sp>
    </p:spTree>
    <p:extLst>
      <p:ext uri="{BB962C8B-B14F-4D97-AF65-F5344CB8AC3E}">
        <p14:creationId xmlns:p14="http://schemas.microsoft.com/office/powerpoint/2010/main" val="10665612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28</a:t>
            </a:fld>
            <a:endParaRPr lang="es-CO"/>
          </a:p>
        </p:txBody>
      </p:sp>
    </p:spTree>
    <p:extLst>
      <p:ext uri="{BB962C8B-B14F-4D97-AF65-F5344CB8AC3E}">
        <p14:creationId xmlns:p14="http://schemas.microsoft.com/office/powerpoint/2010/main" val="4163771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29</a:t>
            </a:fld>
            <a:endParaRPr lang="es-CO"/>
          </a:p>
        </p:txBody>
      </p:sp>
    </p:spTree>
    <p:extLst>
      <p:ext uri="{BB962C8B-B14F-4D97-AF65-F5344CB8AC3E}">
        <p14:creationId xmlns:p14="http://schemas.microsoft.com/office/powerpoint/2010/main" val="1144414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6.png"/><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4.wdp"/></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microsoft.com/office/2007/relationships/hdphoto" Target="../media/hdphoto6.wdp"/><Relationship Id="rId5" Type="http://schemas.openxmlformats.org/officeDocument/2006/relationships/image" Target="../media/image10.png"/><Relationship Id="rId10" Type="http://schemas.openxmlformats.org/officeDocument/2006/relationships/image" Target="../media/image1.png"/><Relationship Id="rId4" Type="http://schemas.microsoft.com/office/2007/relationships/hdphoto" Target="../media/hdphoto5.wdp"/><Relationship Id="rId9" Type="http://schemas.microsoft.com/office/2007/relationships/hdphoto" Target="../media/hdphoto7.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8.wdp"/></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microsoft.com/office/2007/relationships/hdphoto" Target="../media/hdphoto9.wdp"/><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1.png"/><Relationship Id="rId4" Type="http://schemas.microsoft.com/office/2007/relationships/hdphoto" Target="../media/hdphoto10.wdp"/></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3.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11.wdp"/></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12.wdp"/></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13.wdp"/></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v.20201118</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44672"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Localización espacial de las condiciones de frontera</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68A5F3A6-6533-417D-BF6E-1600EC4A2B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FB1ACD35-96E7-44B8-80B4-C1C06A3DDC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18747" y="3228945"/>
            <a:ext cx="4554506" cy="369332"/>
          </a:xfrm>
          <a:prstGeom prst="rect">
            <a:avLst/>
          </a:prstGeom>
          <a:noFill/>
        </p:spPr>
        <p:txBody>
          <a:bodyPr wrap="square" rtlCol="0">
            <a:spAutoFit/>
          </a:bodyPr>
          <a:lstStyle/>
          <a:p>
            <a:pPr algn="ctr"/>
            <a:r>
              <a:rPr lang="en-US" dirty="0">
                <a:latin typeface="Segoe UI Light" panose="020B0502040204020203" pitchFamily="34" charset="0"/>
                <a:cs typeface="Segoe UI Light" panose="020B0502040204020203" pitchFamily="34" charset="0"/>
              </a:rPr>
              <a:t>1. </a:t>
            </a:r>
            <a:r>
              <a:rPr lang="en-US" dirty="0" err="1">
                <a:latin typeface="Segoe UI Light" panose="020B0502040204020203" pitchFamily="34" charset="0"/>
                <a:cs typeface="Segoe UI Light" panose="020B0502040204020203" pitchFamily="34" charset="0"/>
              </a:rPr>
              <a:t>Consideraciones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generales</a:t>
            </a:r>
            <a:endParaRPr lang="en-US"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A9187CD8-8026-40B0-84F2-1CA63B479E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520606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738627" y="905232"/>
            <a:ext cx="6714746" cy="5047536"/>
          </a:xfrm>
          <a:prstGeom prst="rect">
            <a:avLst/>
          </a:prstGeom>
          <a:noFill/>
        </p:spPr>
        <p:txBody>
          <a:bodyPr wrap="square" rtlCol="0">
            <a:spAutoFit/>
          </a:bodyPr>
          <a:lstStyle/>
          <a:p>
            <a:pPr algn="just"/>
            <a:r>
              <a:rPr lang="en-US" dirty="0" err="1">
                <a:latin typeface="Segoe UI Light" panose="020B0502040204020203" pitchFamily="34" charset="0"/>
                <a:cs typeface="Segoe UI Light" panose="020B0502040204020203" pitchFamily="34" charset="0"/>
              </a:rPr>
              <a:t>Consideraciones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generales</a:t>
            </a:r>
            <a:endParaRPr lang="en-US"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La </a:t>
            </a:r>
            <a:r>
              <a:rPr lang="en-US" sz="1600" dirty="0" err="1">
                <a:latin typeface="Segoe UI Light" panose="020B0502040204020203" pitchFamily="34" charset="0"/>
                <a:cs typeface="Segoe UI Light" panose="020B0502040204020203" pitchFamily="34" charset="0"/>
              </a:rPr>
              <a:t>localización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espacial</a:t>
            </a:r>
            <a:r>
              <a:rPr lang="en-US" sz="1600" dirty="0">
                <a:latin typeface="Segoe UI Light" panose="020B0502040204020203" pitchFamily="34" charset="0"/>
                <a:cs typeface="Segoe UI Light" panose="020B0502040204020203" pitchFamily="34" charset="0"/>
              </a:rPr>
              <a:t> de dos </a:t>
            </a:r>
            <a:r>
              <a:rPr lang="en-US" sz="1600" dirty="0" err="1">
                <a:latin typeface="Segoe UI Light" panose="020B0502040204020203" pitchFamily="34" charset="0"/>
                <a:cs typeface="Segoe UI Light" panose="020B0502040204020203" pitchFamily="34" charset="0"/>
              </a:rPr>
              <a:t>diferentes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(BC – Boundary Condition Line), No debe ser </a:t>
            </a:r>
            <a:r>
              <a:rPr lang="en-US" sz="1600" dirty="0" err="1">
                <a:latin typeface="Segoe UI Light" panose="020B0502040204020203" pitchFamily="34" charset="0"/>
                <a:cs typeface="Segoe UI Light" panose="020B0502040204020203" pitchFamily="34" charset="0"/>
              </a:rPr>
              <a:t>definida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sobre</a:t>
            </a:r>
            <a:r>
              <a:rPr lang="en-US" sz="1600" dirty="0">
                <a:latin typeface="Segoe UI Light" panose="020B0502040204020203" pitchFamily="34" charset="0"/>
                <a:cs typeface="Segoe UI Light" panose="020B0502040204020203" pitchFamily="34" charset="0"/>
              </a:rPr>
              <a:t> una </a:t>
            </a:r>
            <a:r>
              <a:rPr lang="en-US" sz="1600" dirty="0" err="1">
                <a:latin typeface="Segoe UI Light" panose="020B0502040204020203" pitchFamily="34" charset="0"/>
                <a:cs typeface="Segoe UI Light" panose="020B0502040204020203" pitchFamily="34" charset="0"/>
              </a:rPr>
              <a:t>misma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grilla</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Múltiples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pueden</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agregadas</a:t>
            </a:r>
            <a:r>
              <a:rPr lang="en-US" sz="1600" dirty="0">
                <a:latin typeface="Segoe UI Light" panose="020B0502040204020203" pitchFamily="34" charset="0"/>
                <a:cs typeface="Segoe UI Light" panose="020B0502040204020203" pitchFamily="34" charset="0"/>
              </a:rPr>
              <a:t> a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compuesta</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pueden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asociar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múltiples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hidrogramas</a:t>
            </a:r>
            <a:r>
              <a:rPr lang="en-US" sz="1600" dirty="0">
                <a:latin typeface="Segoe UI Light" panose="020B0502040204020203" pitchFamily="34" charset="0"/>
                <a:cs typeface="Segoe UI Light" panose="020B0502040204020203" pitchFamily="34" charset="0"/>
              </a:rPr>
              <a:t> de entrada,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principal y los </a:t>
            </a:r>
            <a:r>
              <a:rPr lang="en-US" sz="1600" dirty="0" err="1">
                <a:latin typeface="Segoe UI Light" panose="020B0502040204020203" pitchFamily="34" charset="0"/>
                <a:cs typeface="Segoe UI Light" panose="020B0502040204020203" pitchFamily="34" charset="0"/>
              </a:rPr>
              <a:t>cauces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laterales</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Al </a:t>
            </a:r>
            <a:r>
              <a:rPr lang="en-US" sz="1600" dirty="0" err="1">
                <a:latin typeface="Segoe UI Light" panose="020B0502040204020203" pitchFamily="34" charset="0"/>
                <a:cs typeface="Segoe UI Light" panose="020B0502040204020203" pitchFamily="34" charset="0"/>
              </a:rPr>
              <a:t>menos</a:t>
            </a:r>
            <a:r>
              <a:rPr lang="en-US" sz="1600" dirty="0">
                <a:latin typeface="Segoe UI Light" panose="020B0502040204020203" pitchFamily="34" charset="0"/>
                <a:cs typeface="Segoe UI Light" panose="020B0502040204020203" pitchFamily="34" charset="0"/>
              </a:rPr>
              <a:t> se debe </a:t>
            </a:r>
            <a:r>
              <a:rPr lang="en-US" sz="1600" dirty="0" err="1">
                <a:latin typeface="Segoe UI Light" panose="020B0502040204020203" pitchFamily="34" charset="0"/>
                <a:cs typeface="Segoe UI Light" panose="020B0502040204020203" pitchFamily="34" charset="0"/>
              </a:rPr>
              <a:t>ingresar</a:t>
            </a:r>
            <a:r>
              <a:rPr lang="en-US" sz="1600" dirty="0">
                <a:latin typeface="Segoe UI Light" panose="020B0502040204020203" pitchFamily="34" charset="0"/>
                <a:cs typeface="Segoe UI Light" panose="020B0502040204020203" pitchFamily="34" charset="0"/>
              </a:rPr>
              <a:t> una </a:t>
            </a:r>
            <a:r>
              <a:rPr lang="en-US" sz="1600" dirty="0" err="1">
                <a:latin typeface="Segoe UI Light" panose="020B0502040204020203" pitchFamily="34" charset="0"/>
                <a:cs typeface="Segoe UI Light" panose="020B0502040204020203" pitchFamily="34" charset="0"/>
              </a:rPr>
              <a:t>línea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arriba</a:t>
            </a:r>
            <a:r>
              <a:rPr lang="en-US" sz="1600" dirty="0">
                <a:latin typeface="Segoe UI Light" panose="020B0502040204020203" pitchFamily="34" charset="0"/>
                <a:cs typeface="Segoe UI Light" panose="020B0502040204020203" pitchFamily="34" charset="0"/>
              </a:rPr>
              <a:t> y una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Las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pueden</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trazadas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interna</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externamente</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base o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subterráneo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definido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cualquier</a:t>
            </a:r>
            <a:r>
              <a:rPr lang="en-US" sz="1600" dirty="0">
                <a:latin typeface="Segoe UI Light" panose="020B0502040204020203" pitchFamily="34" charset="0"/>
                <a:cs typeface="Segoe UI Light" panose="020B0502040204020203" pitchFamily="34" charset="0"/>
              </a:rPr>
              <a:t> zona </a:t>
            </a:r>
            <a:r>
              <a:rPr lang="en-US" sz="1600" dirty="0" err="1">
                <a:latin typeface="Segoe UI Light" panose="020B0502040204020203" pitchFamily="34" charset="0"/>
                <a:cs typeface="Segoe UI Light" panose="020B0502040204020203" pitchFamily="34" charset="0"/>
              </a:rPr>
              <a:t>interna</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Las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BC </a:t>
            </a:r>
            <a:r>
              <a:rPr lang="en-US" sz="1600" dirty="0" err="1">
                <a:latin typeface="Segoe UI Light" panose="020B0502040204020203" pitchFamily="34" charset="0"/>
                <a:cs typeface="Segoe UI Light" panose="020B0502040204020203" pitchFamily="34" charset="0"/>
              </a:rPr>
              <a:t>podrán</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dibujadas</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importadas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usando</a:t>
            </a:r>
            <a:r>
              <a:rPr lang="en-US" sz="1600" dirty="0">
                <a:latin typeface="Segoe UI Light" panose="020B0502040204020203" pitchFamily="34" charset="0"/>
                <a:cs typeface="Segoe UI Light" panose="020B0502040204020203" pitchFamily="34" charset="0"/>
              </a:rPr>
              <a:t> un </a:t>
            </a:r>
            <a:r>
              <a:rPr lang="en-US" sz="1600" dirty="0" err="1">
                <a:latin typeface="Segoe UI Light" panose="020B0502040204020203" pitchFamily="34" charset="0"/>
                <a:cs typeface="Segoe UI Light" panose="020B0502040204020203" pitchFamily="34" charset="0"/>
              </a:rPr>
              <a:t>archivo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formas</a:t>
            </a:r>
            <a:r>
              <a:rPr lang="en-US" sz="1600" dirty="0">
                <a:latin typeface="Segoe UI Light" panose="020B0502040204020203" pitchFamily="34" charset="0"/>
                <a:cs typeface="Segoe UI Light" panose="020B0502040204020203" pitchFamily="34" charset="0"/>
              </a:rPr>
              <a:t> shapefile. Se </a:t>
            </a:r>
            <a:r>
              <a:rPr lang="en-US" sz="1600" dirty="0" err="1">
                <a:latin typeface="Segoe UI Light" panose="020B0502040204020203" pitchFamily="34" charset="0"/>
                <a:cs typeface="Segoe UI Light" panose="020B0502040204020203" pitchFamily="34" charset="0"/>
              </a:rPr>
              <a:t>recomienda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importar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cuando</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trate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elementos</a:t>
            </a:r>
            <a:r>
              <a:rPr lang="en-US" sz="1600" dirty="0">
                <a:latin typeface="Segoe UI Light" panose="020B0502040204020203" pitchFamily="34" charset="0"/>
                <a:cs typeface="Segoe UI Light" panose="020B0502040204020203" pitchFamily="34" charset="0"/>
              </a:rPr>
              <a:t> no rectos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vertederos</a:t>
            </a:r>
            <a:r>
              <a:rPr lang="en-US" sz="1600" dirty="0">
                <a:latin typeface="Segoe UI Light" panose="020B0502040204020203" pitchFamily="34" charset="0"/>
                <a:cs typeface="Segoe UI Light" panose="020B0502040204020203" pitchFamily="34" charset="0"/>
              </a:rPr>
              <a:t> circulares o </a:t>
            </a:r>
            <a:r>
              <a:rPr lang="en-US" sz="1600" dirty="0" err="1">
                <a:latin typeface="Segoe UI Light" panose="020B0502040204020203" pitchFamily="34" charset="0"/>
                <a:cs typeface="Segoe UI Light" panose="020B0502040204020203" pitchFamily="34" charset="0"/>
              </a:rPr>
              <a:t>curvos</a:t>
            </a:r>
            <a:r>
              <a:rPr lang="en-US" sz="1600" dirty="0">
                <a:latin typeface="Segoe UI Light" panose="020B0502040204020203" pitchFamily="34" charset="0"/>
                <a:cs typeface="Segoe UI Light" panose="020B0502040204020203" pitchFamily="34" charset="0"/>
              </a:rPr>
              <a:t>.</a:t>
            </a:r>
          </a:p>
        </p:txBody>
      </p:sp>
      <p:pic>
        <p:nvPicPr>
          <p:cNvPr id="4" name="Imagen 3">
            <a:extLst>
              <a:ext uri="{FF2B5EF4-FFF2-40B4-BE49-F238E27FC236}">
                <a16:creationId xmlns:a16="http://schemas.microsoft.com/office/drawing/2014/main" id="{6514C971-AC8D-4E4A-8485-CF09E553C8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409448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18747" y="3228945"/>
            <a:ext cx="4554506"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Trazado usando RAS </a:t>
            </a:r>
            <a:r>
              <a:rPr lang="es-CO" dirty="0" err="1">
                <a:latin typeface="Segoe UI Light" panose="020B0502040204020203" pitchFamily="34" charset="0"/>
                <a:cs typeface="Segoe UI Light" panose="020B0502040204020203" pitchFamily="34" charset="0"/>
              </a:rPr>
              <a:t>Mapper</a:t>
            </a:r>
            <a:endParaRPr lang="es-CO"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799084CF-4758-4DCF-8A66-F4F379B60D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597354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upo 27">
            <a:extLst>
              <a:ext uri="{FF2B5EF4-FFF2-40B4-BE49-F238E27FC236}">
                <a16:creationId xmlns:a16="http://schemas.microsoft.com/office/drawing/2014/main" id="{73C72439-60C0-4A61-8142-1F58B43DD473}"/>
              </a:ext>
            </a:extLst>
          </p:cNvPr>
          <p:cNvGrpSpPr/>
          <p:nvPr/>
        </p:nvGrpSpPr>
        <p:grpSpPr>
          <a:xfrm>
            <a:off x="2459596" y="3207880"/>
            <a:ext cx="7272808" cy="3513018"/>
            <a:chOff x="3289870" y="2646843"/>
            <a:chExt cx="7486650" cy="3962400"/>
          </a:xfrm>
        </p:grpSpPr>
        <p:pic>
          <p:nvPicPr>
            <p:cNvPr id="2" name="Imagen 1">
              <a:extLst>
                <a:ext uri="{FF2B5EF4-FFF2-40B4-BE49-F238E27FC236}">
                  <a16:creationId xmlns:a16="http://schemas.microsoft.com/office/drawing/2014/main" id="{A61FEBB3-788C-44CA-B427-8EB361F1EF1F}"/>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289870" y="2646843"/>
              <a:ext cx="7486650" cy="3962400"/>
            </a:xfrm>
            <a:prstGeom prst="rect">
              <a:avLst/>
            </a:prstGeom>
          </p:spPr>
        </p:pic>
        <p:cxnSp>
          <p:nvCxnSpPr>
            <p:cNvPr id="15" name="Conector recto 14">
              <a:extLst>
                <a:ext uri="{FF2B5EF4-FFF2-40B4-BE49-F238E27FC236}">
                  <a16:creationId xmlns:a16="http://schemas.microsoft.com/office/drawing/2014/main" id="{D1D5166E-DF20-458C-9D2D-9DD8CF297F5C}"/>
                </a:ext>
              </a:extLst>
            </p:cNvPr>
            <p:cNvCxnSpPr>
              <a:cxnSpLocks/>
            </p:cNvCxnSpPr>
            <p:nvPr/>
          </p:nvCxnSpPr>
          <p:spPr>
            <a:xfrm>
              <a:off x="7033195" y="4797152"/>
              <a:ext cx="358949" cy="10801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E18B1DD6-1BE0-4982-850B-FE91B069F9D5}"/>
                </a:ext>
              </a:extLst>
            </p:cNvPr>
            <p:cNvCxnSpPr>
              <a:cxnSpLocks/>
            </p:cNvCxnSpPr>
            <p:nvPr/>
          </p:nvCxnSpPr>
          <p:spPr>
            <a:xfrm>
              <a:off x="7392144" y="5877272"/>
              <a:ext cx="72008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A120178C-388F-4DA4-A942-AAECDE642EF6}"/>
                </a:ext>
              </a:extLst>
            </p:cNvPr>
            <p:cNvCxnSpPr>
              <a:cxnSpLocks/>
            </p:cNvCxnSpPr>
            <p:nvPr/>
          </p:nvCxnSpPr>
          <p:spPr>
            <a:xfrm flipH="1">
              <a:off x="8112224" y="4797152"/>
              <a:ext cx="360040" cy="10801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7 CuadroTexto"/>
          <p:cNvSpPr txBox="1"/>
          <p:nvPr/>
        </p:nvSpPr>
        <p:spPr>
          <a:xfrm>
            <a:off x="1019436" y="368168"/>
            <a:ext cx="10153128" cy="2831544"/>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Localización de la condición de frontera aguas arriba</a:t>
            </a:r>
            <a:endParaRPr lang="en-US" dirty="0">
              <a:latin typeface="Segoe UI Light" panose="020B0502040204020203" pitchFamily="34" charset="0"/>
              <a:cs typeface="Segoe UI Light" panose="020B0502040204020203" pitchFamily="34" charset="0"/>
            </a:endParaRPr>
          </a:p>
          <a:p>
            <a:endParaRPr lang="en-US" sz="1600" dirty="0">
              <a:latin typeface="Segoe UI Light" panose="020B0502040204020203" pitchFamily="34" charset="0"/>
              <a:cs typeface="Segoe UI Light" panose="020B0502040204020203" pitchFamily="34" charset="0"/>
            </a:endParaRPr>
          </a:p>
          <a:p>
            <a:r>
              <a:rPr lang="en-US" sz="1600" dirty="0">
                <a:latin typeface="Segoe UI Light" panose="020B0502040204020203" pitchFamily="34" charset="0"/>
                <a:cs typeface="Segoe UI Light" panose="020B0502040204020203" pitchFamily="34" charset="0"/>
              </a:rPr>
              <a:t>a.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RAS Mapper,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sobre</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Boundary Condition Lines</a:t>
            </a:r>
            <a:r>
              <a:rPr lang="en-US" sz="1600" dirty="0">
                <a:latin typeface="Segoe UI Light" panose="020B0502040204020203" pitchFamily="34" charset="0"/>
                <a:cs typeface="Segoe UI Light" panose="020B0502040204020203" pitchFamily="34" charset="0"/>
              </a:rPr>
              <a:t> -  </a:t>
            </a:r>
            <a:r>
              <a:rPr lang="en-US" sz="1600" i="1" dirty="0">
                <a:latin typeface="Segoe UI Light" panose="020B0502040204020203" pitchFamily="34" charset="0"/>
                <a:cs typeface="Segoe UI Light" panose="020B0502040204020203" pitchFamily="34" charset="0"/>
              </a:rPr>
              <a:t>Edit Geometry (BETA)</a:t>
            </a:r>
            <a:r>
              <a:rPr lang="en-US" sz="1600" dirty="0">
                <a:latin typeface="Segoe UI Light" panose="020B0502040204020203" pitchFamily="34" charset="0"/>
                <a:cs typeface="Segoe UI Light" panose="020B0502040204020203" pitchFamily="34" charset="0"/>
              </a:rPr>
              <a:t>. </a:t>
            </a:r>
          </a:p>
          <a:p>
            <a:pPr marL="342900" indent="-342900">
              <a:buAutoNum type="alphaLcPeriod"/>
            </a:pPr>
            <a:endParaRPr lang="en-US" sz="1600" dirty="0">
              <a:latin typeface="Segoe UI Light" panose="020B0502040204020203" pitchFamily="34" charset="0"/>
              <a:cs typeface="Segoe UI Light" panose="020B0502040204020203" pitchFamily="34" charset="0"/>
            </a:endParaRPr>
          </a:p>
          <a:p>
            <a:r>
              <a:rPr lang="en-US" sz="1600" dirty="0">
                <a:latin typeface="Segoe UI Light" panose="020B0502040204020203" pitchFamily="34" charset="0"/>
                <a:cs typeface="Segoe UI Light" panose="020B0502040204020203" pitchFamily="34" charset="0"/>
              </a:rPr>
              <a:t>b.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s-CO" sz="1600" dirty="0">
                <a:latin typeface="Segoe UI Light" panose="020B0502040204020203" pitchFamily="34" charset="0"/>
                <a:cs typeface="Segoe UI Light" panose="020B0502040204020203" pitchFamily="34" charset="0"/>
              </a:rPr>
              <a:t>la barra de edición, clic en </a:t>
            </a:r>
            <a:r>
              <a:rPr lang="es-CO" sz="1600" i="1" dirty="0" err="1">
                <a:latin typeface="Segoe UI Light" panose="020B0502040204020203" pitchFamily="34" charset="0"/>
                <a:cs typeface="Segoe UI Light" panose="020B0502040204020203" pitchFamily="34" charset="0"/>
              </a:rPr>
              <a:t>Add</a:t>
            </a:r>
            <a:r>
              <a:rPr lang="es-CO" sz="1600" i="1" dirty="0">
                <a:latin typeface="Segoe UI Light" panose="020B0502040204020203" pitchFamily="34" charset="0"/>
                <a:cs typeface="Segoe UI Light" panose="020B0502040204020203" pitchFamily="34" charset="0"/>
              </a:rPr>
              <a:t> New </a:t>
            </a:r>
            <a:r>
              <a:rPr lang="es-CO" sz="1600" i="1" dirty="0" err="1">
                <a:latin typeface="Segoe UI Light" panose="020B0502040204020203" pitchFamily="34" charset="0"/>
                <a:cs typeface="Segoe UI Light" panose="020B0502040204020203" pitchFamily="34" charset="0"/>
              </a:rPr>
              <a:t>Feature</a:t>
            </a:r>
            <a:r>
              <a:rPr lang="es-CO" sz="1600" dirty="0">
                <a:latin typeface="Segoe UI Light" panose="020B0502040204020203" pitchFamily="34" charset="0"/>
                <a:cs typeface="Segoe UI Light" panose="020B0502040204020203" pitchFamily="34" charset="0"/>
              </a:rPr>
              <a:t>. </a:t>
            </a:r>
          </a:p>
          <a:p>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T</a:t>
            </a:r>
            <a:r>
              <a:rPr lang="es-CO" sz="1600" dirty="0" err="1">
                <a:latin typeface="Segoe UI Light" panose="020B0502040204020203" pitchFamily="34" charset="0"/>
                <a:cs typeface="Segoe UI Light" panose="020B0502040204020203" pitchFamily="34" charset="0"/>
              </a:rPr>
              <a:t>razar</a:t>
            </a:r>
            <a:r>
              <a:rPr lang="es-CO" sz="1600" dirty="0">
                <a:latin typeface="Segoe UI Light" panose="020B0502040204020203" pitchFamily="34" charset="0"/>
                <a:cs typeface="Segoe UI Light" panose="020B0502040204020203" pitchFamily="34" charset="0"/>
              </a:rPr>
              <a:t> una línea en planta y fuera de la zona límite del área de flujo 2D. La línea trazada debe ser localizada frente a las celdas de la zona del cauce dominante debido a que los pulsos del hidrograma de entrada primero deberán inundar el cauce sinuoso y luego la llanura. La dirección vectorial de la línea trazada podrá ser en cualquier sentido, sin embargo, se recomienda dibujar de izquierda a derecha tomando como referencia el sentido del flujo, tal como se trazan las secciones transversales en modelos 1D.</a:t>
            </a:r>
          </a:p>
        </p:txBody>
      </p:sp>
      <p:sp>
        <p:nvSpPr>
          <p:cNvPr id="11" name="1 Título">
            <a:extLst>
              <a:ext uri="{FF2B5EF4-FFF2-40B4-BE49-F238E27FC236}">
                <a16:creationId xmlns:a16="http://schemas.microsoft.com/office/drawing/2014/main" id="{50838B99-D7D6-4F8D-9D54-82798A41EE0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2. Trazado usando RAS </a:t>
            </a:r>
            <a:r>
              <a:rPr lang="es-CO" sz="800" dirty="0" err="1">
                <a:latin typeface="Segoe UI Light" panose="020B0502040204020203" pitchFamily="34" charset="0"/>
                <a:cs typeface="Segoe UI Light" panose="020B0502040204020203" pitchFamily="34" charset="0"/>
              </a:rPr>
              <a:t>Mapper</a:t>
            </a:r>
            <a:endParaRPr lang="es-CO" sz="800" dirty="0">
              <a:latin typeface="Segoe UI Light" panose="020B0502040204020203" pitchFamily="34" charset="0"/>
              <a:cs typeface="Segoe UI Light" panose="020B0502040204020203" pitchFamily="34" charset="0"/>
            </a:endParaRPr>
          </a:p>
        </p:txBody>
      </p:sp>
      <p:pic>
        <p:nvPicPr>
          <p:cNvPr id="10" name="Imagen 9">
            <a:extLst>
              <a:ext uri="{FF2B5EF4-FFF2-40B4-BE49-F238E27FC236}">
                <a16:creationId xmlns:a16="http://schemas.microsoft.com/office/drawing/2014/main" id="{0B28D1F9-F1A6-43F6-A781-58F624DC1D4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34384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5AEAA6F-BE64-42DC-90D4-71E3CBFEBE0D}"/>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909637" y="1052736"/>
            <a:ext cx="10372725" cy="5419725"/>
          </a:xfrm>
          <a:prstGeom prst="rect">
            <a:avLst/>
          </a:prstGeom>
        </p:spPr>
      </p:pic>
      <p:sp>
        <p:nvSpPr>
          <p:cNvPr id="8" name="7 CuadroTexto"/>
          <p:cNvSpPr txBox="1"/>
          <p:nvPr/>
        </p:nvSpPr>
        <p:spPr>
          <a:xfrm>
            <a:off x="1658506" y="540889"/>
            <a:ext cx="8874986" cy="338554"/>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c. </a:t>
            </a:r>
            <a:r>
              <a:rPr lang="en-US" sz="1600" dirty="0" err="1">
                <a:latin typeface="Segoe UI Light" panose="020B0502040204020203" pitchFamily="34" charset="0"/>
                <a:cs typeface="Segoe UI Light" panose="020B0502040204020203" pitchFamily="34" charset="0"/>
              </a:rPr>
              <a:t>Ingresar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nombre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único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BCUpStream</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29" name="Imagen 28">
            <a:extLst>
              <a:ext uri="{FF2B5EF4-FFF2-40B4-BE49-F238E27FC236}">
                <a16:creationId xmlns:a16="http://schemas.microsoft.com/office/drawing/2014/main" id="{A62D81A4-0CA9-4EF9-A3D9-D3893FE28E88}"/>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3071664" y="4482679"/>
            <a:ext cx="4048125" cy="1457325"/>
          </a:xfrm>
          <a:prstGeom prst="rect">
            <a:avLst/>
          </a:prstGeom>
        </p:spPr>
      </p:pic>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13041" y="5346775"/>
            <a:ext cx="360000" cy="360000"/>
          </a:xfrm>
          <a:prstGeom prst="rect">
            <a:avLst/>
          </a:prstGeom>
        </p:spPr>
      </p:pic>
      <p:pic>
        <p:nvPicPr>
          <p:cNvPr id="14" name="Imagen 13">
            <a:extLst>
              <a:ext uri="{FF2B5EF4-FFF2-40B4-BE49-F238E27FC236}">
                <a16:creationId xmlns:a16="http://schemas.microsoft.com/office/drawing/2014/main" id="{C7F4BC4F-A7C2-4A25-8BE1-32F6E2ED9A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08734" y="2049265"/>
            <a:ext cx="360000" cy="360000"/>
          </a:xfrm>
          <a:prstGeom prst="rect">
            <a:avLst/>
          </a:prstGeom>
        </p:spPr>
      </p:pic>
      <p:pic>
        <p:nvPicPr>
          <p:cNvPr id="16" name="Imagen 15">
            <a:extLst>
              <a:ext uri="{FF2B5EF4-FFF2-40B4-BE49-F238E27FC236}">
                <a16:creationId xmlns:a16="http://schemas.microsoft.com/office/drawing/2014/main" id="{0DD27D9B-C108-4C9C-AD0C-9B360682360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9932" y="3429943"/>
            <a:ext cx="360000" cy="360000"/>
          </a:xfrm>
          <a:prstGeom prst="rect">
            <a:avLst/>
          </a:prstGeom>
        </p:spPr>
      </p:pic>
      <p:cxnSp>
        <p:nvCxnSpPr>
          <p:cNvPr id="17" name="Conector recto 16">
            <a:extLst>
              <a:ext uri="{FF2B5EF4-FFF2-40B4-BE49-F238E27FC236}">
                <a16:creationId xmlns:a16="http://schemas.microsoft.com/office/drawing/2014/main" id="{AF011C5A-E120-4266-8079-80D80DC8CE5E}"/>
              </a:ext>
            </a:extLst>
          </p:cNvPr>
          <p:cNvCxnSpPr>
            <a:cxnSpLocks/>
          </p:cNvCxnSpPr>
          <p:nvPr/>
        </p:nvCxnSpPr>
        <p:spPr>
          <a:xfrm flipH="1" flipV="1">
            <a:off x="8837067" y="3750373"/>
            <a:ext cx="432049" cy="1008112"/>
          </a:xfrm>
          <a:prstGeom prst="line">
            <a:avLst/>
          </a:prstGeom>
          <a:ln w="571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53EB2239-9037-4737-84F5-A4B052086A3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66397" y="4735020"/>
            <a:ext cx="360000" cy="360000"/>
          </a:xfrm>
          <a:prstGeom prst="rect">
            <a:avLst/>
          </a:prstGeom>
        </p:spPr>
      </p:pic>
      <p:pic>
        <p:nvPicPr>
          <p:cNvPr id="20" name="Imagen 19">
            <a:extLst>
              <a:ext uri="{FF2B5EF4-FFF2-40B4-BE49-F238E27FC236}">
                <a16:creationId xmlns:a16="http://schemas.microsoft.com/office/drawing/2014/main" id="{D7A844D3-C5F1-4453-8272-C7A61117098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68297" y="3687457"/>
            <a:ext cx="360000" cy="360000"/>
          </a:xfrm>
          <a:prstGeom prst="rect">
            <a:avLst/>
          </a:prstGeom>
        </p:spPr>
      </p:pic>
      <p:pic>
        <p:nvPicPr>
          <p:cNvPr id="13" name="Imagen 12">
            <a:extLst>
              <a:ext uri="{FF2B5EF4-FFF2-40B4-BE49-F238E27FC236}">
                <a16:creationId xmlns:a16="http://schemas.microsoft.com/office/drawing/2014/main" id="{FB1A83C8-1F1A-4FB9-9F6D-3D89BE909C6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9A859A66-7C3F-49C6-8B60-B6FB69C9C65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2. Trazado usando RAS </a:t>
            </a:r>
            <a:r>
              <a:rPr lang="es-CO" sz="800" dirty="0" err="1">
                <a:latin typeface="Segoe UI Light" panose="020B0502040204020203" pitchFamily="34" charset="0"/>
                <a:cs typeface="Segoe UI Light" panose="020B0502040204020203" pitchFamily="34" charset="0"/>
              </a:rPr>
              <a:t>Mapper</a:t>
            </a:r>
            <a:endParaRPr lang="es-CO"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898447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58507" y="908720"/>
            <a:ext cx="8874986" cy="1354217"/>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Localización de la condición de frontera aguas abajo</a:t>
            </a:r>
            <a:endParaRPr lang="en-US"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T</a:t>
            </a:r>
            <a:r>
              <a:rPr lang="es-CO" sz="1600" dirty="0" err="1">
                <a:latin typeface="Segoe UI Light" panose="020B0502040204020203" pitchFamily="34" charset="0"/>
                <a:cs typeface="Segoe UI Light" panose="020B0502040204020203" pitchFamily="34" charset="0"/>
              </a:rPr>
              <a:t>razar</a:t>
            </a:r>
            <a:r>
              <a:rPr lang="es-CO" sz="1600" dirty="0">
                <a:latin typeface="Segoe UI Light" panose="020B0502040204020203" pitchFamily="34" charset="0"/>
                <a:cs typeface="Segoe UI Light" panose="020B0502040204020203" pitchFamily="34" charset="0"/>
              </a:rPr>
              <a:t> una línea en planta y fuera de la zona límite del área de flujo 2D. La línea trazada aguas abajo podrá ser localizada frente a las celdas de la zona del cauce dominante o a lo largo de todo la base del cauce de creciente.</a:t>
            </a:r>
          </a:p>
        </p:txBody>
      </p:sp>
      <p:grpSp>
        <p:nvGrpSpPr>
          <p:cNvPr id="7" name="Grupo 6">
            <a:extLst>
              <a:ext uri="{FF2B5EF4-FFF2-40B4-BE49-F238E27FC236}">
                <a16:creationId xmlns:a16="http://schemas.microsoft.com/office/drawing/2014/main" id="{9B1EF3E3-0A7D-4418-B83B-A0E08AB17CAC}"/>
              </a:ext>
            </a:extLst>
          </p:cNvPr>
          <p:cNvGrpSpPr/>
          <p:nvPr/>
        </p:nvGrpSpPr>
        <p:grpSpPr>
          <a:xfrm>
            <a:off x="2459596" y="2437780"/>
            <a:ext cx="7272808" cy="3513018"/>
            <a:chOff x="2459596" y="2852936"/>
            <a:chExt cx="7272808" cy="3513018"/>
          </a:xfrm>
        </p:grpSpPr>
        <p:pic>
          <p:nvPicPr>
            <p:cNvPr id="2" name="Imagen 1">
              <a:extLst>
                <a:ext uri="{FF2B5EF4-FFF2-40B4-BE49-F238E27FC236}">
                  <a16:creationId xmlns:a16="http://schemas.microsoft.com/office/drawing/2014/main" id="{A61FEBB3-788C-44CA-B427-8EB361F1EF1F}"/>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459596" y="2852936"/>
              <a:ext cx="7272808" cy="3513018"/>
            </a:xfrm>
            <a:prstGeom prst="rect">
              <a:avLst/>
            </a:prstGeom>
          </p:spPr>
        </p:pic>
        <p:cxnSp>
          <p:nvCxnSpPr>
            <p:cNvPr id="15" name="Conector recto 14">
              <a:extLst>
                <a:ext uri="{FF2B5EF4-FFF2-40B4-BE49-F238E27FC236}">
                  <a16:creationId xmlns:a16="http://schemas.microsoft.com/office/drawing/2014/main" id="{D1D5166E-DF20-458C-9D2D-9DD8CF297F5C}"/>
                </a:ext>
              </a:extLst>
            </p:cNvPr>
            <p:cNvCxnSpPr>
              <a:cxnSpLocks/>
            </p:cNvCxnSpPr>
            <p:nvPr/>
          </p:nvCxnSpPr>
          <p:spPr>
            <a:xfrm>
              <a:off x="6096000" y="4759375"/>
              <a:ext cx="348696" cy="95762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E18B1DD6-1BE0-4982-850B-FE91B069F9D5}"/>
                </a:ext>
              </a:extLst>
            </p:cNvPr>
            <p:cNvCxnSpPr>
              <a:cxnSpLocks/>
            </p:cNvCxnSpPr>
            <p:nvPr/>
          </p:nvCxnSpPr>
          <p:spPr>
            <a:xfrm>
              <a:off x="6444696" y="5716997"/>
              <a:ext cx="69951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A120178C-388F-4DA4-A942-AAECDE642EF6}"/>
                </a:ext>
              </a:extLst>
            </p:cNvPr>
            <p:cNvCxnSpPr>
              <a:cxnSpLocks/>
            </p:cNvCxnSpPr>
            <p:nvPr/>
          </p:nvCxnSpPr>
          <p:spPr>
            <a:xfrm flipH="1">
              <a:off x="7144209" y="4759375"/>
              <a:ext cx="349756" cy="95762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C7E77EC-B606-4A49-93A8-6B198F73056A}"/>
                </a:ext>
              </a:extLst>
            </p:cNvPr>
            <p:cNvCxnSpPr>
              <a:cxnSpLocks/>
            </p:cNvCxnSpPr>
            <p:nvPr/>
          </p:nvCxnSpPr>
          <p:spPr>
            <a:xfrm flipH="1">
              <a:off x="7493965" y="4759375"/>
              <a:ext cx="33022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08AF979C-967E-4592-BAF2-4B7E0FCFD7B6}"/>
                </a:ext>
              </a:extLst>
            </p:cNvPr>
            <p:cNvCxnSpPr>
              <a:cxnSpLocks/>
            </p:cNvCxnSpPr>
            <p:nvPr/>
          </p:nvCxnSpPr>
          <p:spPr>
            <a:xfrm flipH="1">
              <a:off x="4511825" y="4759375"/>
              <a:ext cx="158417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2" name="Imagen 11">
            <a:extLst>
              <a:ext uri="{FF2B5EF4-FFF2-40B4-BE49-F238E27FC236}">
                <a16:creationId xmlns:a16="http://schemas.microsoft.com/office/drawing/2014/main" id="{130417F6-3004-4199-BA73-412424BF01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083F0DDE-471C-4D08-845C-6B48521C788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2. Trazado usando RAS </a:t>
            </a:r>
            <a:r>
              <a:rPr lang="es-CO" sz="800" dirty="0" err="1">
                <a:latin typeface="Segoe UI Light" panose="020B0502040204020203" pitchFamily="34" charset="0"/>
                <a:cs typeface="Segoe UI Light" panose="020B0502040204020203" pitchFamily="34" charset="0"/>
              </a:rPr>
              <a:t>Mapper</a:t>
            </a:r>
            <a:endParaRPr lang="es-CO"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750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C9D161F-9B45-4DDE-B8DA-71BA0CE7D18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909637" y="1162320"/>
            <a:ext cx="10372725" cy="5419725"/>
          </a:xfrm>
          <a:prstGeom prst="rect">
            <a:avLst/>
          </a:prstGeom>
        </p:spPr>
      </p:pic>
      <p:sp>
        <p:nvSpPr>
          <p:cNvPr id="8" name="7 CuadroTexto"/>
          <p:cNvSpPr txBox="1"/>
          <p:nvPr/>
        </p:nvSpPr>
        <p:spPr>
          <a:xfrm>
            <a:off x="1658506" y="535780"/>
            <a:ext cx="8874986" cy="338554"/>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d. </a:t>
            </a:r>
            <a:r>
              <a:rPr lang="en-US" sz="1600" dirty="0" err="1">
                <a:latin typeface="Segoe UI Light" panose="020B0502040204020203" pitchFamily="34" charset="0"/>
                <a:cs typeface="Segoe UI Light" panose="020B0502040204020203" pitchFamily="34" charset="0"/>
              </a:rPr>
              <a:t>Ingresar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nombre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único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BCDownStream</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99664" y="5538755"/>
            <a:ext cx="360000" cy="360000"/>
          </a:xfrm>
          <a:prstGeom prst="rect">
            <a:avLst/>
          </a:prstGeom>
        </p:spPr>
      </p:pic>
      <p:pic>
        <p:nvPicPr>
          <p:cNvPr id="14" name="Imagen 13">
            <a:extLst>
              <a:ext uri="{FF2B5EF4-FFF2-40B4-BE49-F238E27FC236}">
                <a16:creationId xmlns:a16="http://schemas.microsoft.com/office/drawing/2014/main" id="{C7F4BC4F-A7C2-4A25-8BE1-32F6E2ED9A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08734" y="2049265"/>
            <a:ext cx="360000" cy="360000"/>
          </a:xfrm>
          <a:prstGeom prst="rect">
            <a:avLst/>
          </a:prstGeom>
        </p:spPr>
      </p:pic>
      <p:pic>
        <p:nvPicPr>
          <p:cNvPr id="16" name="Imagen 15">
            <a:extLst>
              <a:ext uri="{FF2B5EF4-FFF2-40B4-BE49-F238E27FC236}">
                <a16:creationId xmlns:a16="http://schemas.microsoft.com/office/drawing/2014/main" id="{0DD27D9B-C108-4C9C-AD0C-9B36068236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15680" y="3512182"/>
            <a:ext cx="360000" cy="360000"/>
          </a:xfrm>
          <a:prstGeom prst="rect">
            <a:avLst/>
          </a:prstGeom>
        </p:spPr>
      </p:pic>
      <p:pic>
        <p:nvPicPr>
          <p:cNvPr id="11" name="Imagen 10">
            <a:extLst>
              <a:ext uri="{FF2B5EF4-FFF2-40B4-BE49-F238E27FC236}">
                <a16:creationId xmlns:a16="http://schemas.microsoft.com/office/drawing/2014/main" id="{7EA8620B-5C85-478B-88B4-BB20A6D1D68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98874" y="3263461"/>
            <a:ext cx="360000" cy="360000"/>
          </a:xfrm>
          <a:prstGeom prst="rect">
            <a:avLst/>
          </a:prstGeom>
        </p:spPr>
      </p:pic>
      <p:cxnSp>
        <p:nvCxnSpPr>
          <p:cNvPr id="5" name="Conector recto 4">
            <a:extLst>
              <a:ext uri="{FF2B5EF4-FFF2-40B4-BE49-F238E27FC236}">
                <a16:creationId xmlns:a16="http://schemas.microsoft.com/office/drawing/2014/main" id="{37960A86-0940-4590-9DB5-2D360212D56B}"/>
              </a:ext>
            </a:extLst>
          </p:cNvPr>
          <p:cNvCxnSpPr>
            <a:cxnSpLocks/>
          </p:cNvCxnSpPr>
          <p:nvPr/>
        </p:nvCxnSpPr>
        <p:spPr>
          <a:xfrm flipH="1" flipV="1">
            <a:off x="7191995" y="3284984"/>
            <a:ext cx="349268" cy="2232248"/>
          </a:xfrm>
          <a:prstGeom prst="line">
            <a:avLst/>
          </a:prstGeom>
          <a:ln w="57150">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3C2B2136-E72A-4A77-907D-B5FF376421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C3639C12-1250-4ACB-ABCC-24D241AD61A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2. Trazado usando RAS </a:t>
            </a:r>
            <a:r>
              <a:rPr lang="es-CO" sz="800" dirty="0" err="1">
                <a:latin typeface="Segoe UI Light" panose="020B0502040204020203" pitchFamily="34" charset="0"/>
                <a:cs typeface="Segoe UI Light" panose="020B0502040204020203" pitchFamily="34" charset="0"/>
              </a:rPr>
              <a:t>Mapper</a:t>
            </a:r>
            <a:endParaRPr lang="es-CO"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321124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FA7B88AA-0418-4774-A704-46A9F812769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992816" y="1916436"/>
            <a:ext cx="5132509" cy="4787537"/>
          </a:xfrm>
          <a:prstGeom prst="rect">
            <a:avLst/>
          </a:prstGeom>
        </p:spPr>
      </p:pic>
      <p:sp>
        <p:nvSpPr>
          <p:cNvPr id="8" name="7 CuadroTexto"/>
          <p:cNvSpPr txBox="1"/>
          <p:nvPr/>
        </p:nvSpPr>
        <p:spPr>
          <a:xfrm>
            <a:off x="479376" y="497185"/>
            <a:ext cx="11233248" cy="1077218"/>
          </a:xfrm>
          <a:prstGeom prst="rect">
            <a:avLst/>
          </a:prstGeom>
          <a:noFill/>
        </p:spPr>
        <p:txBody>
          <a:bodyPr wrap="square" rtlCol="0">
            <a:spAutoFit/>
          </a:bodyPr>
          <a:lstStyle/>
          <a:p>
            <a:r>
              <a:rPr lang="en-US" sz="1600">
                <a:latin typeface="Segoe UI Light" panose="020B0502040204020203" pitchFamily="34" charset="0"/>
                <a:cs typeface="Segoe UI Light" panose="020B0502040204020203" pitchFamily="34" charset="0"/>
              </a:rPr>
              <a:t>e. Detener el editor, revisar la tabla de atributos y visualizar la longitud de las lineas trazadas. Clic derecho en Boundary Condition Lines – Stop Editing – Open Atributte Table / Visualization and Information. </a:t>
            </a:r>
          </a:p>
          <a:p>
            <a:endParaRPr lang="en-US" sz="1600">
              <a:latin typeface="Segoe UI Light" panose="020B0502040204020203" pitchFamily="34" charset="0"/>
              <a:cs typeface="Segoe UI Light" panose="020B0502040204020203" pitchFamily="34" charset="0"/>
            </a:endParaRPr>
          </a:p>
          <a:p>
            <a:r>
              <a:rPr lang="en-US" sz="1600">
                <a:latin typeface="Segoe UI Light" panose="020B0502040204020203" pitchFamily="34" charset="0"/>
                <a:cs typeface="Segoe UI Light" panose="020B0502040204020203" pitchFamily="34" charset="0"/>
              </a:rPr>
              <a:t>A</a:t>
            </a:r>
            <a:r>
              <a:rPr lang="es-CO" sz="1600">
                <a:latin typeface="Segoe UI Light" panose="020B0502040204020203" pitchFamily="34" charset="0"/>
                <a:cs typeface="Segoe UI Light" panose="020B0502040204020203" pitchFamily="34" charset="0"/>
              </a:rPr>
              <a:t>l detener el editor podrá observar una linea adicional sobre la cara de las celdas asociadas a la condición de frontera. </a:t>
            </a:r>
            <a:endParaRPr lang="en-US"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42F3F19F-8D3B-41E7-841D-9276DBB72DEE}"/>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119336" y="2208634"/>
            <a:ext cx="6772275" cy="2209800"/>
          </a:xfrm>
          <a:prstGeom prst="rect">
            <a:avLst/>
          </a:prstGeom>
        </p:spPr>
      </p:pic>
      <p:pic>
        <p:nvPicPr>
          <p:cNvPr id="13" name="Imagen 12">
            <a:extLst>
              <a:ext uri="{FF2B5EF4-FFF2-40B4-BE49-F238E27FC236}">
                <a16:creationId xmlns:a16="http://schemas.microsoft.com/office/drawing/2014/main" id="{D487F54B-0F79-4DC5-8E19-7ECB91FD041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72434" y="5120984"/>
            <a:ext cx="360000" cy="360000"/>
          </a:xfrm>
          <a:prstGeom prst="rect">
            <a:avLst/>
          </a:prstGeom>
        </p:spPr>
      </p:pic>
      <p:pic>
        <p:nvPicPr>
          <p:cNvPr id="9" name="Imagen 8">
            <a:extLst>
              <a:ext uri="{FF2B5EF4-FFF2-40B4-BE49-F238E27FC236}">
                <a16:creationId xmlns:a16="http://schemas.microsoft.com/office/drawing/2014/main" id="{D567E745-74C9-447A-A15D-6BA2CA2579A1}"/>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119336" y="4609678"/>
            <a:ext cx="6772275" cy="1800225"/>
          </a:xfrm>
          <a:prstGeom prst="rect">
            <a:avLst/>
          </a:prstGeom>
        </p:spPr>
      </p:pic>
      <p:pic>
        <p:nvPicPr>
          <p:cNvPr id="17" name="Imagen 16">
            <a:extLst>
              <a:ext uri="{FF2B5EF4-FFF2-40B4-BE49-F238E27FC236}">
                <a16:creationId xmlns:a16="http://schemas.microsoft.com/office/drawing/2014/main" id="{AB24A310-286C-4977-B829-91E682A5852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1904" y="5618534"/>
            <a:ext cx="360000" cy="360000"/>
          </a:xfrm>
          <a:prstGeom prst="rect">
            <a:avLst/>
          </a:prstGeom>
        </p:spPr>
      </p:pic>
      <p:pic>
        <p:nvPicPr>
          <p:cNvPr id="10" name="Imagen 9">
            <a:extLst>
              <a:ext uri="{FF2B5EF4-FFF2-40B4-BE49-F238E27FC236}">
                <a16:creationId xmlns:a16="http://schemas.microsoft.com/office/drawing/2014/main" id="{F1D878F9-A028-493B-A8E8-FA220846D68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ED8CA8F8-AE62-4064-B99A-C6BE6F0B59C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2. Trazado usando RAS </a:t>
            </a:r>
            <a:r>
              <a:rPr lang="es-CO" sz="800" dirty="0" err="1">
                <a:latin typeface="Segoe UI Light" panose="020B0502040204020203" pitchFamily="34" charset="0"/>
                <a:cs typeface="Segoe UI Light" panose="020B0502040204020203" pitchFamily="34" charset="0"/>
              </a:rPr>
              <a:t>Mapper</a:t>
            </a:r>
            <a:endParaRPr lang="es-CO"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891132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23B8226-9314-4371-888C-2E34E4423F9E}"/>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000125" y="764704"/>
            <a:ext cx="10191750" cy="6019800"/>
          </a:xfrm>
          <a:prstGeom prst="rect">
            <a:avLst/>
          </a:prstGeom>
        </p:spPr>
      </p:pic>
      <p:sp>
        <p:nvSpPr>
          <p:cNvPr id="8" name="7 CuadroTexto"/>
          <p:cNvSpPr txBox="1"/>
          <p:nvPr/>
        </p:nvSpPr>
        <p:spPr>
          <a:xfrm>
            <a:off x="1000125" y="404664"/>
            <a:ext cx="1019175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Estas líneas de frontera también aparecerán en el editor de gemetría de HEC-RAS.</a:t>
            </a:r>
          </a:p>
        </p:txBody>
      </p:sp>
      <p:pic>
        <p:nvPicPr>
          <p:cNvPr id="17" name="Imagen 16">
            <a:extLst>
              <a:ext uri="{FF2B5EF4-FFF2-40B4-BE49-F238E27FC236}">
                <a16:creationId xmlns:a16="http://schemas.microsoft.com/office/drawing/2014/main" id="{AB24A310-286C-4977-B829-91E682A585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96520" y="3717032"/>
            <a:ext cx="360000" cy="360000"/>
          </a:xfrm>
          <a:prstGeom prst="rect">
            <a:avLst/>
          </a:prstGeom>
        </p:spPr>
      </p:pic>
      <p:pic>
        <p:nvPicPr>
          <p:cNvPr id="11" name="Imagen 10">
            <a:extLst>
              <a:ext uri="{FF2B5EF4-FFF2-40B4-BE49-F238E27FC236}">
                <a16:creationId xmlns:a16="http://schemas.microsoft.com/office/drawing/2014/main" id="{5575BE28-F5FB-43DD-B9C8-4C6790C51C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07568" y="3774604"/>
            <a:ext cx="360000" cy="360000"/>
          </a:xfrm>
          <a:prstGeom prst="rect">
            <a:avLst/>
          </a:prstGeom>
        </p:spPr>
      </p:pic>
      <p:pic>
        <p:nvPicPr>
          <p:cNvPr id="9" name="Imagen 8">
            <a:extLst>
              <a:ext uri="{FF2B5EF4-FFF2-40B4-BE49-F238E27FC236}">
                <a16:creationId xmlns:a16="http://schemas.microsoft.com/office/drawing/2014/main" id="{F39615CB-5114-49DA-99A2-5D77562CBBB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5672C67B-8376-4C24-8274-018CA880F85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2. Trazado usando RAS </a:t>
            </a:r>
            <a:r>
              <a:rPr lang="es-CO" sz="800" dirty="0" err="1">
                <a:latin typeface="Segoe UI Light" panose="020B0502040204020203" pitchFamily="34" charset="0"/>
                <a:cs typeface="Segoe UI Light" panose="020B0502040204020203" pitchFamily="34" charset="0"/>
              </a:rPr>
              <a:t>Mapper</a:t>
            </a:r>
            <a:endParaRPr lang="es-CO"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08812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v.20201118</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Datos y condiciones de frontera para flujo no permanente</a:t>
            </a:r>
            <a:endParaRPr lang="es-ES"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CF785376-E2FB-4732-BBFB-724996E940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F2CD8580-E648-4D57-91EE-A42646E11BE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160755" y="3259723"/>
            <a:ext cx="3870490" cy="369332"/>
          </a:xfrm>
          <a:prstGeom prst="rect">
            <a:avLst/>
          </a:prstGeom>
          <a:noFill/>
        </p:spPr>
        <p:txBody>
          <a:bodyPr wrap="square" rtlCol="0">
            <a:spAutoFit/>
          </a:bodyPr>
          <a:lstStyle/>
          <a:p>
            <a:pPr algn="ctr"/>
            <a:r>
              <a:rPr lang="en-US" dirty="0">
                <a:latin typeface="Segoe UI Light" panose="020B0502040204020203" pitchFamily="34" charset="0"/>
                <a:cs typeface="Segoe UI Light" panose="020B0502040204020203" pitchFamily="34" charset="0"/>
              </a:rPr>
              <a:t>0. </a:t>
            </a:r>
            <a:r>
              <a:rPr lang="en-US" dirty="0" err="1">
                <a:latin typeface="Segoe UI Light" panose="020B0502040204020203" pitchFamily="34" charset="0"/>
                <a:cs typeface="Segoe UI Light" panose="020B0502040204020203" pitchFamily="34" charset="0"/>
              </a:rPr>
              <a:t>Conceptos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generales</a:t>
            </a:r>
            <a:endParaRPr lang="en-US"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DA84AA37-AB43-4DB9-8AD4-0AD5628BB7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732510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797133" y="1905506"/>
            <a:ext cx="6597733" cy="3046988"/>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Existen</a:t>
            </a:r>
            <a:r>
              <a:rPr lang="en-US" sz="1600" dirty="0">
                <a:latin typeface="Segoe UI Light" panose="020B0502040204020203" pitchFamily="34" charset="0"/>
                <a:cs typeface="Segoe UI Light" panose="020B0502040204020203" pitchFamily="34" charset="0"/>
              </a:rPr>
              <a:t> 5 </a:t>
            </a:r>
            <a:r>
              <a:rPr lang="en-US" sz="1600" dirty="0" err="1">
                <a:latin typeface="Segoe UI Light" panose="020B0502040204020203" pitchFamily="34" charset="0"/>
                <a:cs typeface="Segoe UI Light" panose="020B0502040204020203" pitchFamily="34" charset="0"/>
              </a:rPr>
              <a:t>diferentes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tipos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condiciones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que </a:t>
            </a:r>
            <a:r>
              <a:rPr lang="en-US" sz="1600" dirty="0" err="1">
                <a:latin typeface="Segoe UI Light" panose="020B0502040204020203" pitchFamily="34" charset="0"/>
                <a:cs typeface="Segoe UI Light" panose="020B0502040204020203" pitchFamily="34" charset="0"/>
              </a:rPr>
              <a:t>pueden</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utilizados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2D y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modelos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mixtos</a:t>
            </a:r>
            <a:r>
              <a:rPr lang="en-US" sz="1600" dirty="0">
                <a:latin typeface="Segoe UI Light" panose="020B0502040204020203" pitchFamily="34" charset="0"/>
                <a:cs typeface="Segoe UI Light" panose="020B0502040204020203" pitchFamily="34" charset="0"/>
              </a:rPr>
              <a:t> 1D a 2D.</a:t>
            </a:r>
          </a:p>
          <a:p>
            <a:pPr algn="just"/>
            <a:endParaRPr lang="en-US"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latin typeface="Segoe UI Light" panose="020B0502040204020203" pitchFamily="34" charset="0"/>
                <a:cs typeface="Segoe UI Light" panose="020B0502040204020203" pitchFamily="34" charset="0"/>
              </a:rPr>
              <a:t>Flow Hydrograph: </a:t>
            </a:r>
            <a:r>
              <a:rPr lang="en-US" sz="1600" dirty="0" err="1">
                <a:latin typeface="Segoe UI Light" panose="020B0502040204020203" pitchFamily="34" charset="0"/>
                <a:cs typeface="Segoe UI Light" panose="020B0502040204020203" pitchFamily="34" charset="0"/>
              </a:rPr>
              <a:t>Hidrograma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a:t>
            </a:r>
          </a:p>
          <a:p>
            <a:pPr marL="285750" indent="-285750" algn="just">
              <a:buFont typeface="Wingdings" panose="05000000000000000000" pitchFamily="2" charset="2"/>
              <a:buChar char="ü"/>
            </a:pPr>
            <a:endParaRPr lang="en-US"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latin typeface="Segoe UI Light" panose="020B0502040204020203" pitchFamily="34" charset="0"/>
                <a:cs typeface="Segoe UI Light" panose="020B0502040204020203" pitchFamily="34" charset="0"/>
              </a:rPr>
              <a:t>Stage Hydrograph: </a:t>
            </a:r>
            <a:r>
              <a:rPr lang="en-US" sz="1600" dirty="0" err="1">
                <a:latin typeface="Segoe UI Light" panose="020B0502040204020203" pitchFamily="34" charset="0"/>
                <a:cs typeface="Segoe UI Light" panose="020B0502040204020203" pitchFamily="34" charset="0"/>
              </a:rPr>
              <a:t>Hidrograma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almacenamiento</a:t>
            </a:r>
            <a:r>
              <a:rPr lang="en-US" sz="1600" dirty="0">
                <a:latin typeface="Segoe UI Light" panose="020B0502040204020203" pitchFamily="34" charset="0"/>
                <a:cs typeface="Segoe UI Light" panose="020B0502040204020203" pitchFamily="34" charset="0"/>
              </a:rPr>
              <a:t>.</a:t>
            </a:r>
          </a:p>
          <a:p>
            <a:pPr marL="285750" indent="-285750" algn="just">
              <a:buFont typeface="Wingdings" panose="05000000000000000000" pitchFamily="2" charset="2"/>
              <a:buChar char="ü"/>
            </a:pPr>
            <a:endParaRPr lang="en-US"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latin typeface="Segoe UI Light" panose="020B0502040204020203" pitchFamily="34" charset="0"/>
                <a:cs typeface="Segoe UI Light" panose="020B0502040204020203" pitchFamily="34" charset="0"/>
              </a:rPr>
              <a:t>Normal Depth: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normal.</a:t>
            </a:r>
          </a:p>
          <a:p>
            <a:pPr marL="285750" indent="-285750" algn="just">
              <a:buFont typeface="Wingdings" panose="05000000000000000000" pitchFamily="2" charset="2"/>
              <a:buChar char="ü"/>
            </a:pPr>
            <a:endParaRPr lang="en-US"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latin typeface="Segoe UI Light" panose="020B0502040204020203" pitchFamily="34" charset="0"/>
                <a:cs typeface="Segoe UI Light" panose="020B0502040204020203" pitchFamily="34" charset="0"/>
              </a:rPr>
              <a:t>Rating Curve: </a:t>
            </a:r>
            <a:r>
              <a:rPr lang="en-US" sz="1600" dirty="0" err="1">
                <a:latin typeface="Segoe UI Light" panose="020B0502040204020203" pitchFamily="34" charset="0"/>
                <a:cs typeface="Segoe UI Light" panose="020B0502040204020203" pitchFamily="34" charset="0"/>
              </a:rPr>
              <a:t>Curva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variación</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almacenamiento</a:t>
            </a:r>
            <a:r>
              <a:rPr lang="en-US" sz="1600" dirty="0">
                <a:latin typeface="Segoe UI Light" panose="020B0502040204020203" pitchFamily="34" charset="0"/>
                <a:cs typeface="Segoe UI Light" panose="020B0502040204020203" pitchFamily="34" charset="0"/>
              </a:rPr>
              <a:t> vs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a:t>
            </a:r>
          </a:p>
          <a:p>
            <a:pPr marL="285750" indent="-285750" algn="just">
              <a:buFont typeface="Wingdings" panose="05000000000000000000" pitchFamily="2" charset="2"/>
              <a:buChar char="ü"/>
            </a:pPr>
            <a:endParaRPr lang="en-US"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latin typeface="Segoe UI Light" panose="020B0502040204020203" pitchFamily="34" charset="0"/>
                <a:cs typeface="Segoe UI Light" panose="020B0502040204020203" pitchFamily="34" charset="0"/>
              </a:rPr>
              <a:t>Precipitation: </a:t>
            </a:r>
            <a:r>
              <a:rPr lang="en-US" sz="1600" dirty="0" err="1">
                <a:latin typeface="Segoe UI Light" panose="020B0502040204020203" pitchFamily="34" charset="0"/>
                <a:cs typeface="Segoe UI Light" panose="020B0502040204020203" pitchFamily="34" charset="0"/>
              </a:rPr>
              <a:t>Precipitación</a:t>
            </a:r>
            <a:r>
              <a:rPr lang="en-US" sz="1600" dirty="0">
                <a:latin typeface="Segoe UI Light" panose="020B0502040204020203" pitchFamily="34" charset="0"/>
                <a:cs typeface="Segoe UI Light" panose="020B0502040204020203" pitchFamily="34" charset="0"/>
              </a:rPr>
              <a:t>.</a:t>
            </a:r>
          </a:p>
        </p:txBody>
      </p:sp>
      <p:sp>
        <p:nvSpPr>
          <p:cNvPr id="10" name="1 Título">
            <a:extLst>
              <a:ext uri="{FF2B5EF4-FFF2-40B4-BE49-F238E27FC236}">
                <a16:creationId xmlns:a16="http://schemas.microsoft.com/office/drawing/2014/main" id="{EDF90ED7-8B75-413F-95AE-EEE78A9A6B0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0. Conceptos generales</a:t>
            </a:r>
          </a:p>
        </p:txBody>
      </p:sp>
      <p:pic>
        <p:nvPicPr>
          <p:cNvPr id="5" name="Imagen 4">
            <a:extLst>
              <a:ext uri="{FF2B5EF4-FFF2-40B4-BE49-F238E27FC236}">
                <a16:creationId xmlns:a16="http://schemas.microsoft.com/office/drawing/2014/main" id="{54505D55-DBA6-4825-88C7-76F974A793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119422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703512" y="620688"/>
            <a:ext cx="10081119" cy="5355312"/>
          </a:xfrm>
          <a:prstGeom prst="rect">
            <a:avLst/>
          </a:prstGeom>
          <a:noFill/>
        </p:spPr>
        <p:txBody>
          <a:bodyPr wrap="square" rtlCol="0">
            <a:spAutoFit/>
          </a:bodyPr>
          <a:lstStyle/>
          <a:p>
            <a:pPr algn="just"/>
            <a:r>
              <a:rPr lang="en-US" dirty="0">
                <a:latin typeface="Segoe UI Light" panose="020B0502040204020203" pitchFamily="34" charset="0"/>
                <a:cs typeface="Segoe UI Light" panose="020B0502040204020203" pitchFamily="34" charset="0"/>
              </a:rPr>
              <a:t>Flow Hydrograph: </a:t>
            </a:r>
            <a:r>
              <a:rPr lang="en-US" dirty="0" err="1">
                <a:latin typeface="Segoe UI Light" panose="020B0502040204020203" pitchFamily="34" charset="0"/>
                <a:cs typeface="Segoe UI Light" panose="020B0502040204020203" pitchFamily="34" charset="0"/>
              </a:rPr>
              <a:t>Hidrograma</a:t>
            </a:r>
            <a:r>
              <a:rPr lang="en-US" dirty="0">
                <a:latin typeface="Segoe UI Light" panose="020B0502040204020203" pitchFamily="34" charset="0"/>
                <a:cs typeface="Segoe UI Light" panose="020B0502040204020203" pitchFamily="34" charset="0"/>
              </a:rPr>
              <a:t> de </a:t>
            </a:r>
            <a:r>
              <a:rPr lang="en-US" dirty="0" err="1">
                <a:latin typeface="Segoe UI Light" panose="020B0502040204020203" pitchFamily="34" charset="0"/>
                <a:cs typeface="Segoe UI Light" panose="020B0502040204020203" pitchFamily="34" charset="0"/>
              </a:rPr>
              <a:t>Flujo</a:t>
            </a:r>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Generalmente</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utilizado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la entrada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línea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arriba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BCUpStream</a:t>
            </a:r>
            <a:r>
              <a:rPr lang="en-US" sz="1600" dirty="0">
                <a:latin typeface="Segoe UI Light" panose="020B0502040204020203" pitchFamily="34" charset="0"/>
                <a:cs typeface="Segoe UI Light" panose="020B0502040204020203" pitchFamily="34" charset="0"/>
              </a:rPr>
              <a:t>), sin embargo, </a:t>
            </a:r>
            <a:r>
              <a:rPr lang="en-US" sz="1600" dirty="0" err="1">
                <a:latin typeface="Segoe UI Light" panose="020B0502040204020203" pitchFamily="34" charset="0"/>
                <a:cs typeface="Segoe UI Light" panose="020B0502040204020203" pitchFamily="34" charset="0"/>
              </a:rPr>
              <a:t>también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extraer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negativo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infiltración</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Los </a:t>
            </a:r>
            <a:r>
              <a:rPr lang="en-US" sz="1600" dirty="0" err="1">
                <a:latin typeface="Segoe UI Light" panose="020B0502040204020203" pitchFamily="34" charset="0"/>
                <a:cs typeface="Segoe UI Light" panose="020B0502040204020203" pitchFamily="34" charset="0"/>
              </a:rPr>
              <a:t>datos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requeridos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son:</a:t>
            </a:r>
          </a:p>
          <a:p>
            <a:pPr algn="just"/>
            <a:endParaRPr lang="en-US" sz="1600" dirty="0">
              <a:latin typeface="Segoe UI Light" panose="020B0502040204020203" pitchFamily="34" charset="0"/>
              <a:cs typeface="Segoe UI Light" panose="020B0502040204020203" pitchFamily="34" charset="0"/>
            </a:endParaRPr>
          </a:p>
          <a:p>
            <a:pPr marL="342900" indent="-342900" algn="just">
              <a:buAutoNum type="arabicPeriod"/>
            </a:pPr>
            <a:r>
              <a:rPr lang="en-US" sz="1600" dirty="0" err="1">
                <a:latin typeface="Segoe UI Light" panose="020B0502040204020203" pitchFamily="34" charset="0"/>
                <a:cs typeface="Segoe UI Light" panose="020B0502040204020203" pitchFamily="34" charset="0"/>
              </a:rPr>
              <a:t>Hidrograma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(Q vs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a:t>
            </a:r>
          </a:p>
          <a:p>
            <a:pPr marL="342900" indent="-342900" algn="just">
              <a:buAutoNum type="arabicPeriod"/>
            </a:pP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línea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energía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cálculo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normal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intervalo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dirty="0">
                <a:latin typeface="Segoe UI Light" panose="020B0502040204020203" pitchFamily="34" charset="0"/>
                <a:cs typeface="Segoe UI Light" panose="020B0502040204020203" pitchFamily="34" charset="0"/>
              </a:rPr>
              <a:t>Stage Hydrograph: </a:t>
            </a:r>
            <a:r>
              <a:rPr lang="en-US" dirty="0" err="1">
                <a:latin typeface="Segoe UI Light" panose="020B0502040204020203" pitchFamily="34" charset="0"/>
                <a:cs typeface="Segoe UI Light" panose="020B0502040204020203" pitchFamily="34" charset="0"/>
              </a:rPr>
              <a:t>Hidrograma</a:t>
            </a:r>
            <a:r>
              <a:rPr lang="en-US" dirty="0">
                <a:latin typeface="Segoe UI Light" panose="020B0502040204020203" pitchFamily="34" charset="0"/>
                <a:cs typeface="Segoe UI Light" panose="020B0502040204020203" pitchFamily="34" charset="0"/>
              </a:rPr>
              <a:t> de </a:t>
            </a:r>
            <a:r>
              <a:rPr lang="en-US" dirty="0" err="1">
                <a:latin typeface="Segoe UI Light" panose="020B0502040204020203" pitchFamily="34" charset="0"/>
                <a:cs typeface="Segoe UI Light" panose="020B0502040204020203" pitchFamily="34" charset="0"/>
              </a:rPr>
              <a:t>almacenamiento</a:t>
            </a:r>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Este </a:t>
            </a:r>
            <a:r>
              <a:rPr lang="en-US" sz="1600" dirty="0" err="1">
                <a:latin typeface="Segoe UI Light" panose="020B0502040204020203" pitchFamily="34" charset="0"/>
                <a:cs typeface="Segoe UI Light" panose="020B0502040204020203" pitchFamily="34" charset="0"/>
              </a:rPr>
              <a:t>tipo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hidrograma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usado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ingresar</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extraer</a:t>
            </a:r>
            <a:r>
              <a:rPr lang="en-US" sz="1600" dirty="0">
                <a:latin typeface="Segoe UI Light" panose="020B0502040204020203" pitchFamily="34" charset="0"/>
                <a:cs typeface="Segoe UI Light" panose="020B0502040204020203" pitchFamily="34" charset="0"/>
              </a:rPr>
              <a:t> caudal del </a:t>
            </a:r>
            <a:r>
              <a:rPr lang="en-US" sz="1600" dirty="0" err="1">
                <a:latin typeface="Segoe UI Light" panose="020B0502040204020203" pitchFamily="34" charset="0"/>
                <a:cs typeface="Segoe UI Light" panose="020B0502040204020203" pitchFamily="34" charset="0"/>
              </a:rPr>
              <a:t>área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2D </a:t>
            </a:r>
            <a:r>
              <a:rPr lang="en-US" sz="1600" dirty="0" err="1">
                <a:latin typeface="Segoe UI Light" panose="020B0502040204020203" pitchFamily="34" charset="0"/>
                <a:cs typeface="Segoe UI Light" panose="020B0502040204020203" pitchFamily="34" charset="0"/>
              </a:rPr>
              <a:t>pero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función</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respecto</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dirty="0">
                <a:latin typeface="Segoe UI Light" panose="020B0502040204020203" pitchFamily="34" charset="0"/>
                <a:cs typeface="Segoe UI Light" panose="020B0502040204020203" pitchFamily="34" charset="0"/>
              </a:rPr>
              <a:t>Normal Depth: </a:t>
            </a:r>
            <a:r>
              <a:rPr lang="en-US" dirty="0" err="1">
                <a:latin typeface="Segoe UI Light" panose="020B0502040204020203" pitchFamily="34" charset="0"/>
                <a:cs typeface="Segoe UI Light" panose="020B0502040204020203" pitchFamily="34" charset="0"/>
              </a:rPr>
              <a:t>Profundidad</a:t>
            </a:r>
            <a:r>
              <a:rPr lang="en-US" dirty="0">
                <a:latin typeface="Segoe UI Light" panose="020B0502040204020203" pitchFamily="34" charset="0"/>
                <a:cs typeface="Segoe UI Light" panose="020B0502040204020203" pitchFamily="34" charset="0"/>
              </a:rPr>
              <a:t> normal.</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Esta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solo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extraer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hacia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fuera</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área</a:t>
            </a:r>
            <a:r>
              <a:rPr lang="en-US" sz="1600" dirty="0">
                <a:latin typeface="Segoe UI Light" panose="020B0502040204020203" pitchFamily="34" charset="0"/>
                <a:cs typeface="Segoe UI Light" panose="020B0502040204020203" pitchFamily="34" charset="0"/>
              </a:rPr>
              <a:t> 2D. Para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necesario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ingresar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valor de la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fricción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dicha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área</a:t>
            </a:r>
            <a:r>
              <a:rPr lang="en-US" sz="1600" dirty="0">
                <a:latin typeface="Segoe UI Light" panose="020B0502040204020203" pitchFamily="34" charset="0"/>
                <a:cs typeface="Segoe UI Light" panose="020B0502040204020203" pitchFamily="34" charset="0"/>
              </a:rPr>
              <a:t>. Esta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asumida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terreno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sobre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línea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zona de </a:t>
            </a:r>
            <a:r>
              <a:rPr lang="en-US" sz="1600" dirty="0" err="1">
                <a:latin typeface="Segoe UI Light" panose="020B0502040204020203" pitchFamily="34" charset="0"/>
                <a:cs typeface="Segoe UI Light" panose="020B0502040204020203" pitchFamily="34" charset="0"/>
              </a:rPr>
              <a:t>entrega</a:t>
            </a:r>
            <a:r>
              <a:rPr lang="en-US" sz="1600" dirty="0">
                <a:latin typeface="Segoe UI Light" panose="020B0502040204020203" pitchFamily="34" charset="0"/>
                <a:cs typeface="Segoe UI Light" panose="020B0502040204020203" pitchFamily="34" charset="0"/>
              </a:rPr>
              <a:t>.</a:t>
            </a:r>
          </a:p>
        </p:txBody>
      </p:sp>
      <p:pic>
        <p:nvPicPr>
          <p:cNvPr id="3" name="Imagen 2">
            <a:extLst>
              <a:ext uri="{FF2B5EF4-FFF2-40B4-BE49-F238E27FC236}">
                <a16:creationId xmlns:a16="http://schemas.microsoft.com/office/drawing/2014/main" id="{A398A51C-1673-43C5-B632-38A383206F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400" y="620688"/>
            <a:ext cx="360000" cy="360000"/>
          </a:xfrm>
          <a:prstGeom prst="rect">
            <a:avLst/>
          </a:prstGeom>
        </p:spPr>
      </p:pic>
      <p:pic>
        <p:nvPicPr>
          <p:cNvPr id="6" name="Imagen 5">
            <a:extLst>
              <a:ext uri="{FF2B5EF4-FFF2-40B4-BE49-F238E27FC236}">
                <a16:creationId xmlns:a16="http://schemas.microsoft.com/office/drawing/2014/main" id="{3EDEEAB8-FD00-4E09-A69E-E26275867D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2504" y="620688"/>
            <a:ext cx="360000" cy="360000"/>
          </a:xfrm>
          <a:prstGeom prst="rect">
            <a:avLst/>
          </a:prstGeom>
        </p:spPr>
      </p:pic>
      <p:pic>
        <p:nvPicPr>
          <p:cNvPr id="11" name="Imagen 10">
            <a:extLst>
              <a:ext uri="{FF2B5EF4-FFF2-40B4-BE49-F238E27FC236}">
                <a16:creationId xmlns:a16="http://schemas.microsoft.com/office/drawing/2014/main" id="{8649839E-2049-482B-9F5B-C3E507D2BC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400" y="3645024"/>
            <a:ext cx="360000" cy="360000"/>
          </a:xfrm>
          <a:prstGeom prst="rect">
            <a:avLst/>
          </a:prstGeom>
        </p:spPr>
      </p:pic>
      <p:pic>
        <p:nvPicPr>
          <p:cNvPr id="12" name="Imagen 11">
            <a:extLst>
              <a:ext uri="{FF2B5EF4-FFF2-40B4-BE49-F238E27FC236}">
                <a16:creationId xmlns:a16="http://schemas.microsoft.com/office/drawing/2014/main" id="{D30AA55C-39ED-4F8E-9390-D155F197C7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2504" y="3645024"/>
            <a:ext cx="360000" cy="360000"/>
          </a:xfrm>
          <a:prstGeom prst="rect">
            <a:avLst/>
          </a:prstGeom>
        </p:spPr>
      </p:pic>
      <p:pic>
        <p:nvPicPr>
          <p:cNvPr id="14" name="Imagen 13">
            <a:extLst>
              <a:ext uri="{FF2B5EF4-FFF2-40B4-BE49-F238E27FC236}">
                <a16:creationId xmlns:a16="http://schemas.microsoft.com/office/drawing/2014/main" id="{D49FA0DF-687F-4D5E-B9D3-F4826C17B0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2504" y="4888886"/>
            <a:ext cx="360000" cy="360000"/>
          </a:xfrm>
          <a:prstGeom prst="rect">
            <a:avLst/>
          </a:prstGeom>
        </p:spPr>
      </p:pic>
      <p:pic>
        <p:nvPicPr>
          <p:cNvPr id="10" name="Imagen 9">
            <a:extLst>
              <a:ext uri="{FF2B5EF4-FFF2-40B4-BE49-F238E27FC236}">
                <a16:creationId xmlns:a16="http://schemas.microsoft.com/office/drawing/2014/main" id="{A5457E8A-64C5-4EA8-AE30-413FFDC6AC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A51C9616-51F4-43FD-A884-4991266A606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0. Conceptos generales</a:t>
            </a:r>
          </a:p>
        </p:txBody>
      </p:sp>
    </p:spTree>
    <p:extLst>
      <p:ext uri="{BB962C8B-B14F-4D97-AF65-F5344CB8AC3E}">
        <p14:creationId xmlns:p14="http://schemas.microsoft.com/office/powerpoint/2010/main" val="87353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270575" y="1772816"/>
            <a:ext cx="7650850" cy="3108543"/>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Rating Curve: Curva de variación del almacenamiento vs flujo.</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Esta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solo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extraer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del model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áreas</a:t>
            </a:r>
            <a:r>
              <a:rPr lang="en-US" sz="1600" dirty="0">
                <a:latin typeface="Segoe UI Light" panose="020B0502040204020203" pitchFamily="34" charset="0"/>
                <a:cs typeface="Segoe UI Light" panose="020B0502040204020203" pitchFamily="34" charset="0"/>
              </a:rPr>
              <a:t> 2D. Es </a:t>
            </a:r>
            <a:r>
              <a:rPr lang="en-US" sz="1600" dirty="0" err="1">
                <a:latin typeface="Segoe UI Light" panose="020B0502040204020203" pitchFamily="34" charset="0"/>
                <a:cs typeface="Segoe UI Light" panose="020B0502040204020203" pitchFamily="34" charset="0"/>
              </a:rPr>
              <a:t>necesario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ingresar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vs el caudal </a:t>
            </a:r>
            <a:r>
              <a:rPr lang="en-US" sz="1600" dirty="0" err="1">
                <a:latin typeface="Segoe UI Light" panose="020B0502040204020203" pitchFamily="34" charset="0"/>
                <a:cs typeface="Segoe UI Light" panose="020B0502040204020203" pitchFamily="34" charset="0"/>
              </a:rPr>
              <a:t>drenado</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extraído</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dirty="0">
                <a:latin typeface="Segoe UI Light" panose="020B0502040204020203" pitchFamily="34" charset="0"/>
                <a:cs typeface="Segoe UI Light" panose="020B0502040204020203" pitchFamily="34" charset="0"/>
              </a:rPr>
              <a:t>Precipitation: </a:t>
            </a:r>
            <a:r>
              <a:rPr lang="en-US" dirty="0" err="1">
                <a:latin typeface="Segoe UI Light" panose="020B0502040204020203" pitchFamily="34" charset="0"/>
                <a:cs typeface="Segoe UI Light" panose="020B0502040204020203" pitchFamily="34" charset="0"/>
              </a:rPr>
              <a:t>Precipitación</a:t>
            </a:r>
            <a:r>
              <a:rPr lang="en-US"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modelar</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excedentes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precipitación</a:t>
            </a:r>
            <a:r>
              <a:rPr lang="en-US" sz="1600" dirty="0">
                <a:latin typeface="Segoe UI Light" panose="020B0502040204020203" pitchFamily="34" charset="0"/>
                <a:cs typeface="Segoe UI Light" panose="020B0502040204020203" pitchFamily="34" charset="0"/>
              </a:rPr>
              <a:t> que se </a:t>
            </a:r>
            <a:r>
              <a:rPr lang="en-US" sz="1600" dirty="0" err="1">
                <a:latin typeface="Segoe UI Light" panose="020B0502040204020203" pitchFamily="34" charset="0"/>
                <a:cs typeface="Segoe UI Light" panose="020B0502040204020203" pitchFamily="34" charset="0"/>
              </a:rPr>
              <a:t>convierten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escorrentía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sobre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toda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área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2D </a:t>
            </a:r>
            <a:r>
              <a:rPr lang="en-US" sz="1600" dirty="0" err="1">
                <a:latin typeface="Segoe UI Light" panose="020B0502040204020203" pitchFamily="34" charset="0"/>
                <a:cs typeface="Segoe UI Light" panose="020B0502040204020203" pitchFamily="34" charset="0"/>
              </a:rPr>
              <a:t>definida</a:t>
            </a:r>
            <a:r>
              <a:rPr lang="en-US" sz="1600" dirty="0">
                <a:latin typeface="Segoe UI Light" panose="020B0502040204020203" pitchFamily="34" charset="0"/>
                <a:cs typeface="Segoe UI Light" panose="020B0502040204020203" pitchFamily="34" charset="0"/>
              </a:rPr>
              <a:t> y para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pulso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precipitación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menos</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pérdidas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debidas</a:t>
            </a:r>
            <a:r>
              <a:rPr lang="en-US" sz="1600" dirty="0">
                <a:latin typeface="Segoe UI Light" panose="020B0502040204020203" pitchFamily="34" charset="0"/>
                <a:cs typeface="Segoe UI Light" panose="020B0502040204020203" pitchFamily="34" charset="0"/>
              </a:rPr>
              <a:t> a la </a:t>
            </a:r>
            <a:r>
              <a:rPr lang="en-US" sz="1600" dirty="0" err="1">
                <a:latin typeface="Segoe UI Light" panose="020B0502040204020203" pitchFamily="34" charset="0"/>
                <a:cs typeface="Segoe UI Light" panose="020B0502040204020203" pitchFamily="34" charset="0"/>
              </a:rPr>
              <a:t>interceptación</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vegetación</a:t>
            </a:r>
            <a:r>
              <a:rPr lang="en-US" sz="1600" dirty="0">
                <a:latin typeface="Segoe UI Light" panose="020B0502040204020203" pitchFamily="34" charset="0"/>
                <a:cs typeface="Segoe UI Light" panose="020B0502040204020203" pitchFamily="34" charset="0"/>
              </a:rPr>
              <a:t> o Canopy y la </a:t>
            </a:r>
            <a:r>
              <a:rPr lang="en-US" sz="1600" dirty="0" err="1">
                <a:latin typeface="Segoe UI Light" panose="020B0502040204020203" pitchFamily="34" charset="0"/>
                <a:cs typeface="Segoe UI Light" panose="020B0502040204020203" pitchFamily="34" charset="0"/>
              </a:rPr>
              <a:t>infiltración</a:t>
            </a:r>
            <a:r>
              <a:rPr lang="en-US" sz="1600" dirty="0">
                <a:latin typeface="Segoe UI Light" panose="020B0502040204020203" pitchFamily="34" charset="0"/>
                <a:cs typeface="Segoe UI Light" panose="020B0502040204020203" pitchFamily="34" charset="0"/>
              </a:rPr>
              <a:t>). </a:t>
            </a:r>
          </a:p>
        </p:txBody>
      </p:sp>
      <p:pic>
        <p:nvPicPr>
          <p:cNvPr id="6" name="Imagen 5">
            <a:extLst>
              <a:ext uri="{FF2B5EF4-FFF2-40B4-BE49-F238E27FC236}">
                <a16:creationId xmlns:a16="http://schemas.microsoft.com/office/drawing/2014/main" id="{3EDEEAB8-FD00-4E09-A69E-E26275867D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47528" y="1847282"/>
            <a:ext cx="360000" cy="360000"/>
          </a:xfrm>
          <a:prstGeom prst="rect">
            <a:avLst/>
          </a:prstGeom>
        </p:spPr>
      </p:pic>
      <p:pic>
        <p:nvPicPr>
          <p:cNvPr id="11" name="Imagen 10">
            <a:extLst>
              <a:ext uri="{FF2B5EF4-FFF2-40B4-BE49-F238E27FC236}">
                <a16:creationId xmlns:a16="http://schemas.microsoft.com/office/drawing/2014/main" id="{8649839E-2049-482B-9F5B-C3E507D2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47528" y="3588292"/>
            <a:ext cx="360000" cy="360000"/>
          </a:xfrm>
          <a:prstGeom prst="rect">
            <a:avLst/>
          </a:prstGeom>
        </p:spPr>
      </p:pic>
      <p:pic>
        <p:nvPicPr>
          <p:cNvPr id="7" name="Imagen 6">
            <a:extLst>
              <a:ext uri="{FF2B5EF4-FFF2-40B4-BE49-F238E27FC236}">
                <a16:creationId xmlns:a16="http://schemas.microsoft.com/office/drawing/2014/main" id="{47EAF9CD-B9F5-4F93-90C9-D42117EC23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3FEFDA63-8BBD-441D-A8EE-933A6433DE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0. Conceptos generales</a:t>
            </a:r>
          </a:p>
        </p:txBody>
      </p:sp>
    </p:spTree>
    <p:extLst>
      <p:ext uri="{BB962C8B-B14F-4D97-AF65-F5344CB8AC3E}">
        <p14:creationId xmlns:p14="http://schemas.microsoft.com/office/powerpoint/2010/main" val="2458719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16739" y="2967335"/>
            <a:ext cx="415852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Definiciones aguas arriba. Hidrogramas para diferentes periodos de retorno</a:t>
            </a:r>
          </a:p>
        </p:txBody>
      </p:sp>
      <p:pic>
        <p:nvPicPr>
          <p:cNvPr id="4" name="Imagen 3">
            <a:extLst>
              <a:ext uri="{FF2B5EF4-FFF2-40B4-BE49-F238E27FC236}">
                <a16:creationId xmlns:a16="http://schemas.microsoft.com/office/drawing/2014/main" id="{19618264-5BD5-4277-A6F9-87A18530F8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980355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368" y="476672"/>
            <a:ext cx="4767201" cy="2308324"/>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La definición de las condiciones de entrada debe ser realizada en un archivo independiente para cada periodo de retorno. Para este ejercicio utilizaremos varios hidrogramas de entrada.</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a. En la ventana de proyecto de HEC-RAS, clic en el ícono </a:t>
            </a:r>
            <a:r>
              <a:rPr lang="en-US" sz="1600" i="1">
                <a:latin typeface="Segoe UI Light" panose="020B0502040204020203" pitchFamily="34" charset="0"/>
                <a:cs typeface="Segoe UI Light" panose="020B0502040204020203" pitchFamily="34" charset="0"/>
              </a:rPr>
              <a:t>View/Edit unsteady flow data</a:t>
            </a:r>
            <a:r>
              <a:rPr lang="en-US" sz="1600">
                <a:latin typeface="Segoe UI Light" panose="020B0502040204020203" pitchFamily="34" charset="0"/>
                <a:cs typeface="Segoe UI Light" panose="020B0502040204020203" pitchFamily="34" charset="0"/>
              </a:rPr>
              <a:t> o clic en el menú </a:t>
            </a:r>
            <a:r>
              <a:rPr lang="en-US" sz="1600" i="1">
                <a:latin typeface="Segoe UI Light" panose="020B0502040204020203" pitchFamily="34" charset="0"/>
                <a:cs typeface="Segoe UI Light" panose="020B0502040204020203" pitchFamily="34" charset="0"/>
              </a:rPr>
              <a:t>Edit – Usteady Flow Data</a:t>
            </a:r>
            <a:r>
              <a:rPr lang="es-CO" sz="1600">
                <a:latin typeface="Segoe UI Light" panose="020B0502040204020203" pitchFamily="34" charset="0"/>
                <a:cs typeface="Segoe UI Light" panose="020B0502040204020203" pitchFamily="34" charset="0"/>
              </a:rPr>
              <a:t>.</a:t>
            </a:r>
          </a:p>
          <a:p>
            <a:pPr algn="just"/>
            <a:endParaRPr lang="en-US" sz="160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DE9F1E4E-D9FB-46C9-AFCD-0FC035B52D06}"/>
              </a:ext>
            </a:extLst>
          </p:cNvPr>
          <p:cNvPicPr>
            <a:picLocks noChangeAspect="1"/>
          </p:cNvPicPr>
          <p:nvPr/>
        </p:nvPicPr>
        <p:blipFill>
          <a:blip r:embed="rId3">
            <a:grayscl/>
          </a:blip>
          <a:stretch>
            <a:fillRect/>
          </a:stretch>
        </p:blipFill>
        <p:spPr>
          <a:xfrm>
            <a:off x="5375920" y="476672"/>
            <a:ext cx="6552728" cy="1734076"/>
          </a:xfrm>
          <a:prstGeom prst="rect">
            <a:avLst/>
          </a:prstGeom>
        </p:spPr>
      </p:pic>
      <p:pic>
        <p:nvPicPr>
          <p:cNvPr id="6" name="Imagen 5">
            <a:extLst>
              <a:ext uri="{FF2B5EF4-FFF2-40B4-BE49-F238E27FC236}">
                <a16:creationId xmlns:a16="http://schemas.microsoft.com/office/drawing/2014/main" id="{97C20A9C-75C4-4894-AB90-53AE411270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48048" y="1028098"/>
            <a:ext cx="360000" cy="360000"/>
          </a:xfrm>
          <a:prstGeom prst="rect">
            <a:avLst/>
          </a:prstGeom>
        </p:spPr>
      </p:pic>
      <p:pic>
        <p:nvPicPr>
          <p:cNvPr id="7" name="Imagen 6">
            <a:extLst>
              <a:ext uri="{FF2B5EF4-FFF2-40B4-BE49-F238E27FC236}">
                <a16:creationId xmlns:a16="http://schemas.microsoft.com/office/drawing/2014/main" id="{7DED65E9-10C5-49B6-B67A-0FD523F574D9}"/>
              </a:ext>
            </a:extLst>
          </p:cNvPr>
          <p:cNvPicPr>
            <a:picLocks noChangeAspect="1"/>
          </p:cNvPicPr>
          <p:nvPr/>
        </p:nvPicPr>
        <p:blipFill>
          <a:blip r:embed="rId5">
            <a:grayscl/>
          </a:blip>
          <a:stretch>
            <a:fillRect/>
          </a:stretch>
        </p:blipFill>
        <p:spPr>
          <a:xfrm>
            <a:off x="6528048" y="2300046"/>
            <a:ext cx="4371264" cy="4475917"/>
          </a:xfrm>
          <a:prstGeom prst="rect">
            <a:avLst/>
          </a:prstGeom>
        </p:spPr>
      </p:pic>
      <p:sp>
        <p:nvSpPr>
          <p:cNvPr id="9" name="1 Título">
            <a:extLst>
              <a:ext uri="{FF2B5EF4-FFF2-40B4-BE49-F238E27FC236}">
                <a16:creationId xmlns:a16="http://schemas.microsoft.com/office/drawing/2014/main" id="{E717FEF9-5651-4B38-950D-B023248CD94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Definiciones aguas arriba. Hidrogramas para diferentes periodos de retorno</a:t>
            </a:r>
          </a:p>
        </p:txBody>
      </p:sp>
      <p:pic>
        <p:nvPicPr>
          <p:cNvPr id="10" name="Imagen 9">
            <a:extLst>
              <a:ext uri="{FF2B5EF4-FFF2-40B4-BE49-F238E27FC236}">
                <a16:creationId xmlns:a16="http://schemas.microsoft.com/office/drawing/2014/main" id="{B9D82382-2BB1-4001-8E7C-9811DEDD230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18378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7BFF4D9-B6B9-486B-86BE-0C3490196867}"/>
              </a:ext>
            </a:extLst>
          </p:cNvPr>
          <p:cNvPicPr>
            <a:picLocks noChangeAspect="1"/>
          </p:cNvPicPr>
          <p:nvPr/>
        </p:nvPicPr>
        <p:blipFill>
          <a:blip r:embed="rId3">
            <a:grayscl/>
          </a:blip>
          <a:stretch>
            <a:fillRect/>
          </a:stretch>
        </p:blipFill>
        <p:spPr>
          <a:xfrm>
            <a:off x="3358635" y="938221"/>
            <a:ext cx="5474729" cy="1744538"/>
          </a:xfrm>
          <a:prstGeom prst="rect">
            <a:avLst/>
          </a:prstGeom>
        </p:spPr>
      </p:pic>
      <p:sp>
        <p:nvSpPr>
          <p:cNvPr id="8" name="7 CuadroTexto"/>
          <p:cNvSpPr txBox="1"/>
          <p:nvPr/>
        </p:nvSpPr>
        <p:spPr>
          <a:xfrm>
            <a:off x="1832855" y="476672"/>
            <a:ext cx="8874986" cy="338554"/>
          </a:xfrm>
          <a:prstGeom prst="rect">
            <a:avLst/>
          </a:prstGeom>
          <a:noFill/>
        </p:spPr>
        <p:txBody>
          <a:bodyPr wrap="square" rtlCol="0">
            <a:spAutoFit/>
          </a:bodyPr>
          <a:lstStyle/>
          <a:p>
            <a:pPr algn="ctr"/>
            <a:r>
              <a:rPr lang="en-US" sz="1400">
                <a:latin typeface="Segoe UI Light" panose="020B0502040204020203" pitchFamily="34" charset="0"/>
                <a:cs typeface="Segoe UI Light" panose="020B0502040204020203" pitchFamily="34" charset="0"/>
              </a:rPr>
              <a:t>b. En la </a:t>
            </a:r>
            <a:r>
              <a:rPr lang="en-US" sz="1600">
                <a:latin typeface="Segoe UI Light" panose="020B0502040204020203" pitchFamily="34" charset="0"/>
                <a:cs typeface="Segoe UI Light" panose="020B0502040204020203" pitchFamily="34" charset="0"/>
              </a:rPr>
              <a:t>ventana</a:t>
            </a:r>
            <a:r>
              <a:rPr lang="en-US" sz="1400">
                <a:latin typeface="Segoe UI Light" panose="020B0502040204020203" pitchFamily="34" charset="0"/>
                <a:cs typeface="Segoe UI Light" panose="020B0502040204020203" pitchFamily="34" charset="0"/>
              </a:rPr>
              <a:t> Usteady Flow Data, ir al menú File – Save Unsteady Flow Data. Nombrar como: tr2_33yr</a:t>
            </a:r>
          </a:p>
        </p:txBody>
      </p:sp>
      <p:pic>
        <p:nvPicPr>
          <p:cNvPr id="6" name="Imagen 5">
            <a:extLst>
              <a:ext uri="{FF2B5EF4-FFF2-40B4-BE49-F238E27FC236}">
                <a16:creationId xmlns:a16="http://schemas.microsoft.com/office/drawing/2014/main" id="{97C20A9C-75C4-4894-AB90-53AE411270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91744" y="1354268"/>
            <a:ext cx="360000" cy="360000"/>
          </a:xfrm>
          <a:prstGeom prst="rect">
            <a:avLst/>
          </a:prstGeom>
        </p:spPr>
      </p:pic>
      <p:sp>
        <p:nvSpPr>
          <p:cNvPr id="9" name="7 CuadroTexto">
            <a:extLst>
              <a:ext uri="{FF2B5EF4-FFF2-40B4-BE49-F238E27FC236}">
                <a16:creationId xmlns:a16="http://schemas.microsoft.com/office/drawing/2014/main" id="{ED6EA785-5650-4A06-AEAD-0B2888E5834E}"/>
              </a:ext>
            </a:extLst>
          </p:cNvPr>
          <p:cNvSpPr txBox="1"/>
          <p:nvPr/>
        </p:nvSpPr>
        <p:spPr>
          <a:xfrm>
            <a:off x="1199456" y="3361634"/>
            <a:ext cx="4392488" cy="2062103"/>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c. En la ventana Usteady Flow Data, seleccionar desde la parte inferior de la ventana, la condición de frontera aguas arriba </a:t>
            </a:r>
            <a:r>
              <a:rPr lang="en-US" sz="1600" i="1">
                <a:latin typeface="Segoe UI Light" panose="020B0502040204020203" pitchFamily="34" charset="0"/>
                <a:cs typeface="Segoe UI Light" panose="020B0502040204020203" pitchFamily="34" charset="0"/>
              </a:rPr>
              <a:t>Perimeter 1 BCLine: BCUpStream</a:t>
            </a:r>
            <a:r>
              <a:rPr lang="en-US" sz="1600">
                <a:latin typeface="Segoe UI Light" panose="020B0502040204020203" pitchFamily="34" charset="0"/>
                <a:cs typeface="Segoe UI Light" panose="020B0502040204020203" pitchFamily="34" charset="0"/>
              </a:rPr>
              <a:t>. </a:t>
            </a:r>
          </a:p>
          <a:p>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Observará que se activan diferentes de los tipos disponibles para la configuración de esta linea de condición. Dar clic en Flow Hydrograph.</a:t>
            </a:r>
          </a:p>
        </p:txBody>
      </p:sp>
      <p:pic>
        <p:nvPicPr>
          <p:cNvPr id="3" name="Imagen 2">
            <a:extLst>
              <a:ext uri="{FF2B5EF4-FFF2-40B4-BE49-F238E27FC236}">
                <a16:creationId xmlns:a16="http://schemas.microsoft.com/office/drawing/2014/main" id="{F96E4818-39F2-4219-91D1-B06FCDB479EB}"/>
              </a:ext>
            </a:extLst>
          </p:cNvPr>
          <p:cNvPicPr>
            <a:picLocks noChangeAspect="1"/>
          </p:cNvPicPr>
          <p:nvPr/>
        </p:nvPicPr>
        <p:blipFill>
          <a:blip r:embed="rId5">
            <a:grayscl/>
          </a:blip>
          <a:stretch>
            <a:fillRect/>
          </a:stretch>
        </p:blipFill>
        <p:spPr>
          <a:xfrm>
            <a:off x="6117704" y="2924944"/>
            <a:ext cx="5172075" cy="3771900"/>
          </a:xfrm>
          <a:prstGeom prst="rect">
            <a:avLst/>
          </a:prstGeom>
        </p:spPr>
      </p:pic>
      <p:pic>
        <p:nvPicPr>
          <p:cNvPr id="12" name="Imagen 11">
            <a:extLst>
              <a:ext uri="{FF2B5EF4-FFF2-40B4-BE49-F238E27FC236}">
                <a16:creationId xmlns:a16="http://schemas.microsoft.com/office/drawing/2014/main" id="{56F4B1C3-5B77-40F2-8153-9F6EAD86A3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3741" y="6336844"/>
            <a:ext cx="360000" cy="360000"/>
          </a:xfrm>
          <a:prstGeom prst="rect">
            <a:avLst/>
          </a:prstGeom>
        </p:spPr>
      </p:pic>
      <p:pic>
        <p:nvPicPr>
          <p:cNvPr id="13" name="Imagen 12">
            <a:extLst>
              <a:ext uri="{FF2B5EF4-FFF2-40B4-BE49-F238E27FC236}">
                <a16:creationId xmlns:a16="http://schemas.microsoft.com/office/drawing/2014/main" id="{3A5675F6-4C23-42F3-BEA1-758DF8ED5F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0014" y="4161597"/>
            <a:ext cx="360000" cy="360000"/>
          </a:xfrm>
          <a:prstGeom prst="rect">
            <a:avLst/>
          </a:prstGeom>
        </p:spPr>
      </p:pic>
      <p:pic>
        <p:nvPicPr>
          <p:cNvPr id="11" name="Imagen 10">
            <a:extLst>
              <a:ext uri="{FF2B5EF4-FFF2-40B4-BE49-F238E27FC236}">
                <a16:creationId xmlns:a16="http://schemas.microsoft.com/office/drawing/2014/main" id="{9284B008-37E4-48A0-BBE0-D3315662223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4C2BB0E2-5CCD-4D03-8A34-853A4DD755B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Definiciones aguas arriba. Hidrogramas para diferentes periodos de retorno</a:t>
            </a:r>
          </a:p>
        </p:txBody>
      </p:sp>
    </p:spTree>
    <p:extLst>
      <p:ext uri="{BB962C8B-B14F-4D97-AF65-F5344CB8AC3E}">
        <p14:creationId xmlns:p14="http://schemas.microsoft.com/office/powerpoint/2010/main" val="280837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34490" y="482827"/>
            <a:ext cx="4673121" cy="304698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Desde Microsoft Excel, abrir el archivo </a:t>
            </a:r>
            <a:r>
              <a:rPr lang="es-CO" sz="1600">
                <a:latin typeface="Segoe UI Light" panose="020B0502040204020203" pitchFamily="34" charset="0"/>
                <a:cs typeface="Segoe UI Light" panose="020B0502040204020203" pitchFamily="34" charset="0"/>
              </a:rPr>
              <a:t>C:\HDSI\Taller9\HECRAS2D_v0\Varios\Hydrographs_v0.xlsx que contiene los diferentes hidrogramas utilizados. Utilizaremos los hidrogramas correspondientes a los periodos de retorno 2.33 y 100 años, debido a que en el diseño de la sección compuesta del canal se realizó utilizando el pico de caudal de estos periodos. Ir a la hoja J4660 – Inicio.</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E</a:t>
            </a:r>
            <a:r>
              <a:rPr lang="es-CO" sz="1600">
                <a:latin typeface="Segoe UI Light" panose="020B0502040204020203" pitchFamily="34" charset="0"/>
                <a:cs typeface="Segoe UI Light" panose="020B0502040204020203" pitchFamily="34" charset="0"/>
              </a:rPr>
              <a:t>n la hoja, identifique la fecha (inicio: 5-mar-16, fin: 8-mar-16), hora, intervalo por pulso (1 min) y número total de registros de datos o pulsos (4321).</a:t>
            </a:r>
          </a:p>
        </p:txBody>
      </p:sp>
      <p:pic>
        <p:nvPicPr>
          <p:cNvPr id="15" name="Imagen 14">
            <a:extLst>
              <a:ext uri="{FF2B5EF4-FFF2-40B4-BE49-F238E27FC236}">
                <a16:creationId xmlns:a16="http://schemas.microsoft.com/office/drawing/2014/main" id="{F428874F-61A6-4C2D-9FE3-A1384E5CF2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52184" y="1556792"/>
            <a:ext cx="360000" cy="360000"/>
          </a:xfrm>
          <a:prstGeom prst="rect">
            <a:avLst/>
          </a:prstGeom>
        </p:spPr>
      </p:pic>
      <p:pic>
        <p:nvPicPr>
          <p:cNvPr id="12" name="Imagen 11">
            <a:extLst>
              <a:ext uri="{FF2B5EF4-FFF2-40B4-BE49-F238E27FC236}">
                <a16:creationId xmlns:a16="http://schemas.microsoft.com/office/drawing/2014/main" id="{09A91324-D5ED-4387-B5D5-06D38F631E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49101" y="1556792"/>
            <a:ext cx="360000" cy="360000"/>
          </a:xfrm>
          <a:prstGeom prst="rect">
            <a:avLst/>
          </a:prstGeom>
        </p:spPr>
      </p:pic>
      <p:grpSp>
        <p:nvGrpSpPr>
          <p:cNvPr id="7" name="Grupo 6">
            <a:extLst>
              <a:ext uri="{FF2B5EF4-FFF2-40B4-BE49-F238E27FC236}">
                <a16:creationId xmlns:a16="http://schemas.microsoft.com/office/drawing/2014/main" id="{48B8CACB-534E-408D-96EC-F2D94428D20C}"/>
              </a:ext>
            </a:extLst>
          </p:cNvPr>
          <p:cNvGrpSpPr/>
          <p:nvPr/>
        </p:nvGrpSpPr>
        <p:grpSpPr>
          <a:xfrm>
            <a:off x="5807968" y="476672"/>
            <a:ext cx="5501133" cy="6162514"/>
            <a:chOff x="5807968" y="476672"/>
            <a:chExt cx="5501133" cy="6162514"/>
          </a:xfrm>
        </p:grpSpPr>
        <p:pic>
          <p:nvPicPr>
            <p:cNvPr id="2" name="Imagen 1">
              <a:extLst>
                <a:ext uri="{FF2B5EF4-FFF2-40B4-BE49-F238E27FC236}">
                  <a16:creationId xmlns:a16="http://schemas.microsoft.com/office/drawing/2014/main" id="{8D7B1CE7-BA95-49F2-960F-F1E15F1E3AAF}"/>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807968" y="476672"/>
              <a:ext cx="5501133" cy="6162514"/>
            </a:xfrm>
            <a:prstGeom prst="rect">
              <a:avLst/>
            </a:prstGeom>
          </p:spPr>
        </p:pic>
        <p:sp>
          <p:nvSpPr>
            <p:cNvPr id="3" name="Rectángulo 2">
              <a:extLst>
                <a:ext uri="{FF2B5EF4-FFF2-40B4-BE49-F238E27FC236}">
                  <a16:creationId xmlns:a16="http://schemas.microsoft.com/office/drawing/2014/main" id="{D6822316-C690-419B-B9CF-3CB86925C25B}"/>
                </a:ext>
              </a:extLst>
            </p:cNvPr>
            <p:cNvSpPr/>
            <p:nvPr/>
          </p:nvSpPr>
          <p:spPr>
            <a:xfrm>
              <a:off x="8328248" y="476672"/>
              <a:ext cx="1512168" cy="212041"/>
            </a:xfrm>
            <a:prstGeom prst="rect">
              <a:avLst/>
            </a:prstGeom>
            <a:solidFill>
              <a:srgbClr val="4A4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latin typeface="Segoe UI Light" panose="020B0502040204020203" pitchFamily="34" charset="0"/>
                <a:cs typeface="Segoe UI Light" panose="020B0502040204020203" pitchFamily="34" charset="0"/>
              </a:endParaRPr>
            </a:p>
          </p:txBody>
        </p:sp>
      </p:grpSp>
      <p:pic>
        <p:nvPicPr>
          <p:cNvPr id="10" name="Imagen 9">
            <a:extLst>
              <a:ext uri="{FF2B5EF4-FFF2-40B4-BE49-F238E27FC236}">
                <a16:creationId xmlns:a16="http://schemas.microsoft.com/office/drawing/2014/main" id="{E96B089A-8E8D-465B-9A53-ACDDF17746F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24BB988E-FC3D-4201-91E8-7EFD10FF717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Definiciones aguas arriba. Hidrogramas para diferentes periodos de retorno</a:t>
            </a:r>
          </a:p>
        </p:txBody>
      </p:sp>
    </p:spTree>
    <p:extLst>
      <p:ext uri="{BB962C8B-B14F-4D97-AF65-F5344CB8AC3E}">
        <p14:creationId xmlns:p14="http://schemas.microsoft.com/office/powerpoint/2010/main" val="1741429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49F280D-BF65-4E28-967C-E4C93D6760E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735960" y="710693"/>
            <a:ext cx="5838825" cy="5886450"/>
          </a:xfrm>
          <a:prstGeom prst="rect">
            <a:avLst/>
          </a:prstGeom>
        </p:spPr>
      </p:pic>
      <p:pic>
        <p:nvPicPr>
          <p:cNvPr id="4" name="Imagen 3">
            <a:extLst>
              <a:ext uri="{FF2B5EF4-FFF2-40B4-BE49-F238E27FC236}">
                <a16:creationId xmlns:a16="http://schemas.microsoft.com/office/drawing/2014/main" id="{AAA7091B-E129-4D01-B21D-9F16D26C1455}"/>
              </a:ext>
            </a:extLst>
          </p:cNvPr>
          <p:cNvPicPr>
            <a:picLocks noChangeAspect="1"/>
          </p:cNvPicPr>
          <p:nvPr/>
        </p:nvPicPr>
        <p:blipFill>
          <a:blip r:embed="rId5">
            <a:grayscl/>
          </a:blip>
          <a:stretch>
            <a:fillRect/>
          </a:stretch>
        </p:blipFill>
        <p:spPr>
          <a:xfrm>
            <a:off x="1343472" y="3284984"/>
            <a:ext cx="3419475" cy="1400175"/>
          </a:xfrm>
          <a:prstGeom prst="rect">
            <a:avLst/>
          </a:prstGeom>
        </p:spPr>
      </p:pic>
      <p:sp>
        <p:nvSpPr>
          <p:cNvPr id="8" name="7 CuadroTexto"/>
          <p:cNvSpPr txBox="1"/>
          <p:nvPr/>
        </p:nvSpPr>
        <p:spPr>
          <a:xfrm>
            <a:off x="533628" y="688713"/>
            <a:ext cx="4824536" cy="1815882"/>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d</a:t>
            </a:r>
            <a:r>
              <a:rPr lang="es-CO" sz="1600">
                <a:latin typeface="Segoe UI Light" panose="020B0502040204020203" pitchFamily="34" charset="0"/>
                <a:cs typeface="Segoe UI Light" panose="020B0502040204020203" pitchFamily="34" charset="0"/>
              </a:rPr>
              <a:t>. </a:t>
            </a:r>
            <a:r>
              <a:rPr lang="en-US" sz="1600">
                <a:latin typeface="Segoe UI Light" panose="020B0502040204020203" pitchFamily="34" charset="0"/>
                <a:cs typeface="Segoe UI Light" panose="020B0502040204020203" pitchFamily="34" charset="0"/>
              </a:rPr>
              <a:t>En HEC-RAS y sobre la ventana Usteady Flow Data – Flow Hydrograph. Ingrese los valores del hidrograma de 2.33 años de periodo de retorno. En pendiente de la linea de energía, establezca 0.0008969 suponiendo que la pendiente de esta línea es paralela a la pendiente de la lámina de agua y del fondo del cauce sinuoso.</a:t>
            </a:r>
          </a:p>
        </p:txBody>
      </p:sp>
      <p:pic>
        <p:nvPicPr>
          <p:cNvPr id="6" name="Imagen 5">
            <a:extLst>
              <a:ext uri="{FF2B5EF4-FFF2-40B4-BE49-F238E27FC236}">
                <a16:creationId xmlns:a16="http://schemas.microsoft.com/office/drawing/2014/main" id="{97C20A9C-75C4-4894-AB90-53AE411270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75520" y="4402134"/>
            <a:ext cx="360000" cy="360000"/>
          </a:xfrm>
          <a:prstGeom prst="rect">
            <a:avLst/>
          </a:prstGeom>
        </p:spPr>
      </p:pic>
      <p:pic>
        <p:nvPicPr>
          <p:cNvPr id="14" name="Imagen 13">
            <a:extLst>
              <a:ext uri="{FF2B5EF4-FFF2-40B4-BE49-F238E27FC236}">
                <a16:creationId xmlns:a16="http://schemas.microsoft.com/office/drawing/2014/main" id="{98756D5E-72D8-474C-9195-E84105FCAC3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84032" y="3012620"/>
            <a:ext cx="360000" cy="360000"/>
          </a:xfrm>
          <a:prstGeom prst="rect">
            <a:avLst/>
          </a:prstGeom>
        </p:spPr>
      </p:pic>
      <p:pic>
        <p:nvPicPr>
          <p:cNvPr id="15" name="Imagen 14">
            <a:extLst>
              <a:ext uri="{FF2B5EF4-FFF2-40B4-BE49-F238E27FC236}">
                <a16:creationId xmlns:a16="http://schemas.microsoft.com/office/drawing/2014/main" id="{F428874F-61A6-4C2D-9FE3-A1384E5CF2F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704512" y="6237143"/>
            <a:ext cx="360000" cy="360000"/>
          </a:xfrm>
          <a:prstGeom prst="rect">
            <a:avLst/>
          </a:prstGeom>
        </p:spPr>
      </p:pic>
      <p:pic>
        <p:nvPicPr>
          <p:cNvPr id="10" name="Imagen 9">
            <a:extLst>
              <a:ext uri="{FF2B5EF4-FFF2-40B4-BE49-F238E27FC236}">
                <a16:creationId xmlns:a16="http://schemas.microsoft.com/office/drawing/2014/main" id="{CBA16D55-C8E6-4068-AA4D-83FDA0D60C1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467540D9-9E6E-460F-9C50-20693582C1B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Definiciones aguas arriba. Hidrogramas para diferentes periodos de retorno</a:t>
            </a:r>
          </a:p>
        </p:txBody>
      </p:sp>
    </p:spTree>
    <p:extLst>
      <p:ext uri="{BB962C8B-B14F-4D97-AF65-F5344CB8AC3E}">
        <p14:creationId xmlns:p14="http://schemas.microsoft.com/office/powerpoint/2010/main" val="3545958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872E443-690E-434E-A12F-7313D1E7D1DE}"/>
              </a:ext>
            </a:extLst>
          </p:cNvPr>
          <p:cNvPicPr>
            <a:picLocks noChangeAspect="1"/>
          </p:cNvPicPr>
          <p:nvPr/>
        </p:nvPicPr>
        <p:blipFill>
          <a:blip r:embed="rId3">
            <a:grayscl/>
          </a:blip>
          <a:stretch>
            <a:fillRect/>
          </a:stretch>
        </p:blipFill>
        <p:spPr>
          <a:xfrm>
            <a:off x="559278" y="1705489"/>
            <a:ext cx="6724650" cy="4629150"/>
          </a:xfrm>
          <a:prstGeom prst="rect">
            <a:avLst/>
          </a:prstGeom>
        </p:spPr>
      </p:pic>
      <p:sp>
        <p:nvSpPr>
          <p:cNvPr id="8" name="7 CuadroTexto"/>
          <p:cNvSpPr txBox="1"/>
          <p:nvPr/>
        </p:nvSpPr>
        <p:spPr>
          <a:xfrm>
            <a:off x="1506188" y="601524"/>
            <a:ext cx="9145056" cy="830997"/>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Plot Data</a:t>
            </a:r>
            <a:r>
              <a:rPr lang="en-US" sz="1600" dirty="0">
                <a:latin typeface="Segoe UI Light" panose="020B0502040204020203" pitchFamily="34" charset="0"/>
                <a:cs typeface="Segoe UI Light" panose="020B0502040204020203" pitchFamily="34" charset="0"/>
              </a:rPr>
              <a:t>. Como se </a:t>
            </a:r>
            <a:r>
              <a:rPr lang="en-US" sz="1600" dirty="0" err="1">
                <a:latin typeface="Segoe UI Light" panose="020B0502040204020203" pitchFamily="34" charset="0"/>
                <a:cs typeface="Segoe UI Light" panose="020B0502040204020203" pitchFamily="34" charset="0"/>
              </a:rPr>
              <a:t>observa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figura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pico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hidrograma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correponde</a:t>
            </a:r>
            <a:r>
              <a:rPr lang="en-US" sz="1600" dirty="0">
                <a:latin typeface="Segoe UI Light" panose="020B0502040204020203" pitchFamily="34" charset="0"/>
                <a:cs typeface="Segoe UI Light" panose="020B0502040204020203" pitchFamily="34" charset="0"/>
              </a:rPr>
              <a:t> a 130 m³/s, valor </a:t>
            </a:r>
            <a:r>
              <a:rPr lang="en-US" sz="1600" dirty="0" err="1">
                <a:latin typeface="Segoe UI Light" panose="020B0502040204020203" pitchFamily="34" charset="0"/>
                <a:cs typeface="Segoe UI Light" panose="020B0502040204020203" pitchFamily="34" charset="0"/>
              </a:rPr>
              <a:t>utilizado</a:t>
            </a:r>
            <a:r>
              <a:rPr lang="en-US" sz="1600" dirty="0">
                <a:latin typeface="Segoe UI Light" panose="020B0502040204020203" pitchFamily="34" charset="0"/>
                <a:cs typeface="Segoe UI Light" panose="020B0502040204020203" pitchFamily="34" charset="0"/>
              </a:rPr>
              <a:t> para el </a:t>
            </a:r>
            <a:r>
              <a:rPr lang="en-US" sz="1600" dirty="0" err="1">
                <a:latin typeface="Segoe UI Light" panose="020B0502040204020203" pitchFamily="34" charset="0"/>
                <a:cs typeface="Segoe UI Light" panose="020B0502040204020203" pitchFamily="34" charset="0"/>
              </a:rPr>
              <a:t>diseño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sinuoso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dominante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menú</a:t>
            </a:r>
            <a:r>
              <a:rPr lang="en-US" sz="1600" dirty="0">
                <a:latin typeface="Segoe UI Light" panose="020B0502040204020203" pitchFamily="34" charset="0"/>
                <a:cs typeface="Segoe UI Light" panose="020B0502040204020203" pitchFamily="34" charset="0"/>
              </a:rPr>
              <a:t> File – Save Unsteady Flow Data.   </a:t>
            </a:r>
          </a:p>
        </p:txBody>
      </p:sp>
      <p:pic>
        <p:nvPicPr>
          <p:cNvPr id="15" name="Imagen 14">
            <a:extLst>
              <a:ext uri="{FF2B5EF4-FFF2-40B4-BE49-F238E27FC236}">
                <a16:creationId xmlns:a16="http://schemas.microsoft.com/office/drawing/2014/main" id="{F428874F-61A6-4C2D-9FE3-A1384E5CF2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3371" y="2668682"/>
            <a:ext cx="360000" cy="360000"/>
          </a:xfrm>
          <a:prstGeom prst="rect">
            <a:avLst/>
          </a:prstGeom>
        </p:spPr>
      </p:pic>
      <p:pic>
        <p:nvPicPr>
          <p:cNvPr id="3" name="Imagen 2">
            <a:extLst>
              <a:ext uri="{FF2B5EF4-FFF2-40B4-BE49-F238E27FC236}">
                <a16:creationId xmlns:a16="http://schemas.microsoft.com/office/drawing/2014/main" id="{95CA7E87-C082-4EC4-AD28-440526C0F8F5}"/>
              </a:ext>
            </a:extLst>
          </p:cNvPr>
          <p:cNvPicPr>
            <a:picLocks noChangeAspect="1"/>
          </p:cNvPicPr>
          <p:nvPr/>
        </p:nvPicPr>
        <p:blipFill>
          <a:blip r:embed="rId5">
            <a:grayscl/>
          </a:blip>
          <a:stretch>
            <a:fillRect/>
          </a:stretch>
        </p:blipFill>
        <p:spPr>
          <a:xfrm>
            <a:off x="7544054" y="1700808"/>
            <a:ext cx="4095750" cy="4629150"/>
          </a:xfrm>
          <a:prstGeom prst="rect">
            <a:avLst/>
          </a:prstGeom>
        </p:spPr>
      </p:pic>
      <p:pic>
        <p:nvPicPr>
          <p:cNvPr id="12" name="Imagen 11">
            <a:extLst>
              <a:ext uri="{FF2B5EF4-FFF2-40B4-BE49-F238E27FC236}">
                <a16:creationId xmlns:a16="http://schemas.microsoft.com/office/drawing/2014/main" id="{46D585A4-952A-4426-9336-60683B954D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9454" y="4015383"/>
            <a:ext cx="360000" cy="360000"/>
          </a:xfrm>
          <a:prstGeom prst="rect">
            <a:avLst/>
          </a:prstGeom>
        </p:spPr>
      </p:pic>
      <p:pic>
        <p:nvPicPr>
          <p:cNvPr id="9" name="Imagen 8">
            <a:extLst>
              <a:ext uri="{FF2B5EF4-FFF2-40B4-BE49-F238E27FC236}">
                <a16:creationId xmlns:a16="http://schemas.microsoft.com/office/drawing/2014/main" id="{1614983D-107E-4F98-AAD7-A54F33E084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239A59EA-770B-4E9C-83B7-215066C7CD4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Definiciones aguas arriba. Hidrogramas para diferentes periodos de retorno</a:t>
            </a:r>
          </a:p>
        </p:txBody>
      </p:sp>
    </p:spTree>
    <p:extLst>
      <p:ext uri="{BB962C8B-B14F-4D97-AF65-F5344CB8AC3E}">
        <p14:creationId xmlns:p14="http://schemas.microsoft.com/office/powerpoint/2010/main" val="2209470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3E85A83B-CA9C-44C6-931A-0FB3F054CA07}"/>
              </a:ext>
            </a:extLst>
          </p:cNvPr>
          <p:cNvPicPr>
            <a:picLocks noChangeAspect="1"/>
          </p:cNvPicPr>
          <p:nvPr/>
        </p:nvPicPr>
        <p:blipFill>
          <a:blip r:embed="rId3">
            <a:grayscl/>
          </a:blip>
          <a:stretch>
            <a:fillRect/>
          </a:stretch>
        </p:blipFill>
        <p:spPr>
          <a:xfrm>
            <a:off x="5917979" y="1425449"/>
            <a:ext cx="5506613" cy="5094462"/>
          </a:xfrm>
          <a:prstGeom prst="rect">
            <a:avLst/>
          </a:prstGeom>
        </p:spPr>
      </p:pic>
      <p:pic>
        <p:nvPicPr>
          <p:cNvPr id="4" name="Imagen 3">
            <a:extLst>
              <a:ext uri="{FF2B5EF4-FFF2-40B4-BE49-F238E27FC236}">
                <a16:creationId xmlns:a16="http://schemas.microsoft.com/office/drawing/2014/main" id="{0EAE93F1-09EB-46E0-9587-5A6985146626}"/>
              </a:ext>
            </a:extLst>
          </p:cNvPr>
          <p:cNvPicPr>
            <a:picLocks noChangeAspect="1"/>
          </p:cNvPicPr>
          <p:nvPr/>
        </p:nvPicPr>
        <p:blipFill>
          <a:blip r:embed="rId4">
            <a:grayscl/>
          </a:blip>
          <a:stretch>
            <a:fillRect/>
          </a:stretch>
        </p:blipFill>
        <p:spPr>
          <a:xfrm>
            <a:off x="623392" y="1421879"/>
            <a:ext cx="5062175" cy="5103465"/>
          </a:xfrm>
          <a:prstGeom prst="rect">
            <a:avLst/>
          </a:prstGeom>
        </p:spPr>
      </p:pic>
      <p:sp>
        <p:nvSpPr>
          <p:cNvPr id="8" name="7 CuadroTexto"/>
          <p:cNvSpPr txBox="1"/>
          <p:nvPr/>
        </p:nvSpPr>
        <p:spPr>
          <a:xfrm>
            <a:off x="1415480" y="441409"/>
            <a:ext cx="9145056"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Para la inclusión del hidrograma correspondiente a 100 años de periodo de retorno, repita los pasos anteriores guardando los datos como tr100yr. Verifique que el pico del hidrograma ingresado es 522.1 m³/s.</a:t>
            </a:r>
          </a:p>
        </p:txBody>
      </p:sp>
      <p:pic>
        <p:nvPicPr>
          <p:cNvPr id="15" name="Imagen 14">
            <a:extLst>
              <a:ext uri="{FF2B5EF4-FFF2-40B4-BE49-F238E27FC236}">
                <a16:creationId xmlns:a16="http://schemas.microsoft.com/office/drawing/2014/main" id="{F428874F-61A6-4C2D-9FE3-A1384E5CF2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11824" y="4647928"/>
            <a:ext cx="360000" cy="360000"/>
          </a:xfrm>
          <a:prstGeom prst="rect">
            <a:avLst/>
          </a:prstGeom>
        </p:spPr>
      </p:pic>
      <p:pic>
        <p:nvPicPr>
          <p:cNvPr id="12" name="Imagen 11">
            <a:extLst>
              <a:ext uri="{FF2B5EF4-FFF2-40B4-BE49-F238E27FC236}">
                <a16:creationId xmlns:a16="http://schemas.microsoft.com/office/drawing/2014/main" id="{46D585A4-952A-4426-9336-60683B954D4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24585" y="2469932"/>
            <a:ext cx="360000" cy="360000"/>
          </a:xfrm>
          <a:prstGeom prst="rect">
            <a:avLst/>
          </a:prstGeom>
        </p:spPr>
      </p:pic>
      <p:pic>
        <p:nvPicPr>
          <p:cNvPr id="9" name="Imagen 8">
            <a:extLst>
              <a:ext uri="{FF2B5EF4-FFF2-40B4-BE49-F238E27FC236}">
                <a16:creationId xmlns:a16="http://schemas.microsoft.com/office/drawing/2014/main" id="{562DFBC6-5F79-40C2-9530-1394B40FFF2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2B59563E-3595-44CB-8EB9-C5905EB7601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Definiciones aguas arriba. Hidrogramas para diferentes periodos de retorno</a:t>
            </a:r>
          </a:p>
        </p:txBody>
      </p:sp>
    </p:spTree>
    <p:extLst>
      <p:ext uri="{BB962C8B-B14F-4D97-AF65-F5344CB8AC3E}">
        <p14:creationId xmlns:p14="http://schemas.microsoft.com/office/powerpoint/2010/main" val="718406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0D5B3D5-9695-4040-A9B5-97A092510BE8}"/>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791744" y="1412776"/>
            <a:ext cx="4608512" cy="5253534"/>
          </a:xfrm>
          <a:prstGeom prst="rect">
            <a:avLst/>
          </a:prstGeom>
        </p:spPr>
      </p:pic>
      <p:sp>
        <p:nvSpPr>
          <p:cNvPr id="8" name="7 CuadroTexto"/>
          <p:cNvSpPr txBox="1"/>
          <p:nvPr/>
        </p:nvSpPr>
        <p:spPr>
          <a:xfrm>
            <a:off x="1523472" y="473173"/>
            <a:ext cx="9145056" cy="830997"/>
          </a:xfrm>
          <a:prstGeom prst="rect">
            <a:avLst/>
          </a:prstGeom>
          <a:noFill/>
        </p:spPr>
        <p:txBody>
          <a:bodyPr wrap="square" rtlCol="0">
            <a:spAutoFit/>
          </a:bodyPr>
          <a:lstStyle/>
          <a:p>
            <a:r>
              <a:rPr lang="en-US" sz="1600">
                <a:latin typeface="Segoe UI Light" panose="020B0502040204020203" pitchFamily="34" charset="0"/>
                <a:cs typeface="Segoe UI Light" panose="020B0502040204020203" pitchFamily="34" charset="0"/>
              </a:rPr>
              <a:t>Opcionalmente y desde la misma ventana encontrá la pestaña </a:t>
            </a:r>
            <a:r>
              <a:rPr lang="en-US" sz="1600" i="1">
                <a:latin typeface="Segoe UI Light" panose="020B0502040204020203" pitchFamily="34" charset="0"/>
                <a:cs typeface="Segoe UI Light" panose="020B0502040204020203" pitchFamily="34" charset="0"/>
              </a:rPr>
              <a:t>Initial Conditions,</a:t>
            </a:r>
            <a:r>
              <a:rPr lang="en-US" sz="1600">
                <a:latin typeface="Segoe UI Light" panose="020B0502040204020203" pitchFamily="34" charset="0"/>
                <a:cs typeface="Segoe UI Light" panose="020B0502040204020203" pitchFamily="34" charset="0"/>
              </a:rPr>
              <a:t> le permitirá definir un valor de elevación de lámina inicial que podrá ser definido como constante durante la etapa de calentamiento del modelo.</a:t>
            </a:r>
          </a:p>
        </p:txBody>
      </p:sp>
      <p:pic>
        <p:nvPicPr>
          <p:cNvPr id="15" name="Imagen 14">
            <a:extLst>
              <a:ext uri="{FF2B5EF4-FFF2-40B4-BE49-F238E27FC236}">
                <a16:creationId xmlns:a16="http://schemas.microsoft.com/office/drawing/2014/main" id="{F428874F-61A6-4C2D-9FE3-A1384E5CF2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56040" y="5265224"/>
            <a:ext cx="360000" cy="360000"/>
          </a:xfrm>
          <a:prstGeom prst="rect">
            <a:avLst/>
          </a:prstGeom>
        </p:spPr>
      </p:pic>
      <p:pic>
        <p:nvPicPr>
          <p:cNvPr id="10" name="Imagen 9">
            <a:extLst>
              <a:ext uri="{FF2B5EF4-FFF2-40B4-BE49-F238E27FC236}">
                <a16:creationId xmlns:a16="http://schemas.microsoft.com/office/drawing/2014/main" id="{42937166-CEDE-4F7A-9D80-9C453A98796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91944" y="2132856"/>
            <a:ext cx="360000" cy="360000"/>
          </a:xfrm>
          <a:prstGeom prst="rect">
            <a:avLst/>
          </a:prstGeom>
        </p:spPr>
      </p:pic>
      <p:pic>
        <p:nvPicPr>
          <p:cNvPr id="9" name="Imagen 8">
            <a:extLst>
              <a:ext uri="{FF2B5EF4-FFF2-40B4-BE49-F238E27FC236}">
                <a16:creationId xmlns:a16="http://schemas.microsoft.com/office/drawing/2014/main" id="{CF3062DA-FAEB-422D-9AE5-C57902C13DB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427869BF-D754-450F-86BE-38F4CA96C1C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Definiciones aguas arriba. Hidrogramas para diferentes periodos de retorno</a:t>
            </a:r>
          </a:p>
        </p:txBody>
      </p:sp>
    </p:spTree>
    <p:extLst>
      <p:ext uri="{BB962C8B-B14F-4D97-AF65-F5344CB8AC3E}">
        <p14:creationId xmlns:p14="http://schemas.microsoft.com/office/powerpoint/2010/main" val="22909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712977" y="3105834"/>
            <a:ext cx="4766045"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Definiciones aguas abajo. Profundidad normal y pendiente de diseño utilizada</a:t>
            </a:r>
          </a:p>
        </p:txBody>
      </p:sp>
      <p:pic>
        <p:nvPicPr>
          <p:cNvPr id="4" name="Imagen 3">
            <a:extLst>
              <a:ext uri="{FF2B5EF4-FFF2-40B4-BE49-F238E27FC236}">
                <a16:creationId xmlns:a16="http://schemas.microsoft.com/office/drawing/2014/main" id="{546028A3-077F-4164-8090-11B3AC75C2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815613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9BF00A4-6367-4BEB-95BA-77CEFDCF3242}"/>
              </a:ext>
            </a:extLst>
          </p:cNvPr>
          <p:cNvPicPr>
            <a:picLocks noChangeAspect="1"/>
          </p:cNvPicPr>
          <p:nvPr/>
        </p:nvPicPr>
        <p:blipFill>
          <a:blip r:embed="rId3">
            <a:grayscl/>
          </a:blip>
          <a:stretch>
            <a:fillRect/>
          </a:stretch>
        </p:blipFill>
        <p:spPr>
          <a:xfrm>
            <a:off x="2567608" y="1844824"/>
            <a:ext cx="7353300" cy="2343150"/>
          </a:xfrm>
          <a:prstGeom prst="rect">
            <a:avLst/>
          </a:prstGeom>
        </p:spPr>
      </p:pic>
      <p:sp>
        <p:nvSpPr>
          <p:cNvPr id="8" name="7 CuadroTexto"/>
          <p:cNvSpPr txBox="1"/>
          <p:nvPr/>
        </p:nvSpPr>
        <p:spPr>
          <a:xfrm>
            <a:off x="1832855" y="619469"/>
            <a:ext cx="8874986"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a. En HEC-RAS, abrir los datos de condición de frontera tr2_33yr, volver a la ventana principal y oprimir en el botón </a:t>
            </a:r>
            <a:r>
              <a:rPr lang="en-US" sz="1600" i="1">
                <a:latin typeface="Segoe UI Light" panose="020B0502040204020203" pitchFamily="34" charset="0"/>
                <a:cs typeface="Segoe UI Light" panose="020B0502040204020203" pitchFamily="34" charset="0"/>
              </a:rPr>
              <a:t>Guardar</a:t>
            </a:r>
            <a:r>
              <a:rPr lang="en-US" sz="1600">
                <a:latin typeface="Segoe UI Light" panose="020B0502040204020203" pitchFamily="34" charset="0"/>
                <a:cs typeface="Segoe UI Light" panose="020B0502040204020203" pitchFamily="34" charset="0"/>
              </a:rPr>
              <a:t>.  La herramienta solicitará que guarde el Plan de Modelación, guarde el plan como tr2_33yr y defina el identificador corto del plan con el mismo nombre.</a:t>
            </a:r>
          </a:p>
        </p:txBody>
      </p:sp>
      <p:pic>
        <p:nvPicPr>
          <p:cNvPr id="6" name="Imagen 5">
            <a:extLst>
              <a:ext uri="{FF2B5EF4-FFF2-40B4-BE49-F238E27FC236}">
                <a16:creationId xmlns:a16="http://schemas.microsoft.com/office/drawing/2014/main" id="{97C20A9C-75C4-4894-AB90-53AE411270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15680" y="2403488"/>
            <a:ext cx="360000" cy="360000"/>
          </a:xfrm>
          <a:prstGeom prst="rect">
            <a:avLst/>
          </a:prstGeom>
        </p:spPr>
      </p:pic>
      <p:pic>
        <p:nvPicPr>
          <p:cNvPr id="3" name="Imagen 2">
            <a:extLst>
              <a:ext uri="{FF2B5EF4-FFF2-40B4-BE49-F238E27FC236}">
                <a16:creationId xmlns:a16="http://schemas.microsoft.com/office/drawing/2014/main" id="{0BDDD77A-623E-44B1-837B-196A2302F786}"/>
              </a:ext>
            </a:extLst>
          </p:cNvPr>
          <p:cNvPicPr>
            <a:picLocks noChangeAspect="1"/>
          </p:cNvPicPr>
          <p:nvPr/>
        </p:nvPicPr>
        <p:blipFill>
          <a:blip r:embed="rId5">
            <a:grayscl/>
          </a:blip>
          <a:stretch>
            <a:fillRect/>
          </a:stretch>
        </p:blipFill>
        <p:spPr>
          <a:xfrm>
            <a:off x="5346423" y="4366243"/>
            <a:ext cx="1847850" cy="1514475"/>
          </a:xfrm>
          <a:prstGeom prst="rect">
            <a:avLst/>
          </a:prstGeom>
        </p:spPr>
      </p:pic>
      <p:sp>
        <p:nvSpPr>
          <p:cNvPr id="9" name="1 Título">
            <a:extLst>
              <a:ext uri="{FF2B5EF4-FFF2-40B4-BE49-F238E27FC236}">
                <a16:creationId xmlns:a16="http://schemas.microsoft.com/office/drawing/2014/main" id="{2E29E7DB-4807-4927-95EB-4C265DEFC56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Definiciones aguas abajo. Profundidad normal y pendiente de diseño utilizada</a:t>
            </a:r>
          </a:p>
        </p:txBody>
      </p:sp>
      <p:pic>
        <p:nvPicPr>
          <p:cNvPr id="10" name="Imagen 9">
            <a:extLst>
              <a:ext uri="{FF2B5EF4-FFF2-40B4-BE49-F238E27FC236}">
                <a16:creationId xmlns:a16="http://schemas.microsoft.com/office/drawing/2014/main" id="{9067AC35-6CCF-4B4E-B224-854A4BAB50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81809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880C8ED-5C3B-42BD-AE8A-4EF1DB0E476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446310" y="3429000"/>
            <a:ext cx="3648075" cy="1724025"/>
          </a:xfrm>
          <a:prstGeom prst="rect">
            <a:avLst/>
          </a:prstGeom>
        </p:spPr>
      </p:pic>
      <p:sp>
        <p:nvSpPr>
          <p:cNvPr id="8" name="7 CuadroTexto"/>
          <p:cNvSpPr txBox="1"/>
          <p:nvPr/>
        </p:nvSpPr>
        <p:spPr>
          <a:xfrm>
            <a:off x="1832854" y="836712"/>
            <a:ext cx="8874986" cy="2062103"/>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b.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ventana</a:t>
            </a:r>
            <a:r>
              <a:rPr lang="en-US" sz="1600" dirty="0">
                <a:latin typeface="Segoe UI Light" panose="020B0502040204020203" pitchFamily="34" charset="0"/>
                <a:cs typeface="Segoe UI Light" panose="020B0502040204020203" pitchFamily="34" charset="0"/>
              </a:rPr>
              <a:t> Unsteady Flow Data – tr2_33yr,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registro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correspondiente</a:t>
            </a:r>
            <a:r>
              <a:rPr lang="en-US" sz="1600" dirty="0">
                <a:latin typeface="Segoe UI Light" panose="020B0502040204020203" pitchFamily="34" charset="0"/>
                <a:cs typeface="Segoe UI Light" panose="020B0502040204020203" pitchFamily="34" charset="0"/>
              </a:rPr>
              <a:t> a la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Perimeter 1 </a:t>
            </a:r>
            <a:r>
              <a:rPr lang="en-US" sz="1600" i="1" dirty="0" err="1">
                <a:latin typeface="Segoe UI Light" panose="020B0502040204020203" pitchFamily="34" charset="0"/>
                <a:cs typeface="Segoe UI Light" panose="020B0502040204020203" pitchFamily="34" charset="0"/>
              </a:rPr>
              <a:t>BCLine</a:t>
            </a:r>
            <a:r>
              <a:rPr lang="en-US" sz="1600" i="1" dirty="0">
                <a:latin typeface="Segoe UI Light" panose="020B0502040204020203" pitchFamily="34" charset="0"/>
                <a:cs typeface="Segoe UI Light" panose="020B0502040204020203" pitchFamily="34" charset="0"/>
              </a:rPr>
              <a:t>: </a:t>
            </a:r>
            <a:r>
              <a:rPr lang="en-US" sz="1600" i="1" dirty="0" err="1">
                <a:latin typeface="Segoe UI Light" panose="020B0502040204020203" pitchFamily="34" charset="0"/>
                <a:cs typeface="Segoe UI Light" panose="020B0502040204020203" pitchFamily="34" charset="0"/>
              </a:rPr>
              <a:t>BCDownStream</a:t>
            </a:r>
            <a:r>
              <a:rPr lang="en-US" sz="1600" i="1"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Normal Depth. </a:t>
            </a:r>
            <a:r>
              <a:rPr lang="en-US" sz="1600" dirty="0" err="1">
                <a:latin typeface="Segoe UI Light" panose="020B0502040204020203" pitchFamily="34" charset="0"/>
                <a:cs typeface="Segoe UI Light" panose="020B0502040204020203" pitchFamily="34" charset="0"/>
              </a:rPr>
              <a:t>Recuerde</a:t>
            </a:r>
            <a:r>
              <a:rPr lang="en-US" sz="1600" dirty="0">
                <a:latin typeface="Segoe UI Light" panose="020B0502040204020203" pitchFamily="34" charset="0"/>
                <a:cs typeface="Segoe UI Light" panose="020B0502040204020203" pitchFamily="34" charset="0"/>
              </a:rPr>
              <a:t> que para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necesario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ingresar</a:t>
            </a:r>
            <a:r>
              <a:rPr lang="en-US" sz="1600" dirty="0">
                <a:latin typeface="Segoe UI Light" panose="020B0502040204020203" pitchFamily="34" charset="0"/>
                <a:cs typeface="Segoe UI Light" panose="020B0502040204020203" pitchFamily="34" charset="0"/>
              </a:rPr>
              <a:t> el valor de la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fricción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dicha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área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asumida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terreno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sobre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línea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zona de </a:t>
            </a:r>
            <a:r>
              <a:rPr lang="en-US" sz="1600" dirty="0" err="1">
                <a:latin typeface="Segoe UI Light" panose="020B0502040204020203" pitchFamily="34" charset="0"/>
                <a:cs typeface="Segoe UI Light" panose="020B0502040204020203" pitchFamily="34" charset="0"/>
              </a:rPr>
              <a:t>entrega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este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ejercicio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ingresaremos</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diseño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sinuoso</a:t>
            </a:r>
            <a:r>
              <a:rPr lang="en-US" sz="1600" dirty="0">
                <a:latin typeface="Segoe UI Light" panose="020B0502040204020203" pitchFamily="34" charset="0"/>
                <a:cs typeface="Segoe UI Light" panose="020B0502040204020203" pitchFamily="34" charset="0"/>
              </a:rPr>
              <a:t> y no la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valle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cálculo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realizado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uniforme</a:t>
            </a:r>
            <a:r>
              <a:rPr lang="en-US" sz="1600" dirty="0">
                <a:latin typeface="Segoe UI Light" panose="020B0502040204020203" pitchFamily="34" charset="0"/>
                <a:cs typeface="Segoe UI Light" panose="020B0502040204020203" pitchFamily="34" charset="0"/>
              </a:rPr>
              <a:t> a lo largo de </a:t>
            </a:r>
            <a:r>
              <a:rPr lang="en-US" sz="1600" dirty="0" err="1">
                <a:latin typeface="Segoe UI Light" panose="020B0502040204020203" pitchFamily="34" charset="0"/>
                <a:cs typeface="Segoe UI Light" panose="020B0502040204020203" pitchFamily="34" charset="0"/>
              </a:rPr>
              <a:t>toda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linea</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Realizar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utilizando</a:t>
            </a:r>
            <a:r>
              <a:rPr lang="en-US" sz="1600" dirty="0">
                <a:latin typeface="Segoe UI Light" panose="020B0502040204020203" pitchFamily="34" charset="0"/>
                <a:cs typeface="Segoe UI Light" panose="020B0502040204020203" pitchFamily="34" charset="0"/>
              </a:rPr>
              <a:t> los dos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verificar</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resultados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obtenidos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salida</a:t>
            </a:r>
            <a:r>
              <a:rPr lang="en-US" sz="1600" dirty="0">
                <a:latin typeface="Segoe UI Light" panose="020B0502040204020203" pitchFamily="34" charset="0"/>
                <a:cs typeface="Segoe UI Light" panose="020B0502040204020203" pitchFamily="34" charset="0"/>
              </a:rPr>
              <a:t>.</a:t>
            </a:r>
          </a:p>
        </p:txBody>
      </p:sp>
      <p:pic>
        <p:nvPicPr>
          <p:cNvPr id="6" name="Imagen 5">
            <a:extLst>
              <a:ext uri="{FF2B5EF4-FFF2-40B4-BE49-F238E27FC236}">
                <a16:creationId xmlns:a16="http://schemas.microsoft.com/office/drawing/2014/main" id="{97C20A9C-75C4-4894-AB90-53AE411270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59502" y="4062650"/>
            <a:ext cx="360000" cy="360000"/>
          </a:xfrm>
          <a:prstGeom prst="rect">
            <a:avLst/>
          </a:prstGeom>
        </p:spPr>
      </p:pic>
      <p:sp>
        <p:nvSpPr>
          <p:cNvPr id="10" name="7 CuadroTexto">
            <a:extLst>
              <a:ext uri="{FF2B5EF4-FFF2-40B4-BE49-F238E27FC236}">
                <a16:creationId xmlns:a16="http://schemas.microsoft.com/office/drawing/2014/main" id="{12315A30-866A-4BF4-92F3-D6C02D7E0DC7}"/>
              </a:ext>
            </a:extLst>
          </p:cNvPr>
          <p:cNvSpPr txBox="1"/>
          <p:nvPr/>
        </p:nvSpPr>
        <p:spPr>
          <a:xfrm>
            <a:off x="1832854" y="5353471"/>
            <a:ext cx="8874986" cy="338554"/>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Realice el mismo procedimiento para los datos correspondientes a 100 años de periodo de retorno.</a:t>
            </a:r>
          </a:p>
        </p:txBody>
      </p:sp>
      <p:pic>
        <p:nvPicPr>
          <p:cNvPr id="9" name="Imagen 8">
            <a:extLst>
              <a:ext uri="{FF2B5EF4-FFF2-40B4-BE49-F238E27FC236}">
                <a16:creationId xmlns:a16="http://schemas.microsoft.com/office/drawing/2014/main" id="{4E1F6BFA-DD4E-418B-AE49-F5B6F108F71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3D4E15A3-B398-437A-BD91-6F7A9710BAE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Definiciones aguas abajo. Profundidad normal y pendiente de diseño utilizada</a:t>
            </a:r>
          </a:p>
        </p:txBody>
      </p:sp>
    </p:spTree>
    <p:extLst>
      <p:ext uri="{BB962C8B-B14F-4D97-AF65-F5344CB8AC3E}">
        <p14:creationId xmlns:p14="http://schemas.microsoft.com/office/powerpoint/2010/main" val="1465246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37013" y="3105834"/>
            <a:ext cx="4117973"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Inclusión de precipitación directa simultánea sobre el área de drenaje</a:t>
            </a:r>
          </a:p>
        </p:txBody>
      </p:sp>
      <p:pic>
        <p:nvPicPr>
          <p:cNvPr id="4" name="Imagen 3">
            <a:extLst>
              <a:ext uri="{FF2B5EF4-FFF2-40B4-BE49-F238E27FC236}">
                <a16:creationId xmlns:a16="http://schemas.microsoft.com/office/drawing/2014/main" id="{653923E3-B954-4BD3-934E-D34FD0C5A3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941450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52CD19F-ED56-4983-BBD1-A595A40BCB59}"/>
              </a:ext>
            </a:extLst>
          </p:cNvPr>
          <p:cNvPicPr>
            <a:picLocks noChangeAspect="1"/>
          </p:cNvPicPr>
          <p:nvPr/>
        </p:nvPicPr>
        <p:blipFill>
          <a:blip r:embed="rId3">
            <a:grayscl/>
          </a:blip>
          <a:stretch>
            <a:fillRect/>
          </a:stretch>
        </p:blipFill>
        <p:spPr>
          <a:xfrm>
            <a:off x="263352" y="2301063"/>
            <a:ext cx="4392488" cy="3179094"/>
          </a:xfrm>
          <a:prstGeom prst="rect">
            <a:avLst/>
          </a:prstGeom>
        </p:spPr>
      </p:pic>
      <p:sp>
        <p:nvSpPr>
          <p:cNvPr id="8" name="7 CuadroTexto"/>
          <p:cNvSpPr txBox="1"/>
          <p:nvPr/>
        </p:nvSpPr>
        <p:spPr>
          <a:xfrm>
            <a:off x="1832855" y="619469"/>
            <a:ext cx="8874986"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Para modelar datos de lluvia sobre toda el área de flujo 2D, en HEC-RAS, abrir los datos de condición de frontera para flujo no permanente tr2_33yr, clic en </a:t>
            </a:r>
            <a:r>
              <a:rPr lang="en-US" sz="1600" i="1">
                <a:latin typeface="Segoe UI Light" panose="020B0502040204020203" pitchFamily="34" charset="0"/>
                <a:cs typeface="Segoe UI Light" panose="020B0502040204020203" pitchFamily="34" charset="0"/>
              </a:rPr>
              <a:t>Add S/2D Flow Area</a:t>
            </a:r>
            <a:r>
              <a:rPr lang="en-US" sz="1600">
                <a:latin typeface="Segoe UI Light" panose="020B0502040204020203" pitchFamily="34" charset="0"/>
                <a:cs typeface="Segoe UI Light" panose="020B0502040204020203" pitchFamily="34" charset="0"/>
              </a:rPr>
              <a:t>…. Aparecerá un nuevo registro con condiciones de frontera para todo el Perimetro 1 y se activará la opción Precipitation.</a:t>
            </a:r>
          </a:p>
        </p:txBody>
      </p:sp>
      <p:pic>
        <p:nvPicPr>
          <p:cNvPr id="6" name="Imagen 5">
            <a:extLst>
              <a:ext uri="{FF2B5EF4-FFF2-40B4-BE49-F238E27FC236}">
                <a16:creationId xmlns:a16="http://schemas.microsoft.com/office/drawing/2014/main" id="{97C20A9C-75C4-4894-AB90-53AE411270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79596" y="4365104"/>
            <a:ext cx="360000" cy="360000"/>
          </a:xfrm>
          <a:prstGeom prst="rect">
            <a:avLst/>
          </a:prstGeom>
        </p:spPr>
      </p:pic>
      <p:pic>
        <p:nvPicPr>
          <p:cNvPr id="5" name="Imagen 4">
            <a:extLst>
              <a:ext uri="{FF2B5EF4-FFF2-40B4-BE49-F238E27FC236}">
                <a16:creationId xmlns:a16="http://schemas.microsoft.com/office/drawing/2014/main" id="{55218A31-3F26-4C3C-BE86-B6B9AE08F32F}"/>
              </a:ext>
            </a:extLst>
          </p:cNvPr>
          <p:cNvPicPr>
            <a:picLocks noChangeAspect="1"/>
          </p:cNvPicPr>
          <p:nvPr/>
        </p:nvPicPr>
        <p:blipFill>
          <a:blip r:embed="rId5">
            <a:grayscl/>
          </a:blip>
          <a:stretch>
            <a:fillRect/>
          </a:stretch>
        </p:blipFill>
        <p:spPr>
          <a:xfrm>
            <a:off x="4943872" y="2752373"/>
            <a:ext cx="2773381" cy="1972732"/>
          </a:xfrm>
          <a:prstGeom prst="rect">
            <a:avLst/>
          </a:prstGeom>
        </p:spPr>
      </p:pic>
      <p:pic>
        <p:nvPicPr>
          <p:cNvPr id="7" name="Imagen 6">
            <a:extLst>
              <a:ext uri="{FF2B5EF4-FFF2-40B4-BE49-F238E27FC236}">
                <a16:creationId xmlns:a16="http://schemas.microsoft.com/office/drawing/2014/main" id="{F3EFEB48-200E-44F9-B546-4DE6C0CC3B24}"/>
              </a:ext>
            </a:extLst>
          </p:cNvPr>
          <p:cNvPicPr>
            <a:picLocks noChangeAspect="1"/>
          </p:cNvPicPr>
          <p:nvPr/>
        </p:nvPicPr>
        <p:blipFill>
          <a:blip r:embed="rId6">
            <a:grayscl/>
          </a:blip>
          <a:stretch>
            <a:fillRect/>
          </a:stretch>
        </p:blipFill>
        <p:spPr>
          <a:xfrm>
            <a:off x="7831084" y="2129074"/>
            <a:ext cx="4241580" cy="3351083"/>
          </a:xfrm>
          <a:prstGeom prst="rect">
            <a:avLst/>
          </a:prstGeom>
        </p:spPr>
      </p:pic>
      <p:pic>
        <p:nvPicPr>
          <p:cNvPr id="12" name="Imagen 11">
            <a:extLst>
              <a:ext uri="{FF2B5EF4-FFF2-40B4-BE49-F238E27FC236}">
                <a16:creationId xmlns:a16="http://schemas.microsoft.com/office/drawing/2014/main" id="{0FE3FC93-0679-4822-BCD3-38D7D8F488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30562" y="3796974"/>
            <a:ext cx="360000" cy="360000"/>
          </a:xfrm>
          <a:prstGeom prst="rect">
            <a:avLst/>
          </a:prstGeom>
        </p:spPr>
      </p:pic>
      <p:pic>
        <p:nvPicPr>
          <p:cNvPr id="13" name="Imagen 12">
            <a:extLst>
              <a:ext uri="{FF2B5EF4-FFF2-40B4-BE49-F238E27FC236}">
                <a16:creationId xmlns:a16="http://schemas.microsoft.com/office/drawing/2014/main" id="{037FC540-5BAD-472B-BBFD-4C1E95E92A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65806" y="3705453"/>
            <a:ext cx="360000" cy="360000"/>
          </a:xfrm>
          <a:prstGeom prst="rect">
            <a:avLst/>
          </a:prstGeom>
        </p:spPr>
      </p:pic>
      <p:pic>
        <p:nvPicPr>
          <p:cNvPr id="14" name="Imagen 13">
            <a:extLst>
              <a:ext uri="{FF2B5EF4-FFF2-40B4-BE49-F238E27FC236}">
                <a16:creationId xmlns:a16="http://schemas.microsoft.com/office/drawing/2014/main" id="{8CC8403A-7384-482D-A134-4CD9203380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92544" y="4869160"/>
            <a:ext cx="360000" cy="360000"/>
          </a:xfrm>
          <a:prstGeom prst="rect">
            <a:avLst/>
          </a:prstGeom>
        </p:spPr>
      </p:pic>
      <p:sp>
        <p:nvSpPr>
          <p:cNvPr id="15" name="1 Título">
            <a:extLst>
              <a:ext uri="{FF2B5EF4-FFF2-40B4-BE49-F238E27FC236}">
                <a16:creationId xmlns:a16="http://schemas.microsoft.com/office/drawing/2014/main" id="{6AE14CA7-A201-4B7F-B7BD-7DE8F05A845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Inclusión de precipitación directa simultánea sobre el área de drenaje</a:t>
            </a:r>
          </a:p>
        </p:txBody>
      </p:sp>
      <p:pic>
        <p:nvPicPr>
          <p:cNvPr id="16" name="Imagen 15">
            <a:extLst>
              <a:ext uri="{FF2B5EF4-FFF2-40B4-BE49-F238E27FC236}">
                <a16:creationId xmlns:a16="http://schemas.microsoft.com/office/drawing/2014/main" id="{2F861B72-6AC2-42B4-AE11-EF67B5DC3B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629112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C438873-12B2-4B14-A64C-77434667643E}"/>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176587" y="1991444"/>
            <a:ext cx="5838825" cy="4533900"/>
          </a:xfrm>
          <a:prstGeom prst="rect">
            <a:avLst/>
          </a:prstGeom>
        </p:spPr>
      </p:pic>
      <p:sp>
        <p:nvSpPr>
          <p:cNvPr id="8" name="7 CuadroTexto"/>
          <p:cNvSpPr txBox="1"/>
          <p:nvPr/>
        </p:nvSpPr>
        <p:spPr>
          <a:xfrm>
            <a:off x="1832855" y="619469"/>
            <a:ext cx="8874986"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En la ventana del Hietograma podrá ingresar valores en el mismo intervalo de tiempo empleados para los hidrogramas de entrada o un valor constante en el tiempo. Para el desarrollo del ejercicio del curso NO incluiremos datos de precipitación, sin embargo y a modo de ejemplo, podrá crear un nuevo archivo para modelar únicamente esta condición sin especificar hidrogramas de entrada para evaluar su funcionamiento. </a:t>
            </a:r>
          </a:p>
        </p:txBody>
      </p:sp>
      <p:pic>
        <p:nvPicPr>
          <p:cNvPr id="6" name="Imagen 5">
            <a:extLst>
              <a:ext uri="{FF2B5EF4-FFF2-40B4-BE49-F238E27FC236}">
                <a16:creationId xmlns:a16="http://schemas.microsoft.com/office/drawing/2014/main" id="{97C20A9C-75C4-4894-AB90-53AE411270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36160" y="4867941"/>
            <a:ext cx="360000" cy="360000"/>
          </a:xfrm>
          <a:prstGeom prst="rect">
            <a:avLst/>
          </a:prstGeom>
        </p:spPr>
      </p:pic>
      <p:pic>
        <p:nvPicPr>
          <p:cNvPr id="7" name="Imagen 6">
            <a:extLst>
              <a:ext uri="{FF2B5EF4-FFF2-40B4-BE49-F238E27FC236}">
                <a16:creationId xmlns:a16="http://schemas.microsoft.com/office/drawing/2014/main" id="{F3843C07-C215-43D4-BA4A-1E4A9C18F1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7D0486AE-D028-4A97-A0D8-AB1D6DF95DC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Inclusión de precipitación directa simultánea sobre el área de drenaje</a:t>
            </a:r>
          </a:p>
        </p:txBody>
      </p:sp>
    </p:spTree>
    <p:extLst>
      <p:ext uri="{BB962C8B-B14F-4D97-AF65-F5344CB8AC3E}">
        <p14:creationId xmlns:p14="http://schemas.microsoft.com/office/powerpoint/2010/main" val="4110717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9612</TotalTime>
  <Words>1935</Words>
  <Application>Microsoft Office PowerPoint</Application>
  <PresentationFormat>Widescreen</PresentationFormat>
  <Paragraphs>149</Paragraphs>
  <Slides>30</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HCMC_4_5</dc:title>
  <dc:creator>master</dc:creator>
  <cp:lastModifiedBy>WILLIAM RICARDO AGUILAR PIÑA</cp:lastModifiedBy>
  <cp:revision>531</cp:revision>
  <dcterms:created xsi:type="dcterms:W3CDTF">2010-05-17T13:13:34Z</dcterms:created>
  <dcterms:modified xsi:type="dcterms:W3CDTF">2025-11-21T16:13:25Z</dcterms:modified>
</cp:coreProperties>
</file>