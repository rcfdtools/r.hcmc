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385" r:id="rId2"/>
    <p:sldId id="305" r:id="rId3"/>
    <p:sldId id="318" r:id="rId4"/>
    <p:sldId id="337" r:id="rId5"/>
    <p:sldId id="319" r:id="rId6"/>
    <p:sldId id="320" r:id="rId7"/>
    <p:sldId id="321" r:id="rId8"/>
    <p:sldId id="322" r:id="rId9"/>
    <p:sldId id="325" r:id="rId10"/>
    <p:sldId id="326" r:id="rId11"/>
    <p:sldId id="327" r:id="rId12"/>
    <p:sldId id="324" r:id="rId13"/>
    <p:sldId id="323" r:id="rId14"/>
    <p:sldId id="331" r:id="rId15"/>
    <p:sldId id="332" r:id="rId16"/>
    <p:sldId id="328" r:id="rId17"/>
    <p:sldId id="329" r:id="rId18"/>
    <p:sldId id="330" r:id="rId19"/>
    <p:sldId id="333" r:id="rId20"/>
    <p:sldId id="334" r:id="rId21"/>
    <p:sldId id="335" r:id="rId22"/>
    <p:sldId id="336" r:id="rId23"/>
    <p:sldId id="386" r:id="rId24"/>
    <p:sldId id="387" r:id="rId25"/>
    <p:sldId id="388" r:id="rId26"/>
    <p:sldId id="389" r:id="rId27"/>
    <p:sldId id="390" r:id="rId28"/>
    <p:sldId id="391" r:id="rId29"/>
    <p:sldId id="392" r:id="rId30"/>
    <p:sldId id="393" r:id="rId31"/>
    <p:sldId id="394" r:id="rId32"/>
    <p:sldId id="395" r:id="rId33"/>
    <p:sldId id="396" r:id="rId34"/>
    <p:sldId id="397" r:id="rId35"/>
    <p:sldId id="398" r:id="rId36"/>
    <p:sldId id="399" r:id="rId37"/>
    <p:sldId id="400" r:id="rId38"/>
    <p:sldId id="401" r:id="rId39"/>
    <p:sldId id="402" r:id="rId40"/>
    <p:sldId id="403" r:id="rId41"/>
    <p:sldId id="404" r:id="rId42"/>
    <p:sldId id="405" r:id="rId43"/>
    <p:sldId id="406" r:id="rId44"/>
    <p:sldId id="407" r:id="rId45"/>
    <p:sldId id="338" r:id="rId46"/>
    <p:sldId id="339" r:id="rId47"/>
    <p:sldId id="341" r:id="rId48"/>
    <p:sldId id="342" r:id="rId49"/>
    <p:sldId id="384" r:id="rId5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416" autoAdjust="0"/>
  </p:normalViewPr>
  <p:slideViewPr>
    <p:cSldViewPr>
      <p:cViewPr varScale="1">
        <p:scale>
          <a:sx n="119" d="100"/>
          <a:sy n="119" d="100"/>
        </p:scale>
        <p:origin x="132" y="132"/>
      </p:cViewPr>
      <p:guideLst>
        <p:guide orient="horz" pos="2160"/>
        <p:guide pos="3840"/>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3897429E-0D74-4AFD-848A-EE1D60E4EA35}"/>
    <pc:docChg chg="undo custSel addSld delSld modSld">
      <pc:chgData name="WILLIAM RICARDO AGUILAR PIÑA" userId="25538c52-b196-49fc-9025-2dd86a54f18a" providerId="ADAL" clId="{3897429E-0D74-4AFD-848A-EE1D60E4EA35}" dt="2018-11-21T19:57:14.880" v="168" actId="6549"/>
      <pc:docMkLst>
        <pc:docMk/>
      </pc:docMkLst>
      <pc:sldChg chg="addSp modSp">
        <pc:chgData name="WILLIAM RICARDO AGUILAR PIÑA" userId="25538c52-b196-49fc-9025-2dd86a54f18a" providerId="ADAL" clId="{3897429E-0D74-4AFD-848A-EE1D60E4EA35}" dt="2018-11-21T19:44:26.257" v="12" actId="20577"/>
        <pc:sldMkLst>
          <pc:docMk/>
          <pc:sldMk cId="0" sldId="256"/>
        </pc:sldMkLst>
        <pc:spChg chg="mod">
          <ac:chgData name="WILLIAM RICARDO AGUILAR PIÑA" userId="25538c52-b196-49fc-9025-2dd86a54f18a" providerId="ADAL" clId="{3897429E-0D74-4AFD-848A-EE1D60E4EA35}" dt="2018-11-21T19:44:26.257" v="12" actId="20577"/>
          <ac:spMkLst>
            <pc:docMk/>
            <pc:sldMk cId="0" sldId="256"/>
            <ac:spMk id="8" creationId="{00000000-0000-0000-0000-000000000000}"/>
          </ac:spMkLst>
        </pc:spChg>
        <pc:spChg chg="add">
          <ac:chgData name="WILLIAM RICARDO AGUILAR PIÑA" userId="25538c52-b196-49fc-9025-2dd86a54f18a" providerId="ADAL" clId="{3897429E-0D74-4AFD-848A-EE1D60E4EA35}" dt="2018-11-21T19:44:17.687" v="9"/>
          <ac:spMkLst>
            <pc:docMk/>
            <pc:sldMk cId="0" sldId="256"/>
            <ac:spMk id="10" creationId="{0301DB45-1735-4AD7-ABC6-19B3DFB674A5}"/>
          </ac:spMkLst>
        </pc:spChg>
        <pc:grpChg chg="add">
          <ac:chgData name="WILLIAM RICARDO AGUILAR PIÑA" userId="25538c52-b196-49fc-9025-2dd86a54f18a" providerId="ADAL" clId="{3897429E-0D74-4AFD-848A-EE1D60E4EA35}" dt="2018-11-21T19:44:17.687" v="9"/>
          <ac:grpSpMkLst>
            <pc:docMk/>
            <pc:sldMk cId="0" sldId="256"/>
            <ac:grpSpMk id="12" creationId="{639D97B7-7A46-4C80-8C78-AD71674A7A5E}"/>
          </ac:grpSpMkLst>
        </pc:grpChg>
        <pc:picChg chg="add">
          <ac:chgData name="WILLIAM RICARDO AGUILAR PIÑA" userId="25538c52-b196-49fc-9025-2dd86a54f18a" providerId="ADAL" clId="{3897429E-0D74-4AFD-848A-EE1D60E4EA35}" dt="2018-11-21T19:44:17.687" v="9"/>
          <ac:picMkLst>
            <pc:docMk/>
            <pc:sldMk cId="0" sldId="256"/>
            <ac:picMk id="9" creationId="{C861BC05-AE04-473E-BD8C-B07A8DD95B7C}"/>
          </ac:picMkLst>
        </pc:picChg>
      </pc:sldChg>
      <pc:sldChg chg="del">
        <pc:chgData name="WILLIAM RICARDO AGUILAR PIÑA" userId="25538c52-b196-49fc-9025-2dd86a54f18a" providerId="ADAL" clId="{3897429E-0D74-4AFD-848A-EE1D60E4EA35}" dt="2018-11-21T19:44:42.381" v="14" actId="2696"/>
        <pc:sldMkLst>
          <pc:docMk/>
          <pc:sldMk cId="1805327859" sldId="289"/>
        </pc:sldMkLst>
      </pc:sldChg>
      <pc:sldChg chg="addSp delSp">
        <pc:chgData name="WILLIAM RICARDO AGUILAR PIÑA" userId="25538c52-b196-49fc-9025-2dd86a54f18a" providerId="ADAL" clId="{3897429E-0D74-4AFD-848A-EE1D60E4EA35}" dt="2018-11-21T19:46:24.040" v="64"/>
        <pc:sldMkLst>
          <pc:docMk/>
          <pc:sldMk cId="655422725" sldId="298"/>
        </pc:sldMkLst>
        <pc:spChg chg="del">
          <ac:chgData name="WILLIAM RICARDO AGUILAR PIÑA" userId="25538c52-b196-49fc-9025-2dd86a54f18a" providerId="ADAL" clId="{3897429E-0D74-4AFD-848A-EE1D60E4EA35}" dt="2018-11-21T19:46:23.838" v="63" actId="478"/>
          <ac:spMkLst>
            <pc:docMk/>
            <pc:sldMk cId="655422725" sldId="298"/>
            <ac:spMk id="14" creationId="{8ECD033D-8040-4DC8-B05C-2BF0F6E0C995}"/>
          </ac:spMkLst>
        </pc:spChg>
        <pc:spChg chg="add del">
          <ac:chgData name="WILLIAM RICARDO AGUILAR PIÑA" userId="25538c52-b196-49fc-9025-2dd86a54f18a" providerId="ADAL" clId="{3897429E-0D74-4AFD-848A-EE1D60E4EA35}" dt="2018-11-21T19:46:22.981" v="62"/>
          <ac:spMkLst>
            <pc:docMk/>
            <pc:sldMk cId="655422725" sldId="298"/>
            <ac:spMk id="15" creationId="{C2BBB0ED-4C18-42E3-869C-D653CB5D8A7E}"/>
          </ac:spMkLst>
        </pc:spChg>
        <pc:spChg chg="add">
          <ac:chgData name="WILLIAM RICARDO AGUILAR PIÑA" userId="25538c52-b196-49fc-9025-2dd86a54f18a" providerId="ADAL" clId="{3897429E-0D74-4AFD-848A-EE1D60E4EA35}" dt="2018-11-21T19:46:24.040" v="64"/>
          <ac:spMkLst>
            <pc:docMk/>
            <pc:sldMk cId="655422725" sldId="298"/>
            <ac:spMk id="17" creationId="{1B963640-3FFB-45F4-B77D-C69696533F7E}"/>
          </ac:spMkLst>
        </pc:spChg>
        <pc:picChg chg="add del">
          <ac:chgData name="WILLIAM RICARDO AGUILAR PIÑA" userId="25538c52-b196-49fc-9025-2dd86a54f18a" providerId="ADAL" clId="{3897429E-0D74-4AFD-848A-EE1D60E4EA35}" dt="2018-11-21T19:46:22.981" v="62"/>
          <ac:picMkLst>
            <pc:docMk/>
            <pc:sldMk cId="655422725" sldId="298"/>
            <ac:picMk id="16" creationId="{E2ED09DB-6FC9-4F8C-A455-8B20B1C35B68}"/>
          </ac:picMkLst>
        </pc:picChg>
        <pc:picChg chg="add">
          <ac:chgData name="WILLIAM RICARDO AGUILAR PIÑA" userId="25538c52-b196-49fc-9025-2dd86a54f18a" providerId="ADAL" clId="{3897429E-0D74-4AFD-848A-EE1D60E4EA35}" dt="2018-11-21T19:46:24.040" v="64"/>
          <ac:picMkLst>
            <pc:docMk/>
            <pc:sldMk cId="655422725" sldId="298"/>
            <ac:picMk id="18" creationId="{D75C3E5B-1917-4E8A-AEED-8212888B1035}"/>
          </ac:picMkLst>
        </pc:picChg>
      </pc:sldChg>
      <pc:sldChg chg="addSp delSp">
        <pc:chgData name="WILLIAM RICARDO AGUILAR PIÑA" userId="25538c52-b196-49fc-9025-2dd86a54f18a" providerId="ADAL" clId="{3897429E-0D74-4AFD-848A-EE1D60E4EA35}" dt="2018-11-21T19:45:17.662" v="17"/>
        <pc:sldMkLst>
          <pc:docMk/>
          <pc:sldMk cId="597354706" sldId="305"/>
        </pc:sldMkLst>
        <pc:spChg chg="add">
          <ac:chgData name="WILLIAM RICARDO AGUILAR PIÑA" userId="25538c52-b196-49fc-9025-2dd86a54f18a" providerId="ADAL" clId="{3897429E-0D74-4AFD-848A-EE1D60E4EA35}" dt="2018-11-21T19:45:17.662" v="17"/>
          <ac:spMkLst>
            <pc:docMk/>
            <pc:sldMk cId="597354706" sldId="305"/>
            <ac:spMk id="6" creationId="{ADBDFF3D-93D3-4FF3-A598-D2CA7ED47AA3}"/>
          </ac:spMkLst>
        </pc:spChg>
        <pc:spChg chg="del">
          <ac:chgData name="WILLIAM RICARDO AGUILAR PIÑA" userId="25538c52-b196-49fc-9025-2dd86a54f18a" providerId="ADAL" clId="{3897429E-0D74-4AFD-848A-EE1D60E4EA35}" dt="2018-11-21T19:45:17.501" v="16" actId="478"/>
          <ac:spMkLst>
            <pc:docMk/>
            <pc:sldMk cId="597354706" sldId="305"/>
            <ac:spMk id="12" creationId="{10DDDA7E-B363-4AC5-B9B2-43C7205F72A7}"/>
          </ac:spMkLst>
        </pc:spChg>
        <pc:picChg chg="add">
          <ac:chgData name="WILLIAM RICARDO AGUILAR PIÑA" userId="25538c52-b196-49fc-9025-2dd86a54f18a" providerId="ADAL" clId="{3897429E-0D74-4AFD-848A-EE1D60E4EA35}" dt="2018-11-21T19:45:17.662" v="17"/>
          <ac:picMkLst>
            <pc:docMk/>
            <pc:sldMk cId="597354706" sldId="305"/>
            <ac:picMk id="7" creationId="{276F60D8-A965-468C-8359-DA00D26A58F5}"/>
          </ac:picMkLst>
        </pc:picChg>
      </pc:sldChg>
      <pc:sldChg chg="addSp delSp modSp">
        <pc:chgData name="WILLIAM RICARDO AGUILAR PIÑA" userId="25538c52-b196-49fc-9025-2dd86a54f18a" providerId="ADAL" clId="{3897429E-0D74-4AFD-848A-EE1D60E4EA35}" dt="2018-11-21T19:52:01.388" v="120" actId="313"/>
        <pc:sldMkLst>
          <pc:docMk/>
          <pc:sldMk cId="1409448837" sldId="318"/>
        </pc:sldMkLst>
        <pc:spChg chg="mod">
          <ac:chgData name="WILLIAM RICARDO AGUILAR PIÑA" userId="25538c52-b196-49fc-9025-2dd86a54f18a" providerId="ADAL" clId="{3897429E-0D74-4AFD-848A-EE1D60E4EA35}" dt="2018-11-21T19:51:54.581" v="119" actId="790"/>
          <ac:spMkLst>
            <pc:docMk/>
            <pc:sldMk cId="1409448837" sldId="318"/>
            <ac:spMk id="3" creationId="{18E3FB7B-4848-4645-9B03-D4DCE11453AF}"/>
          </ac:spMkLst>
        </pc:spChg>
        <pc:spChg chg="mod">
          <ac:chgData name="WILLIAM RICARDO AGUILAR PIÑA" userId="25538c52-b196-49fc-9025-2dd86a54f18a" providerId="ADAL" clId="{3897429E-0D74-4AFD-848A-EE1D60E4EA35}" dt="2018-11-21T19:52:01.388" v="120" actId="313"/>
          <ac:spMkLst>
            <pc:docMk/>
            <pc:sldMk cId="1409448837" sldId="318"/>
            <ac:spMk id="8" creationId="{00000000-0000-0000-0000-000000000000}"/>
          </ac:spMkLst>
        </pc:spChg>
        <pc:spChg chg="del">
          <ac:chgData name="WILLIAM RICARDO AGUILAR PIÑA" userId="25538c52-b196-49fc-9025-2dd86a54f18a" providerId="ADAL" clId="{3897429E-0D74-4AFD-848A-EE1D60E4EA35}" dt="2018-11-21T19:45:20.253" v="18" actId="478"/>
          <ac:spMkLst>
            <pc:docMk/>
            <pc:sldMk cId="1409448837" sldId="318"/>
            <ac:spMk id="10" creationId="{FFA2EA99-79C8-463F-BD00-7B1F165D6718}"/>
          </ac:spMkLst>
        </pc:spChg>
        <pc:spChg chg="mod">
          <ac:chgData name="WILLIAM RICARDO AGUILAR PIÑA" userId="25538c52-b196-49fc-9025-2dd86a54f18a" providerId="ADAL" clId="{3897429E-0D74-4AFD-848A-EE1D60E4EA35}" dt="2018-11-21T19:51:54.581" v="119" actId="790"/>
          <ac:spMkLst>
            <pc:docMk/>
            <pc:sldMk cId="1409448837" sldId="318"/>
            <ac:spMk id="13" creationId="{0A910774-C453-4F31-8F22-54AEB47E16D8}"/>
          </ac:spMkLst>
        </pc:spChg>
        <pc:spChg chg="mod">
          <ac:chgData name="WILLIAM RICARDO AGUILAR PIÑA" userId="25538c52-b196-49fc-9025-2dd86a54f18a" providerId="ADAL" clId="{3897429E-0D74-4AFD-848A-EE1D60E4EA35}" dt="2018-11-21T19:51:54.581" v="119" actId="790"/>
          <ac:spMkLst>
            <pc:docMk/>
            <pc:sldMk cId="1409448837" sldId="318"/>
            <ac:spMk id="14" creationId="{39D8888C-99EE-4F92-A53E-C5A14D218409}"/>
          </ac:spMkLst>
        </pc:spChg>
        <pc:spChg chg="mod">
          <ac:chgData name="WILLIAM RICARDO AGUILAR PIÑA" userId="25538c52-b196-49fc-9025-2dd86a54f18a" providerId="ADAL" clId="{3897429E-0D74-4AFD-848A-EE1D60E4EA35}" dt="2018-11-21T19:51:54.581" v="119" actId="790"/>
          <ac:spMkLst>
            <pc:docMk/>
            <pc:sldMk cId="1409448837" sldId="318"/>
            <ac:spMk id="15" creationId="{8A6FB4E1-E95D-4B1B-8A71-ED6FE105708A}"/>
          </ac:spMkLst>
        </pc:spChg>
        <pc:spChg chg="mod">
          <ac:chgData name="WILLIAM RICARDO AGUILAR PIÑA" userId="25538c52-b196-49fc-9025-2dd86a54f18a" providerId="ADAL" clId="{3897429E-0D74-4AFD-848A-EE1D60E4EA35}" dt="2018-11-21T19:51:54.581" v="119" actId="790"/>
          <ac:spMkLst>
            <pc:docMk/>
            <pc:sldMk cId="1409448837" sldId="318"/>
            <ac:spMk id="16" creationId="{2CA29292-1C4C-470A-BDD0-32DA3694F1C8}"/>
          </ac:spMkLst>
        </pc:spChg>
        <pc:spChg chg="mod">
          <ac:chgData name="WILLIAM RICARDO AGUILAR PIÑA" userId="25538c52-b196-49fc-9025-2dd86a54f18a" providerId="ADAL" clId="{3897429E-0D74-4AFD-848A-EE1D60E4EA35}" dt="2018-11-21T19:51:54.581" v="119" actId="790"/>
          <ac:spMkLst>
            <pc:docMk/>
            <pc:sldMk cId="1409448837" sldId="318"/>
            <ac:spMk id="17" creationId="{85EE0B6D-B647-44D6-9639-63CDA4CC6E7A}"/>
          </ac:spMkLst>
        </pc:spChg>
        <pc:spChg chg="mod">
          <ac:chgData name="WILLIAM RICARDO AGUILAR PIÑA" userId="25538c52-b196-49fc-9025-2dd86a54f18a" providerId="ADAL" clId="{3897429E-0D74-4AFD-848A-EE1D60E4EA35}" dt="2018-11-21T19:51:54.581" v="119" actId="790"/>
          <ac:spMkLst>
            <pc:docMk/>
            <pc:sldMk cId="1409448837" sldId="318"/>
            <ac:spMk id="18" creationId="{B1962E6B-A3F9-4B6C-B2A5-0A25A17EA23E}"/>
          </ac:spMkLst>
        </pc:spChg>
        <pc:spChg chg="mod">
          <ac:chgData name="WILLIAM RICARDO AGUILAR PIÑA" userId="25538c52-b196-49fc-9025-2dd86a54f18a" providerId="ADAL" clId="{3897429E-0D74-4AFD-848A-EE1D60E4EA35}" dt="2018-11-21T19:51:54.581" v="119" actId="790"/>
          <ac:spMkLst>
            <pc:docMk/>
            <pc:sldMk cId="1409448837" sldId="318"/>
            <ac:spMk id="19" creationId="{85DE6439-F8C0-485B-8099-67A8CA179A7A}"/>
          </ac:spMkLst>
        </pc:spChg>
        <pc:spChg chg="mod">
          <ac:chgData name="WILLIAM RICARDO AGUILAR PIÑA" userId="25538c52-b196-49fc-9025-2dd86a54f18a" providerId="ADAL" clId="{3897429E-0D74-4AFD-848A-EE1D60E4EA35}" dt="2018-11-21T19:51:54.581" v="119" actId="790"/>
          <ac:spMkLst>
            <pc:docMk/>
            <pc:sldMk cId="1409448837" sldId="318"/>
            <ac:spMk id="20" creationId="{43FBE2C2-1956-45E6-A537-21CAFF17F930}"/>
          </ac:spMkLst>
        </pc:spChg>
        <pc:spChg chg="add mod">
          <ac:chgData name="WILLIAM RICARDO AGUILAR PIÑA" userId="25538c52-b196-49fc-9025-2dd86a54f18a" providerId="ADAL" clId="{3897429E-0D74-4AFD-848A-EE1D60E4EA35}" dt="2018-11-21T19:51:54.581" v="119" actId="790"/>
          <ac:spMkLst>
            <pc:docMk/>
            <pc:sldMk cId="1409448837" sldId="318"/>
            <ac:spMk id="48" creationId="{4AC1381A-69E3-4226-86A9-618B1E13AA05}"/>
          </ac:spMkLst>
        </pc:spChg>
        <pc:spChg chg="mod">
          <ac:chgData name="WILLIAM RICARDO AGUILAR PIÑA" userId="25538c52-b196-49fc-9025-2dd86a54f18a" providerId="ADAL" clId="{3897429E-0D74-4AFD-848A-EE1D60E4EA35}" dt="2018-11-21T19:51:54.581" v="119" actId="790"/>
          <ac:spMkLst>
            <pc:docMk/>
            <pc:sldMk cId="1409448837" sldId="318"/>
            <ac:spMk id="61" creationId="{65E47940-6429-433A-97C4-F99726F468B2}"/>
          </ac:spMkLst>
        </pc:spChg>
        <pc:spChg chg="mod">
          <ac:chgData name="WILLIAM RICARDO AGUILAR PIÑA" userId="25538c52-b196-49fc-9025-2dd86a54f18a" providerId="ADAL" clId="{3897429E-0D74-4AFD-848A-EE1D60E4EA35}" dt="2018-11-21T19:51:54.581" v="119" actId="790"/>
          <ac:spMkLst>
            <pc:docMk/>
            <pc:sldMk cId="1409448837" sldId="318"/>
            <ac:spMk id="62" creationId="{13825F76-3B85-4018-B917-797F841FCC71}"/>
          </ac:spMkLst>
        </pc:spChg>
        <pc:spChg chg="mod">
          <ac:chgData name="WILLIAM RICARDO AGUILAR PIÑA" userId="25538c52-b196-49fc-9025-2dd86a54f18a" providerId="ADAL" clId="{3897429E-0D74-4AFD-848A-EE1D60E4EA35}" dt="2018-11-21T19:51:54.581" v="119" actId="790"/>
          <ac:spMkLst>
            <pc:docMk/>
            <pc:sldMk cId="1409448837" sldId="318"/>
            <ac:spMk id="63" creationId="{AB264EE3-1196-4539-82F2-32789D6352C6}"/>
          </ac:spMkLst>
        </pc:spChg>
        <pc:spChg chg="mod">
          <ac:chgData name="WILLIAM RICARDO AGUILAR PIÑA" userId="25538c52-b196-49fc-9025-2dd86a54f18a" providerId="ADAL" clId="{3897429E-0D74-4AFD-848A-EE1D60E4EA35}" dt="2018-11-21T19:51:54.581" v="119" actId="790"/>
          <ac:spMkLst>
            <pc:docMk/>
            <pc:sldMk cId="1409448837" sldId="318"/>
            <ac:spMk id="64" creationId="{AB416A39-6041-4D82-A6F7-8F717D9A716E}"/>
          </ac:spMkLst>
        </pc:spChg>
        <pc:spChg chg="mod">
          <ac:chgData name="WILLIAM RICARDO AGUILAR PIÑA" userId="25538c52-b196-49fc-9025-2dd86a54f18a" providerId="ADAL" clId="{3897429E-0D74-4AFD-848A-EE1D60E4EA35}" dt="2018-11-21T19:51:54.581" v="119" actId="790"/>
          <ac:spMkLst>
            <pc:docMk/>
            <pc:sldMk cId="1409448837" sldId="318"/>
            <ac:spMk id="65" creationId="{FC722812-D86A-4221-B386-EF2523652503}"/>
          </ac:spMkLst>
        </pc:spChg>
        <pc:spChg chg="mod">
          <ac:chgData name="WILLIAM RICARDO AGUILAR PIÑA" userId="25538c52-b196-49fc-9025-2dd86a54f18a" providerId="ADAL" clId="{3897429E-0D74-4AFD-848A-EE1D60E4EA35}" dt="2018-11-21T19:51:54.581" v="119" actId="790"/>
          <ac:spMkLst>
            <pc:docMk/>
            <pc:sldMk cId="1409448837" sldId="318"/>
            <ac:spMk id="66" creationId="{E214CCA7-8B0D-49FF-ABFF-1CFE52CA34BA}"/>
          </ac:spMkLst>
        </pc:spChg>
        <pc:spChg chg="mod">
          <ac:chgData name="WILLIAM RICARDO AGUILAR PIÑA" userId="25538c52-b196-49fc-9025-2dd86a54f18a" providerId="ADAL" clId="{3897429E-0D74-4AFD-848A-EE1D60E4EA35}" dt="2018-11-21T19:51:54.581" v="119" actId="790"/>
          <ac:spMkLst>
            <pc:docMk/>
            <pc:sldMk cId="1409448837" sldId="318"/>
            <ac:spMk id="67" creationId="{4E991C9E-1509-4E1D-BA9A-217B39CCFEE3}"/>
          </ac:spMkLst>
        </pc:spChg>
        <pc:spChg chg="mod">
          <ac:chgData name="WILLIAM RICARDO AGUILAR PIÑA" userId="25538c52-b196-49fc-9025-2dd86a54f18a" providerId="ADAL" clId="{3897429E-0D74-4AFD-848A-EE1D60E4EA35}" dt="2018-11-21T19:51:54.581" v="119" actId="790"/>
          <ac:spMkLst>
            <pc:docMk/>
            <pc:sldMk cId="1409448837" sldId="318"/>
            <ac:spMk id="95" creationId="{E11DBB3E-3FFA-44CC-9E9A-98C0A72911D3}"/>
          </ac:spMkLst>
        </pc:spChg>
        <pc:spChg chg="mod">
          <ac:chgData name="WILLIAM RICARDO AGUILAR PIÑA" userId="25538c52-b196-49fc-9025-2dd86a54f18a" providerId="ADAL" clId="{3897429E-0D74-4AFD-848A-EE1D60E4EA35}" dt="2018-11-21T19:51:54.581" v="119" actId="790"/>
          <ac:spMkLst>
            <pc:docMk/>
            <pc:sldMk cId="1409448837" sldId="318"/>
            <ac:spMk id="97" creationId="{28556537-74E2-49B8-A0F2-60B829636E1A}"/>
          </ac:spMkLst>
        </pc:spChg>
        <pc:spChg chg="mod">
          <ac:chgData name="WILLIAM RICARDO AGUILAR PIÑA" userId="25538c52-b196-49fc-9025-2dd86a54f18a" providerId="ADAL" clId="{3897429E-0D74-4AFD-848A-EE1D60E4EA35}" dt="2018-11-21T19:51:54.581" v="119" actId="790"/>
          <ac:spMkLst>
            <pc:docMk/>
            <pc:sldMk cId="1409448837" sldId="318"/>
            <ac:spMk id="98" creationId="{4D24FB9E-978F-4720-BF5D-A1D6B760FE47}"/>
          </ac:spMkLst>
        </pc:spChg>
        <pc:spChg chg="del">
          <ac:chgData name="WILLIAM RICARDO AGUILAR PIÑA" userId="25538c52-b196-49fc-9025-2dd86a54f18a" providerId="ADAL" clId="{3897429E-0D74-4AFD-848A-EE1D60E4EA35}" dt="2018-11-21T19:51:43.926" v="117" actId="478"/>
          <ac:spMkLst>
            <pc:docMk/>
            <pc:sldMk cId="1409448837" sldId="318"/>
            <ac:spMk id="22530" creationId="{00000000-0000-0000-0000-000000000000}"/>
          </ac:spMkLst>
        </pc:spChg>
        <pc:picChg chg="add">
          <ac:chgData name="WILLIAM RICARDO AGUILAR PIÑA" userId="25538c52-b196-49fc-9025-2dd86a54f18a" providerId="ADAL" clId="{3897429E-0D74-4AFD-848A-EE1D60E4EA35}" dt="2018-11-21T19:45:20.476" v="19"/>
          <ac:picMkLst>
            <pc:docMk/>
            <pc:sldMk cId="1409448837" sldId="318"/>
            <ac:picMk id="50" creationId="{5801E1E8-F9BA-4D94-BE9D-F0714AE385DF}"/>
          </ac:picMkLst>
        </pc:picChg>
      </pc:sldChg>
      <pc:sldChg chg="addSp delSp">
        <pc:chgData name="WILLIAM RICARDO AGUILAR PIÑA" userId="25538c52-b196-49fc-9025-2dd86a54f18a" providerId="ADAL" clId="{3897429E-0D74-4AFD-848A-EE1D60E4EA35}" dt="2018-11-21T19:47:16.825" v="77"/>
        <pc:sldMkLst>
          <pc:docMk/>
          <pc:sldMk cId="2534384885" sldId="319"/>
        </pc:sldMkLst>
        <pc:spChg chg="add del">
          <ac:chgData name="WILLIAM RICARDO AGUILAR PIÑA" userId="25538c52-b196-49fc-9025-2dd86a54f18a" providerId="ADAL" clId="{3897429E-0D74-4AFD-848A-EE1D60E4EA35}" dt="2018-11-21T19:47:16.460" v="76" actId="478"/>
          <ac:spMkLst>
            <pc:docMk/>
            <pc:sldMk cId="2534384885" sldId="319"/>
            <ac:spMk id="9" creationId="{70116119-9D5E-4CB6-9837-E328F98E38C1}"/>
          </ac:spMkLst>
        </pc:spChg>
        <pc:spChg chg="del">
          <ac:chgData name="WILLIAM RICARDO AGUILAR PIÑA" userId="25538c52-b196-49fc-9025-2dd86a54f18a" providerId="ADAL" clId="{3897429E-0D74-4AFD-848A-EE1D60E4EA35}" dt="2018-11-21T19:45:34.665" v="22" actId="478"/>
          <ac:spMkLst>
            <pc:docMk/>
            <pc:sldMk cId="2534384885" sldId="319"/>
            <ac:spMk id="10" creationId="{FFA2EA99-79C8-463F-BD00-7B1F165D6718}"/>
          </ac:spMkLst>
        </pc:spChg>
        <pc:spChg chg="add">
          <ac:chgData name="WILLIAM RICARDO AGUILAR PIÑA" userId="25538c52-b196-49fc-9025-2dd86a54f18a" providerId="ADAL" clId="{3897429E-0D74-4AFD-848A-EE1D60E4EA35}" dt="2018-11-21T19:47:16.825" v="77"/>
          <ac:spMkLst>
            <pc:docMk/>
            <pc:sldMk cId="2534384885" sldId="319"/>
            <ac:spMk id="13" creationId="{581EDB25-3FA5-449C-A777-EC7813E35B3B}"/>
          </ac:spMkLst>
        </pc:spChg>
        <pc:picChg chg="add">
          <ac:chgData name="WILLIAM RICARDO AGUILAR PIÑA" userId="25538c52-b196-49fc-9025-2dd86a54f18a" providerId="ADAL" clId="{3897429E-0D74-4AFD-848A-EE1D60E4EA35}" dt="2018-11-21T19:45:34.867" v="23"/>
          <ac:picMkLst>
            <pc:docMk/>
            <pc:sldMk cId="2534384885" sldId="319"/>
            <ac:picMk id="12" creationId="{2880F16E-02E5-4360-BB76-6557BC290258}"/>
          </ac:picMkLst>
        </pc:picChg>
      </pc:sldChg>
      <pc:sldChg chg="addSp delSp">
        <pc:chgData name="WILLIAM RICARDO AGUILAR PIÑA" userId="25538c52-b196-49fc-9025-2dd86a54f18a" providerId="ADAL" clId="{3897429E-0D74-4AFD-848A-EE1D60E4EA35}" dt="2018-11-21T19:49:17.415" v="79"/>
        <pc:sldMkLst>
          <pc:docMk/>
          <pc:sldMk cId="1474337960" sldId="320"/>
        </pc:sldMkLst>
        <pc:spChg chg="del">
          <ac:chgData name="WILLIAM RICARDO AGUILAR PIÑA" userId="25538c52-b196-49fc-9025-2dd86a54f18a" providerId="ADAL" clId="{3897429E-0D74-4AFD-848A-EE1D60E4EA35}" dt="2018-11-21T19:45:37.484" v="24" actId="478"/>
          <ac:spMkLst>
            <pc:docMk/>
            <pc:sldMk cId="1474337960" sldId="320"/>
            <ac:spMk id="10" creationId="{FFA2EA99-79C8-463F-BD00-7B1F165D6718}"/>
          </ac:spMkLst>
        </pc:spChg>
        <pc:spChg chg="add del">
          <ac:chgData name="WILLIAM RICARDO AGUILAR PIÑA" userId="25538c52-b196-49fc-9025-2dd86a54f18a" providerId="ADAL" clId="{3897429E-0D74-4AFD-848A-EE1D60E4EA35}" dt="2018-11-21T19:49:17.164" v="78" actId="478"/>
          <ac:spMkLst>
            <pc:docMk/>
            <pc:sldMk cId="1474337960" sldId="320"/>
            <ac:spMk id="11" creationId="{03493573-D884-4E34-AEEB-684DCD5A1015}"/>
          </ac:spMkLst>
        </pc:spChg>
        <pc:spChg chg="add">
          <ac:chgData name="WILLIAM RICARDO AGUILAR PIÑA" userId="25538c52-b196-49fc-9025-2dd86a54f18a" providerId="ADAL" clId="{3897429E-0D74-4AFD-848A-EE1D60E4EA35}" dt="2018-11-21T19:49:17.415" v="79"/>
          <ac:spMkLst>
            <pc:docMk/>
            <pc:sldMk cId="1474337960" sldId="320"/>
            <ac:spMk id="16" creationId="{88F874F3-55DF-45C9-8617-FC234FA78449}"/>
          </ac:spMkLst>
        </pc:spChg>
        <pc:picChg chg="add">
          <ac:chgData name="WILLIAM RICARDO AGUILAR PIÑA" userId="25538c52-b196-49fc-9025-2dd86a54f18a" providerId="ADAL" clId="{3897429E-0D74-4AFD-848A-EE1D60E4EA35}" dt="2018-11-21T19:45:37.682" v="25"/>
          <ac:picMkLst>
            <pc:docMk/>
            <pc:sldMk cId="1474337960" sldId="320"/>
            <ac:picMk id="12" creationId="{DA8316C9-FA55-4B43-B8A1-CB61BFBAD8B5}"/>
          </ac:picMkLst>
        </pc:picChg>
      </pc:sldChg>
      <pc:sldChg chg="addSp delSp">
        <pc:chgData name="WILLIAM RICARDO AGUILAR PIÑA" userId="25538c52-b196-49fc-9025-2dd86a54f18a" providerId="ADAL" clId="{3897429E-0D74-4AFD-848A-EE1D60E4EA35}" dt="2018-11-21T19:49:19.535" v="81"/>
        <pc:sldMkLst>
          <pc:docMk/>
          <pc:sldMk cId="3425651824" sldId="321"/>
        </pc:sldMkLst>
        <pc:spChg chg="del">
          <ac:chgData name="WILLIAM RICARDO AGUILAR PIÑA" userId="25538c52-b196-49fc-9025-2dd86a54f18a" providerId="ADAL" clId="{3897429E-0D74-4AFD-848A-EE1D60E4EA35}" dt="2018-11-21T19:45:39.891" v="26" actId="478"/>
          <ac:spMkLst>
            <pc:docMk/>
            <pc:sldMk cId="3425651824" sldId="321"/>
            <ac:spMk id="10" creationId="{FFA2EA99-79C8-463F-BD00-7B1F165D6718}"/>
          </ac:spMkLst>
        </pc:spChg>
        <pc:spChg chg="add del">
          <ac:chgData name="WILLIAM RICARDO AGUILAR PIÑA" userId="25538c52-b196-49fc-9025-2dd86a54f18a" providerId="ADAL" clId="{3897429E-0D74-4AFD-848A-EE1D60E4EA35}" dt="2018-11-21T19:49:19.324" v="80" actId="478"/>
          <ac:spMkLst>
            <pc:docMk/>
            <pc:sldMk cId="3425651824" sldId="321"/>
            <ac:spMk id="12" creationId="{70AF8C12-FAE8-4D64-88E6-E06F1F13ECF5}"/>
          </ac:spMkLst>
        </pc:spChg>
        <pc:spChg chg="add">
          <ac:chgData name="WILLIAM RICARDO AGUILAR PIÑA" userId="25538c52-b196-49fc-9025-2dd86a54f18a" providerId="ADAL" clId="{3897429E-0D74-4AFD-848A-EE1D60E4EA35}" dt="2018-11-21T19:49:19.535" v="81"/>
          <ac:spMkLst>
            <pc:docMk/>
            <pc:sldMk cId="3425651824" sldId="321"/>
            <ac:spMk id="15" creationId="{C72192B3-707B-448C-AA1C-CFC6C165E441}"/>
          </ac:spMkLst>
        </pc:spChg>
        <pc:picChg chg="add">
          <ac:chgData name="WILLIAM RICARDO AGUILAR PIÑA" userId="25538c52-b196-49fc-9025-2dd86a54f18a" providerId="ADAL" clId="{3897429E-0D74-4AFD-848A-EE1D60E4EA35}" dt="2018-11-21T19:45:40.137" v="27"/>
          <ac:picMkLst>
            <pc:docMk/>
            <pc:sldMk cId="3425651824" sldId="321"/>
            <ac:picMk id="14" creationId="{18663FE4-AE05-47C6-919F-04EF182D2610}"/>
          </ac:picMkLst>
        </pc:picChg>
      </pc:sldChg>
      <pc:sldChg chg="addSp delSp modSp">
        <pc:chgData name="WILLIAM RICARDO AGUILAR PIÑA" userId="25538c52-b196-49fc-9025-2dd86a54f18a" providerId="ADAL" clId="{3897429E-0D74-4AFD-848A-EE1D60E4EA35}" dt="2018-11-21T19:55:07.869" v="155" actId="1076"/>
        <pc:sldMkLst>
          <pc:docMk/>
          <pc:sldMk cId="3548734390" sldId="322"/>
        </pc:sldMkLst>
        <pc:spChg chg="del mod">
          <ac:chgData name="WILLIAM RICARDO AGUILAR PIÑA" userId="25538c52-b196-49fc-9025-2dd86a54f18a" providerId="ADAL" clId="{3897429E-0D74-4AFD-848A-EE1D60E4EA35}" dt="2018-11-21T19:45:41.956" v="29" actId="478"/>
          <ac:spMkLst>
            <pc:docMk/>
            <pc:sldMk cId="3548734390" sldId="322"/>
            <ac:spMk id="10" creationId="{FFA2EA99-79C8-463F-BD00-7B1F165D6718}"/>
          </ac:spMkLst>
        </pc:spChg>
        <pc:spChg chg="add del">
          <ac:chgData name="WILLIAM RICARDO AGUILAR PIÑA" userId="25538c52-b196-49fc-9025-2dd86a54f18a" providerId="ADAL" clId="{3897429E-0D74-4AFD-848A-EE1D60E4EA35}" dt="2018-11-21T19:49:21.148" v="82" actId="478"/>
          <ac:spMkLst>
            <pc:docMk/>
            <pc:sldMk cId="3548734390" sldId="322"/>
            <ac:spMk id="11" creationId="{DFF09462-97F3-4FB9-A177-550F2A5B1FFC}"/>
          </ac:spMkLst>
        </pc:spChg>
        <pc:spChg chg="add">
          <ac:chgData name="WILLIAM RICARDO AGUILAR PIÑA" userId="25538c52-b196-49fc-9025-2dd86a54f18a" providerId="ADAL" clId="{3897429E-0D74-4AFD-848A-EE1D60E4EA35}" dt="2018-11-21T19:49:21.361" v="83"/>
          <ac:spMkLst>
            <pc:docMk/>
            <pc:sldMk cId="3548734390" sldId="322"/>
            <ac:spMk id="13" creationId="{5C6FAC91-4E39-4556-97F8-B25E9AEA5053}"/>
          </ac:spMkLst>
        </pc:spChg>
        <pc:spChg chg="mod">
          <ac:chgData name="WILLIAM RICARDO AGUILAR PIÑA" userId="25538c52-b196-49fc-9025-2dd86a54f18a" providerId="ADAL" clId="{3897429E-0D74-4AFD-848A-EE1D60E4EA35}" dt="2018-11-21T19:54:56.121" v="153" actId="20577"/>
          <ac:spMkLst>
            <pc:docMk/>
            <pc:sldMk cId="3548734390" sldId="322"/>
            <ac:spMk id="15" creationId="{18B1EA3B-C47B-492A-BF88-3F4A3DF1297E}"/>
          </ac:spMkLst>
        </pc:spChg>
        <pc:picChg chg="mod">
          <ac:chgData name="WILLIAM RICARDO AGUILAR PIÑA" userId="25538c52-b196-49fc-9025-2dd86a54f18a" providerId="ADAL" clId="{3897429E-0D74-4AFD-848A-EE1D60E4EA35}" dt="2018-11-21T19:55:07.869" v="155" actId="1076"/>
          <ac:picMkLst>
            <pc:docMk/>
            <pc:sldMk cId="3548734390" sldId="322"/>
            <ac:picMk id="9" creationId="{2933E1D3-1BA6-4C49-929C-920A11C51B6D}"/>
          </ac:picMkLst>
        </pc:picChg>
        <pc:picChg chg="add">
          <ac:chgData name="WILLIAM RICARDO AGUILAR PIÑA" userId="25538c52-b196-49fc-9025-2dd86a54f18a" providerId="ADAL" clId="{3897429E-0D74-4AFD-848A-EE1D60E4EA35}" dt="2018-11-21T19:45:42.322" v="30"/>
          <ac:picMkLst>
            <pc:docMk/>
            <pc:sldMk cId="3548734390" sldId="322"/>
            <ac:picMk id="12" creationId="{0046E837-01AB-4166-8E91-F410D4069812}"/>
          </ac:picMkLst>
        </pc:picChg>
      </pc:sldChg>
      <pc:sldChg chg="addSp delSp modSp">
        <pc:chgData name="WILLIAM RICARDO AGUILAR PIÑA" userId="25538c52-b196-49fc-9025-2dd86a54f18a" providerId="ADAL" clId="{3897429E-0D74-4AFD-848A-EE1D60E4EA35}" dt="2018-11-21T19:49:48.355" v="97" actId="20577"/>
        <pc:sldMkLst>
          <pc:docMk/>
          <pc:sldMk cId="1763800899" sldId="323"/>
        </pc:sldMkLst>
        <pc:spChg chg="mod">
          <ac:chgData name="WILLIAM RICARDO AGUILAR PIÑA" userId="25538c52-b196-49fc-9025-2dd86a54f18a" providerId="ADAL" clId="{3897429E-0D74-4AFD-848A-EE1D60E4EA35}" dt="2018-11-13T14:21:02.767" v="6" actId="6549"/>
          <ac:spMkLst>
            <pc:docMk/>
            <pc:sldMk cId="1763800899" sldId="323"/>
            <ac:spMk id="8" creationId="{00000000-0000-0000-0000-000000000000}"/>
          </ac:spMkLst>
        </pc:spChg>
        <pc:spChg chg="add mod">
          <ac:chgData name="WILLIAM RICARDO AGUILAR PIÑA" userId="25538c52-b196-49fc-9025-2dd86a54f18a" providerId="ADAL" clId="{3897429E-0D74-4AFD-848A-EE1D60E4EA35}" dt="2018-11-21T19:49:48.355" v="97" actId="20577"/>
          <ac:spMkLst>
            <pc:docMk/>
            <pc:sldMk cId="1763800899" sldId="323"/>
            <ac:spMk id="9" creationId="{721C5732-07B7-42D7-B7B1-226FB782C9A1}"/>
          </ac:spMkLst>
        </pc:spChg>
        <pc:spChg chg="del">
          <ac:chgData name="WILLIAM RICARDO AGUILAR PIÑA" userId="25538c52-b196-49fc-9025-2dd86a54f18a" providerId="ADAL" clId="{3897429E-0D74-4AFD-848A-EE1D60E4EA35}" dt="2018-11-21T19:45:56.487" v="41" actId="478"/>
          <ac:spMkLst>
            <pc:docMk/>
            <pc:sldMk cId="1763800899" sldId="323"/>
            <ac:spMk id="10" creationId="{FFA2EA99-79C8-463F-BD00-7B1F165D6718}"/>
          </ac:spMkLst>
        </pc:spChg>
        <pc:picChg chg="add">
          <ac:chgData name="WILLIAM RICARDO AGUILAR PIÑA" userId="25538c52-b196-49fc-9025-2dd86a54f18a" providerId="ADAL" clId="{3897429E-0D74-4AFD-848A-EE1D60E4EA35}" dt="2018-11-21T19:45:56.838" v="42"/>
          <ac:picMkLst>
            <pc:docMk/>
            <pc:sldMk cId="1763800899" sldId="323"/>
            <ac:picMk id="11" creationId="{A6EB3E6C-D7EB-4761-8875-1B2542D958D3}"/>
          </ac:picMkLst>
        </pc:picChg>
      </pc:sldChg>
      <pc:sldChg chg="addSp delSp modSp">
        <pc:chgData name="WILLIAM RICARDO AGUILAR PIÑA" userId="25538c52-b196-49fc-9025-2dd86a54f18a" providerId="ADAL" clId="{3897429E-0D74-4AFD-848A-EE1D60E4EA35}" dt="2018-11-21T19:49:37.461" v="91" actId="1076"/>
        <pc:sldMkLst>
          <pc:docMk/>
          <pc:sldMk cId="3038733521" sldId="324"/>
        </pc:sldMkLst>
        <pc:spChg chg="add">
          <ac:chgData name="WILLIAM RICARDO AGUILAR PIÑA" userId="25538c52-b196-49fc-9025-2dd86a54f18a" providerId="ADAL" clId="{3897429E-0D74-4AFD-848A-EE1D60E4EA35}" dt="2018-11-21T19:45:54.512" v="40"/>
          <ac:spMkLst>
            <pc:docMk/>
            <pc:sldMk cId="3038733521" sldId="324"/>
            <ac:spMk id="6" creationId="{9DC002FB-37C6-4835-BD6E-42B35CC5627B}"/>
          </ac:spMkLst>
        </pc:spChg>
        <pc:spChg chg="mod">
          <ac:chgData name="WILLIAM RICARDO AGUILAR PIÑA" userId="25538c52-b196-49fc-9025-2dd86a54f18a" providerId="ADAL" clId="{3897429E-0D74-4AFD-848A-EE1D60E4EA35}" dt="2018-11-21T19:49:37.461" v="91" actId="1076"/>
          <ac:spMkLst>
            <pc:docMk/>
            <pc:sldMk cId="3038733521" sldId="324"/>
            <ac:spMk id="8" creationId="{00000000-0000-0000-0000-000000000000}"/>
          </ac:spMkLst>
        </pc:spChg>
        <pc:spChg chg="del">
          <ac:chgData name="WILLIAM RICARDO AGUILAR PIÑA" userId="25538c52-b196-49fc-9025-2dd86a54f18a" providerId="ADAL" clId="{3897429E-0D74-4AFD-848A-EE1D60E4EA35}" dt="2018-11-21T19:45:53.907" v="39" actId="478"/>
          <ac:spMkLst>
            <pc:docMk/>
            <pc:sldMk cId="3038733521" sldId="324"/>
            <ac:spMk id="12" creationId="{10DDDA7E-B363-4AC5-B9B2-43C7205F72A7}"/>
          </ac:spMkLst>
        </pc:spChg>
        <pc:picChg chg="add">
          <ac:chgData name="WILLIAM RICARDO AGUILAR PIÑA" userId="25538c52-b196-49fc-9025-2dd86a54f18a" providerId="ADAL" clId="{3897429E-0D74-4AFD-848A-EE1D60E4EA35}" dt="2018-11-21T19:45:54.512" v="40"/>
          <ac:picMkLst>
            <pc:docMk/>
            <pc:sldMk cId="3038733521" sldId="324"/>
            <ac:picMk id="7" creationId="{28F51065-620E-4D38-B6CA-000C16421F79}"/>
          </ac:picMkLst>
        </pc:picChg>
      </pc:sldChg>
      <pc:sldChg chg="addSp delSp modSp">
        <pc:chgData name="WILLIAM RICARDO AGUILAR PIÑA" userId="25538c52-b196-49fc-9025-2dd86a54f18a" providerId="ADAL" clId="{3897429E-0D74-4AFD-848A-EE1D60E4EA35}" dt="2018-11-21T19:55:32.206" v="157" actId="790"/>
        <pc:sldMkLst>
          <pc:docMk/>
          <pc:sldMk cId="474484579" sldId="325"/>
        </pc:sldMkLst>
        <pc:spChg chg="mod">
          <ac:chgData name="WILLIAM RICARDO AGUILAR PIÑA" userId="25538c52-b196-49fc-9025-2dd86a54f18a" providerId="ADAL" clId="{3897429E-0D74-4AFD-848A-EE1D60E4EA35}" dt="2018-11-21T19:55:32.206" v="157" actId="790"/>
          <ac:spMkLst>
            <pc:docMk/>
            <pc:sldMk cId="474484579" sldId="325"/>
            <ac:spMk id="8" creationId="{00000000-0000-0000-0000-000000000000}"/>
          </ac:spMkLst>
        </pc:spChg>
        <pc:spChg chg="del">
          <ac:chgData name="WILLIAM RICARDO AGUILAR PIÑA" userId="25538c52-b196-49fc-9025-2dd86a54f18a" providerId="ADAL" clId="{3897429E-0D74-4AFD-848A-EE1D60E4EA35}" dt="2018-11-21T19:45:44.163" v="31" actId="478"/>
          <ac:spMkLst>
            <pc:docMk/>
            <pc:sldMk cId="474484579" sldId="325"/>
            <ac:spMk id="10" creationId="{FFA2EA99-79C8-463F-BD00-7B1F165D6718}"/>
          </ac:spMkLst>
        </pc:spChg>
        <pc:spChg chg="mod">
          <ac:chgData name="WILLIAM RICARDO AGUILAR PIÑA" userId="25538c52-b196-49fc-9025-2dd86a54f18a" providerId="ADAL" clId="{3897429E-0D74-4AFD-848A-EE1D60E4EA35}" dt="2018-11-21T19:55:32.206" v="157" actId="790"/>
          <ac:spMkLst>
            <pc:docMk/>
            <pc:sldMk cId="474484579" sldId="325"/>
            <ac:spMk id="11" creationId="{54C47AA2-37B9-4988-B178-D07D483B1D29}"/>
          </ac:spMkLst>
        </pc:spChg>
        <pc:spChg chg="mod">
          <ac:chgData name="WILLIAM RICARDO AGUILAR PIÑA" userId="25538c52-b196-49fc-9025-2dd86a54f18a" providerId="ADAL" clId="{3897429E-0D74-4AFD-848A-EE1D60E4EA35}" dt="2018-11-21T19:55:32.206" v="157" actId="790"/>
          <ac:spMkLst>
            <pc:docMk/>
            <pc:sldMk cId="474484579" sldId="325"/>
            <ac:spMk id="13" creationId="{685BDB34-DFC6-498A-9756-DFC193B24EE9}"/>
          </ac:spMkLst>
        </pc:spChg>
        <pc:spChg chg="mod">
          <ac:chgData name="WILLIAM RICARDO AGUILAR PIÑA" userId="25538c52-b196-49fc-9025-2dd86a54f18a" providerId="ADAL" clId="{3897429E-0D74-4AFD-848A-EE1D60E4EA35}" dt="2018-11-21T19:55:32.206" v="157" actId="790"/>
          <ac:spMkLst>
            <pc:docMk/>
            <pc:sldMk cId="474484579" sldId="325"/>
            <ac:spMk id="14" creationId="{9FD8748C-E9FE-471C-949E-C723BDFC2692}"/>
          </ac:spMkLst>
        </pc:spChg>
        <pc:spChg chg="mod">
          <ac:chgData name="WILLIAM RICARDO AGUILAR PIÑA" userId="25538c52-b196-49fc-9025-2dd86a54f18a" providerId="ADAL" clId="{3897429E-0D74-4AFD-848A-EE1D60E4EA35}" dt="2018-11-21T19:55:32.206" v="157" actId="790"/>
          <ac:spMkLst>
            <pc:docMk/>
            <pc:sldMk cId="474484579" sldId="325"/>
            <ac:spMk id="15" creationId="{56FBD84C-7297-490C-9B31-DF781AAF3208}"/>
          </ac:spMkLst>
        </pc:spChg>
        <pc:spChg chg="mod">
          <ac:chgData name="WILLIAM RICARDO AGUILAR PIÑA" userId="25538c52-b196-49fc-9025-2dd86a54f18a" providerId="ADAL" clId="{3897429E-0D74-4AFD-848A-EE1D60E4EA35}" dt="2018-11-21T19:55:32.206" v="157" actId="790"/>
          <ac:spMkLst>
            <pc:docMk/>
            <pc:sldMk cId="474484579" sldId="325"/>
            <ac:spMk id="16" creationId="{BB7D4511-61B8-483A-A098-9B04A130EDB3}"/>
          </ac:spMkLst>
        </pc:spChg>
        <pc:spChg chg="add del">
          <ac:chgData name="WILLIAM RICARDO AGUILAR PIÑA" userId="25538c52-b196-49fc-9025-2dd86a54f18a" providerId="ADAL" clId="{3897429E-0D74-4AFD-848A-EE1D60E4EA35}" dt="2018-11-21T19:49:23.203" v="84" actId="478"/>
          <ac:spMkLst>
            <pc:docMk/>
            <pc:sldMk cId="474484579" sldId="325"/>
            <ac:spMk id="20" creationId="{D7FA02B0-4A98-4B00-8E0A-7790B95F0387}"/>
          </ac:spMkLst>
        </pc:spChg>
        <pc:spChg chg="mod">
          <ac:chgData name="WILLIAM RICARDO AGUILAR PIÑA" userId="25538c52-b196-49fc-9025-2dd86a54f18a" providerId="ADAL" clId="{3897429E-0D74-4AFD-848A-EE1D60E4EA35}" dt="2018-11-21T19:55:32.206" v="157" actId="790"/>
          <ac:spMkLst>
            <pc:docMk/>
            <pc:sldMk cId="474484579" sldId="325"/>
            <ac:spMk id="21" creationId="{26BE0353-57FE-4192-A799-28DA93F7BDA7}"/>
          </ac:spMkLst>
        </pc:spChg>
        <pc:spChg chg="mod">
          <ac:chgData name="WILLIAM RICARDO AGUILAR PIÑA" userId="25538c52-b196-49fc-9025-2dd86a54f18a" providerId="ADAL" clId="{3897429E-0D74-4AFD-848A-EE1D60E4EA35}" dt="2018-11-21T19:55:32.206" v="157" actId="790"/>
          <ac:spMkLst>
            <pc:docMk/>
            <pc:sldMk cId="474484579" sldId="325"/>
            <ac:spMk id="22" creationId="{B5F7BB23-19FE-4DB8-ABF2-E7C59124670B}"/>
          </ac:spMkLst>
        </pc:spChg>
        <pc:spChg chg="mod">
          <ac:chgData name="WILLIAM RICARDO AGUILAR PIÑA" userId="25538c52-b196-49fc-9025-2dd86a54f18a" providerId="ADAL" clId="{3897429E-0D74-4AFD-848A-EE1D60E4EA35}" dt="2018-11-21T19:55:32.206" v="157" actId="790"/>
          <ac:spMkLst>
            <pc:docMk/>
            <pc:sldMk cId="474484579" sldId="325"/>
            <ac:spMk id="23" creationId="{4189B05C-E86D-4580-BEA0-D457A17F576E}"/>
          </ac:spMkLst>
        </pc:spChg>
        <pc:spChg chg="mod">
          <ac:chgData name="WILLIAM RICARDO AGUILAR PIÑA" userId="25538c52-b196-49fc-9025-2dd86a54f18a" providerId="ADAL" clId="{3897429E-0D74-4AFD-848A-EE1D60E4EA35}" dt="2018-11-21T19:55:32.206" v="157" actId="790"/>
          <ac:spMkLst>
            <pc:docMk/>
            <pc:sldMk cId="474484579" sldId="325"/>
            <ac:spMk id="25" creationId="{CDE7AB66-9193-4238-8B12-8D1E2E9852B5}"/>
          </ac:spMkLst>
        </pc:spChg>
        <pc:spChg chg="add mod">
          <ac:chgData name="WILLIAM RICARDO AGUILAR PIÑA" userId="25538c52-b196-49fc-9025-2dd86a54f18a" providerId="ADAL" clId="{3897429E-0D74-4AFD-848A-EE1D60E4EA35}" dt="2018-11-21T19:55:32.206" v="157" actId="790"/>
          <ac:spMkLst>
            <pc:docMk/>
            <pc:sldMk cId="474484579" sldId="325"/>
            <ac:spMk id="26" creationId="{C7C7533B-E59A-4C20-82F5-C816E8922322}"/>
          </ac:spMkLst>
        </pc:spChg>
        <pc:spChg chg="mod">
          <ac:chgData name="WILLIAM RICARDO AGUILAR PIÑA" userId="25538c52-b196-49fc-9025-2dd86a54f18a" providerId="ADAL" clId="{3897429E-0D74-4AFD-848A-EE1D60E4EA35}" dt="2018-11-21T19:55:32.206" v="157" actId="790"/>
          <ac:spMkLst>
            <pc:docMk/>
            <pc:sldMk cId="474484579" sldId="325"/>
            <ac:spMk id="27" creationId="{B4033CE6-DCA5-420C-95BE-0E3C5F6F3BF5}"/>
          </ac:spMkLst>
        </pc:spChg>
        <pc:spChg chg="mod">
          <ac:chgData name="WILLIAM RICARDO AGUILAR PIÑA" userId="25538c52-b196-49fc-9025-2dd86a54f18a" providerId="ADAL" clId="{3897429E-0D74-4AFD-848A-EE1D60E4EA35}" dt="2018-11-21T19:55:32.206" v="157" actId="790"/>
          <ac:spMkLst>
            <pc:docMk/>
            <pc:sldMk cId="474484579" sldId="325"/>
            <ac:spMk id="28" creationId="{8BAA3E91-6952-48BB-A539-8DECDB094325}"/>
          </ac:spMkLst>
        </pc:spChg>
        <pc:spChg chg="mod">
          <ac:chgData name="WILLIAM RICARDO AGUILAR PIÑA" userId="25538c52-b196-49fc-9025-2dd86a54f18a" providerId="ADAL" clId="{3897429E-0D74-4AFD-848A-EE1D60E4EA35}" dt="2018-11-21T19:55:32.206" v="157" actId="790"/>
          <ac:spMkLst>
            <pc:docMk/>
            <pc:sldMk cId="474484579" sldId="325"/>
            <ac:spMk id="29" creationId="{8F5F6667-B774-40A3-B02F-C811DAE29DF5}"/>
          </ac:spMkLst>
        </pc:spChg>
        <pc:spChg chg="mod">
          <ac:chgData name="WILLIAM RICARDO AGUILAR PIÑA" userId="25538c52-b196-49fc-9025-2dd86a54f18a" providerId="ADAL" clId="{3897429E-0D74-4AFD-848A-EE1D60E4EA35}" dt="2018-11-21T19:55:32.206" v="157" actId="790"/>
          <ac:spMkLst>
            <pc:docMk/>
            <pc:sldMk cId="474484579" sldId="325"/>
            <ac:spMk id="22530" creationId="{00000000-0000-0000-0000-000000000000}"/>
          </ac:spMkLst>
        </pc:spChg>
        <pc:picChg chg="add">
          <ac:chgData name="WILLIAM RICARDO AGUILAR PIÑA" userId="25538c52-b196-49fc-9025-2dd86a54f18a" providerId="ADAL" clId="{3897429E-0D74-4AFD-848A-EE1D60E4EA35}" dt="2018-11-21T19:45:44.475" v="32"/>
          <ac:picMkLst>
            <pc:docMk/>
            <pc:sldMk cId="474484579" sldId="325"/>
            <ac:picMk id="24" creationId="{697802E8-1F39-42CE-8B12-9C54DA6D725B}"/>
          </ac:picMkLst>
        </pc:picChg>
      </pc:sldChg>
      <pc:sldChg chg="addSp delSp">
        <pc:chgData name="WILLIAM RICARDO AGUILAR PIÑA" userId="25538c52-b196-49fc-9025-2dd86a54f18a" providerId="ADAL" clId="{3897429E-0D74-4AFD-848A-EE1D60E4EA35}" dt="2018-11-21T19:49:28.055" v="87"/>
        <pc:sldMkLst>
          <pc:docMk/>
          <pc:sldMk cId="2061094518" sldId="326"/>
        </pc:sldMkLst>
        <pc:spChg chg="del">
          <ac:chgData name="WILLIAM RICARDO AGUILAR PIÑA" userId="25538c52-b196-49fc-9025-2dd86a54f18a" providerId="ADAL" clId="{3897429E-0D74-4AFD-848A-EE1D60E4EA35}" dt="2018-11-21T19:45:46.236" v="33" actId="478"/>
          <ac:spMkLst>
            <pc:docMk/>
            <pc:sldMk cId="2061094518" sldId="326"/>
            <ac:spMk id="10" creationId="{FFA2EA99-79C8-463F-BD00-7B1F165D6718}"/>
          </ac:spMkLst>
        </pc:spChg>
        <pc:spChg chg="add del">
          <ac:chgData name="WILLIAM RICARDO AGUILAR PIÑA" userId="25538c52-b196-49fc-9025-2dd86a54f18a" providerId="ADAL" clId="{3897429E-0D74-4AFD-848A-EE1D60E4EA35}" dt="2018-11-21T19:49:27.706" v="86" actId="478"/>
          <ac:spMkLst>
            <pc:docMk/>
            <pc:sldMk cId="2061094518" sldId="326"/>
            <ac:spMk id="11" creationId="{F08ABC80-5F77-48F6-9C54-3AEFF9756437}"/>
          </ac:spMkLst>
        </pc:spChg>
        <pc:spChg chg="add">
          <ac:chgData name="WILLIAM RICARDO AGUILAR PIÑA" userId="25538c52-b196-49fc-9025-2dd86a54f18a" providerId="ADAL" clId="{3897429E-0D74-4AFD-848A-EE1D60E4EA35}" dt="2018-11-21T19:49:28.055" v="87"/>
          <ac:spMkLst>
            <pc:docMk/>
            <pc:sldMk cId="2061094518" sldId="326"/>
            <ac:spMk id="13" creationId="{1C7B18F7-D70A-4899-A90C-98A42F8B939C}"/>
          </ac:spMkLst>
        </pc:spChg>
        <pc:picChg chg="add">
          <ac:chgData name="WILLIAM RICARDO AGUILAR PIÑA" userId="25538c52-b196-49fc-9025-2dd86a54f18a" providerId="ADAL" clId="{3897429E-0D74-4AFD-848A-EE1D60E4EA35}" dt="2018-11-21T19:45:46.509" v="34"/>
          <ac:picMkLst>
            <pc:docMk/>
            <pc:sldMk cId="2061094518" sldId="326"/>
            <ac:picMk id="12" creationId="{4361E3F2-2D74-4EC6-B1DC-00525A73EE3C}"/>
          </ac:picMkLst>
        </pc:picChg>
      </pc:sldChg>
      <pc:sldChg chg="addSp delSp modSp">
        <pc:chgData name="WILLIAM RICARDO AGUILAR PIÑA" userId="25538c52-b196-49fc-9025-2dd86a54f18a" providerId="ADAL" clId="{3897429E-0D74-4AFD-848A-EE1D60E4EA35}" dt="2018-11-21T19:55:55.030" v="160" actId="1076"/>
        <pc:sldMkLst>
          <pc:docMk/>
          <pc:sldMk cId="1534095355" sldId="327"/>
        </pc:sldMkLst>
        <pc:spChg chg="mod">
          <ac:chgData name="WILLIAM RICARDO AGUILAR PIÑA" userId="25538c52-b196-49fc-9025-2dd86a54f18a" providerId="ADAL" clId="{3897429E-0D74-4AFD-848A-EE1D60E4EA35}" dt="2018-11-21T19:55:55.030" v="160" actId="1076"/>
          <ac:spMkLst>
            <pc:docMk/>
            <pc:sldMk cId="1534095355" sldId="327"/>
            <ac:spMk id="8" creationId="{00000000-0000-0000-0000-000000000000}"/>
          </ac:spMkLst>
        </pc:spChg>
        <pc:spChg chg="add del">
          <ac:chgData name="WILLIAM RICARDO AGUILAR PIÑA" userId="25538c52-b196-49fc-9025-2dd86a54f18a" providerId="ADAL" clId="{3897429E-0D74-4AFD-848A-EE1D60E4EA35}" dt="2018-11-21T19:45:48.697" v="36" actId="478"/>
          <ac:spMkLst>
            <pc:docMk/>
            <pc:sldMk cId="1534095355" sldId="327"/>
            <ac:spMk id="9" creationId="{606470B1-48D7-4C6B-95C5-21CE80166189}"/>
          </ac:spMkLst>
        </pc:spChg>
        <pc:spChg chg="del">
          <ac:chgData name="WILLIAM RICARDO AGUILAR PIÑA" userId="25538c52-b196-49fc-9025-2dd86a54f18a" providerId="ADAL" clId="{3897429E-0D74-4AFD-848A-EE1D60E4EA35}" dt="2018-11-21T19:45:51.110" v="37" actId="478"/>
          <ac:spMkLst>
            <pc:docMk/>
            <pc:sldMk cId="1534095355" sldId="327"/>
            <ac:spMk id="10" creationId="{FFA2EA99-79C8-463F-BD00-7B1F165D6718}"/>
          </ac:spMkLst>
        </pc:spChg>
        <pc:spChg chg="add del">
          <ac:chgData name="WILLIAM RICARDO AGUILAR PIÑA" userId="25538c52-b196-49fc-9025-2dd86a54f18a" providerId="ADAL" clId="{3897429E-0D74-4AFD-848A-EE1D60E4EA35}" dt="2018-11-21T19:49:29.962" v="88" actId="478"/>
          <ac:spMkLst>
            <pc:docMk/>
            <pc:sldMk cId="1534095355" sldId="327"/>
            <ac:spMk id="12" creationId="{4ADE534C-3245-444D-AB54-DADC8BC9BFBB}"/>
          </ac:spMkLst>
        </pc:spChg>
        <pc:spChg chg="add">
          <ac:chgData name="WILLIAM RICARDO AGUILAR PIÑA" userId="25538c52-b196-49fc-9025-2dd86a54f18a" providerId="ADAL" clId="{3897429E-0D74-4AFD-848A-EE1D60E4EA35}" dt="2018-11-21T19:49:30.216" v="89"/>
          <ac:spMkLst>
            <pc:docMk/>
            <pc:sldMk cId="1534095355" sldId="327"/>
            <ac:spMk id="14" creationId="{9C406ECF-4864-4630-961A-F2055D55131B}"/>
          </ac:spMkLst>
        </pc:spChg>
        <pc:picChg chg="add del">
          <ac:chgData name="WILLIAM RICARDO AGUILAR PIÑA" userId="25538c52-b196-49fc-9025-2dd86a54f18a" providerId="ADAL" clId="{3897429E-0D74-4AFD-848A-EE1D60E4EA35}" dt="2018-11-21T19:45:48.697" v="36" actId="478"/>
          <ac:picMkLst>
            <pc:docMk/>
            <pc:sldMk cId="1534095355" sldId="327"/>
            <ac:picMk id="11" creationId="{4678D6FF-0146-4300-9982-D7EF0409F4C1}"/>
          </ac:picMkLst>
        </pc:picChg>
        <pc:picChg chg="add">
          <ac:chgData name="WILLIAM RICARDO AGUILAR PIÑA" userId="25538c52-b196-49fc-9025-2dd86a54f18a" providerId="ADAL" clId="{3897429E-0D74-4AFD-848A-EE1D60E4EA35}" dt="2018-11-21T19:45:51.407" v="38"/>
          <ac:picMkLst>
            <pc:docMk/>
            <pc:sldMk cId="1534095355" sldId="327"/>
            <ac:picMk id="13" creationId="{050548C1-0BD0-4EE6-9DED-215A4DF3D911}"/>
          </ac:picMkLst>
        </pc:picChg>
      </pc:sldChg>
      <pc:sldChg chg="addSp delSp">
        <pc:chgData name="WILLIAM RICARDO AGUILAR PIÑA" userId="25538c52-b196-49fc-9025-2dd86a54f18a" providerId="ADAL" clId="{3897429E-0D74-4AFD-848A-EE1D60E4EA35}" dt="2018-11-21T19:46:04.506" v="48"/>
        <pc:sldMkLst>
          <pc:docMk/>
          <pc:sldMk cId="53664085" sldId="328"/>
        </pc:sldMkLst>
        <pc:spChg chg="add">
          <ac:chgData name="WILLIAM RICARDO AGUILAR PIÑA" userId="25538c52-b196-49fc-9025-2dd86a54f18a" providerId="ADAL" clId="{3897429E-0D74-4AFD-848A-EE1D60E4EA35}" dt="2018-11-21T19:46:04.506" v="48"/>
          <ac:spMkLst>
            <pc:docMk/>
            <pc:sldMk cId="53664085" sldId="328"/>
            <ac:spMk id="6" creationId="{7A61B956-0D83-4EB7-9FDD-A6006AF48D05}"/>
          </ac:spMkLst>
        </pc:spChg>
        <pc:spChg chg="del">
          <ac:chgData name="WILLIAM RICARDO AGUILAR PIÑA" userId="25538c52-b196-49fc-9025-2dd86a54f18a" providerId="ADAL" clId="{3897429E-0D74-4AFD-848A-EE1D60E4EA35}" dt="2018-11-21T19:46:04.258" v="47" actId="478"/>
          <ac:spMkLst>
            <pc:docMk/>
            <pc:sldMk cId="53664085" sldId="328"/>
            <ac:spMk id="12" creationId="{10DDDA7E-B363-4AC5-B9B2-43C7205F72A7}"/>
          </ac:spMkLst>
        </pc:spChg>
        <pc:picChg chg="add">
          <ac:chgData name="WILLIAM RICARDO AGUILAR PIÑA" userId="25538c52-b196-49fc-9025-2dd86a54f18a" providerId="ADAL" clId="{3897429E-0D74-4AFD-848A-EE1D60E4EA35}" dt="2018-11-21T19:46:04.506" v="48"/>
          <ac:picMkLst>
            <pc:docMk/>
            <pc:sldMk cId="53664085" sldId="328"/>
            <ac:picMk id="7" creationId="{62E323CB-7708-4BA6-BE1A-E87F94C46DCD}"/>
          </ac:picMkLst>
        </pc:picChg>
      </pc:sldChg>
      <pc:sldChg chg="addSp delSp modSp">
        <pc:chgData name="WILLIAM RICARDO AGUILAR PIÑA" userId="25538c52-b196-49fc-9025-2dd86a54f18a" providerId="ADAL" clId="{3897429E-0D74-4AFD-848A-EE1D60E4EA35}" dt="2018-11-21T19:50:12.063" v="106" actId="20577"/>
        <pc:sldMkLst>
          <pc:docMk/>
          <pc:sldMk cId="2231134456" sldId="329"/>
        </pc:sldMkLst>
        <pc:spChg chg="del">
          <ac:chgData name="WILLIAM RICARDO AGUILAR PIÑA" userId="25538c52-b196-49fc-9025-2dd86a54f18a" providerId="ADAL" clId="{3897429E-0D74-4AFD-848A-EE1D60E4EA35}" dt="2018-11-21T19:46:06.347" v="49" actId="478"/>
          <ac:spMkLst>
            <pc:docMk/>
            <pc:sldMk cId="2231134456" sldId="329"/>
            <ac:spMk id="10" creationId="{FFA2EA99-79C8-463F-BD00-7B1F165D6718}"/>
          </ac:spMkLst>
        </pc:spChg>
        <pc:spChg chg="add mod">
          <ac:chgData name="WILLIAM RICARDO AGUILAR PIÑA" userId="25538c52-b196-49fc-9025-2dd86a54f18a" providerId="ADAL" clId="{3897429E-0D74-4AFD-848A-EE1D60E4EA35}" dt="2018-11-21T19:50:12.063" v="106" actId="20577"/>
          <ac:spMkLst>
            <pc:docMk/>
            <pc:sldMk cId="2231134456" sldId="329"/>
            <ac:spMk id="12" creationId="{5645D034-4492-4702-8266-D83E6AF7454C}"/>
          </ac:spMkLst>
        </pc:spChg>
        <pc:picChg chg="add">
          <ac:chgData name="WILLIAM RICARDO AGUILAR PIÑA" userId="25538c52-b196-49fc-9025-2dd86a54f18a" providerId="ADAL" clId="{3897429E-0D74-4AFD-848A-EE1D60E4EA35}" dt="2018-11-21T19:46:06.541" v="50"/>
          <ac:picMkLst>
            <pc:docMk/>
            <pc:sldMk cId="2231134456" sldId="329"/>
            <ac:picMk id="13" creationId="{CED43182-5734-4736-A12E-2678284070C8}"/>
          </ac:picMkLst>
        </pc:picChg>
      </pc:sldChg>
      <pc:sldChg chg="addSp delSp modSp">
        <pc:chgData name="WILLIAM RICARDO AGUILAR PIÑA" userId="25538c52-b196-49fc-9025-2dd86a54f18a" providerId="ADAL" clId="{3897429E-0D74-4AFD-848A-EE1D60E4EA35}" dt="2018-11-21T19:56:47.490" v="166" actId="790"/>
        <pc:sldMkLst>
          <pc:docMk/>
          <pc:sldMk cId="3215476224" sldId="330"/>
        </pc:sldMkLst>
        <pc:spChg chg="mod">
          <ac:chgData name="WILLIAM RICARDO AGUILAR PIÑA" userId="25538c52-b196-49fc-9025-2dd86a54f18a" providerId="ADAL" clId="{3897429E-0D74-4AFD-848A-EE1D60E4EA35}" dt="2018-11-21T19:56:47.490" v="166" actId="790"/>
          <ac:spMkLst>
            <pc:docMk/>
            <pc:sldMk cId="3215476224" sldId="330"/>
            <ac:spMk id="8" creationId="{00000000-0000-0000-0000-000000000000}"/>
          </ac:spMkLst>
        </pc:spChg>
        <pc:spChg chg="add del">
          <ac:chgData name="WILLIAM RICARDO AGUILAR PIÑA" userId="25538c52-b196-49fc-9025-2dd86a54f18a" providerId="ADAL" clId="{3897429E-0D74-4AFD-848A-EE1D60E4EA35}" dt="2018-11-21T19:50:17.529" v="107" actId="478"/>
          <ac:spMkLst>
            <pc:docMk/>
            <pc:sldMk cId="3215476224" sldId="330"/>
            <ac:spMk id="9" creationId="{B44AA193-42BC-4CCD-BE21-B279BA8CB09F}"/>
          </ac:spMkLst>
        </pc:spChg>
        <pc:spChg chg="del">
          <ac:chgData name="WILLIAM RICARDO AGUILAR PIÑA" userId="25538c52-b196-49fc-9025-2dd86a54f18a" providerId="ADAL" clId="{3897429E-0D74-4AFD-848A-EE1D60E4EA35}" dt="2018-11-21T19:46:10.419" v="51" actId="478"/>
          <ac:spMkLst>
            <pc:docMk/>
            <pc:sldMk cId="3215476224" sldId="330"/>
            <ac:spMk id="10" creationId="{FFA2EA99-79C8-463F-BD00-7B1F165D6718}"/>
          </ac:spMkLst>
        </pc:spChg>
        <pc:spChg chg="add mod">
          <ac:chgData name="WILLIAM RICARDO AGUILAR PIÑA" userId="25538c52-b196-49fc-9025-2dd86a54f18a" providerId="ADAL" clId="{3897429E-0D74-4AFD-848A-EE1D60E4EA35}" dt="2018-11-21T19:56:47.490" v="166" actId="790"/>
          <ac:spMkLst>
            <pc:docMk/>
            <pc:sldMk cId="3215476224" sldId="330"/>
            <ac:spMk id="13" creationId="{E3E3DA0D-5452-4B88-9428-3489E45AF1B8}"/>
          </ac:spMkLst>
        </pc:spChg>
        <pc:spChg chg="mod">
          <ac:chgData name="WILLIAM RICARDO AGUILAR PIÑA" userId="25538c52-b196-49fc-9025-2dd86a54f18a" providerId="ADAL" clId="{3897429E-0D74-4AFD-848A-EE1D60E4EA35}" dt="2018-11-21T19:56:47.490" v="166" actId="790"/>
          <ac:spMkLst>
            <pc:docMk/>
            <pc:sldMk cId="3215476224" sldId="330"/>
            <ac:spMk id="22530" creationId="{00000000-0000-0000-0000-000000000000}"/>
          </ac:spMkLst>
        </pc:spChg>
        <pc:picChg chg="add">
          <ac:chgData name="WILLIAM RICARDO AGUILAR PIÑA" userId="25538c52-b196-49fc-9025-2dd86a54f18a" providerId="ADAL" clId="{3897429E-0D74-4AFD-848A-EE1D60E4EA35}" dt="2018-11-21T19:46:10.606" v="52"/>
          <ac:picMkLst>
            <pc:docMk/>
            <pc:sldMk cId="3215476224" sldId="330"/>
            <ac:picMk id="12" creationId="{AE04C757-6D44-4D85-AC99-104CBE7F6C8A}"/>
          </ac:picMkLst>
        </pc:picChg>
      </pc:sldChg>
      <pc:sldChg chg="addSp delSp">
        <pc:chgData name="WILLIAM RICARDO AGUILAR PIÑA" userId="25538c52-b196-49fc-9025-2dd86a54f18a" providerId="ADAL" clId="{3897429E-0D74-4AFD-848A-EE1D60E4EA35}" dt="2018-11-21T19:49:56.619" v="99"/>
        <pc:sldMkLst>
          <pc:docMk/>
          <pc:sldMk cId="1141748754" sldId="331"/>
        </pc:sldMkLst>
        <pc:spChg chg="add del">
          <ac:chgData name="WILLIAM RICARDO AGUILAR PIÑA" userId="25538c52-b196-49fc-9025-2dd86a54f18a" providerId="ADAL" clId="{3897429E-0D74-4AFD-848A-EE1D60E4EA35}" dt="2018-11-21T19:49:56.399" v="98" actId="478"/>
          <ac:spMkLst>
            <pc:docMk/>
            <pc:sldMk cId="1141748754" sldId="331"/>
            <ac:spMk id="9" creationId="{83DE8FCD-FC5A-4C2C-A322-8A5D03E92E43}"/>
          </ac:spMkLst>
        </pc:spChg>
        <pc:spChg chg="del">
          <ac:chgData name="WILLIAM RICARDO AGUILAR PIÑA" userId="25538c52-b196-49fc-9025-2dd86a54f18a" providerId="ADAL" clId="{3897429E-0D74-4AFD-848A-EE1D60E4EA35}" dt="2018-11-21T19:45:58.771" v="43" actId="478"/>
          <ac:spMkLst>
            <pc:docMk/>
            <pc:sldMk cId="1141748754" sldId="331"/>
            <ac:spMk id="10" creationId="{FFA2EA99-79C8-463F-BD00-7B1F165D6718}"/>
          </ac:spMkLst>
        </pc:spChg>
        <pc:spChg chg="add">
          <ac:chgData name="WILLIAM RICARDO AGUILAR PIÑA" userId="25538c52-b196-49fc-9025-2dd86a54f18a" providerId="ADAL" clId="{3897429E-0D74-4AFD-848A-EE1D60E4EA35}" dt="2018-11-21T19:49:56.619" v="99"/>
          <ac:spMkLst>
            <pc:docMk/>
            <pc:sldMk cId="1141748754" sldId="331"/>
            <ac:spMk id="13" creationId="{4E455008-2382-4D11-B29E-C8FD2F829412}"/>
          </ac:spMkLst>
        </pc:spChg>
        <pc:picChg chg="add">
          <ac:chgData name="WILLIAM RICARDO AGUILAR PIÑA" userId="25538c52-b196-49fc-9025-2dd86a54f18a" providerId="ADAL" clId="{3897429E-0D74-4AFD-848A-EE1D60E4EA35}" dt="2018-11-21T19:45:59.157" v="44"/>
          <ac:picMkLst>
            <pc:docMk/>
            <pc:sldMk cId="1141748754" sldId="331"/>
            <ac:picMk id="12" creationId="{111889E1-B064-47B7-8992-FF9DD98623E7}"/>
          </ac:picMkLst>
        </pc:picChg>
      </pc:sldChg>
      <pc:sldChg chg="addSp delSp">
        <pc:chgData name="WILLIAM RICARDO AGUILAR PIÑA" userId="25538c52-b196-49fc-9025-2dd86a54f18a" providerId="ADAL" clId="{3897429E-0D74-4AFD-848A-EE1D60E4EA35}" dt="2018-11-21T19:49:58.606" v="101"/>
        <pc:sldMkLst>
          <pc:docMk/>
          <pc:sldMk cId="2756904046" sldId="332"/>
        </pc:sldMkLst>
        <pc:spChg chg="add del">
          <ac:chgData name="WILLIAM RICARDO AGUILAR PIÑA" userId="25538c52-b196-49fc-9025-2dd86a54f18a" providerId="ADAL" clId="{3897429E-0D74-4AFD-848A-EE1D60E4EA35}" dt="2018-11-21T19:49:58.418" v="100" actId="478"/>
          <ac:spMkLst>
            <pc:docMk/>
            <pc:sldMk cId="2756904046" sldId="332"/>
            <ac:spMk id="7" creationId="{C5E2F600-0B43-4C84-B525-CABAF1B7AB89}"/>
          </ac:spMkLst>
        </pc:spChg>
        <pc:spChg chg="del">
          <ac:chgData name="WILLIAM RICARDO AGUILAR PIÑA" userId="25538c52-b196-49fc-9025-2dd86a54f18a" providerId="ADAL" clId="{3897429E-0D74-4AFD-848A-EE1D60E4EA35}" dt="2018-11-21T19:46:01.293" v="45" actId="478"/>
          <ac:spMkLst>
            <pc:docMk/>
            <pc:sldMk cId="2756904046" sldId="332"/>
            <ac:spMk id="10" creationId="{FFA2EA99-79C8-463F-BD00-7B1F165D6718}"/>
          </ac:spMkLst>
        </pc:spChg>
        <pc:spChg chg="add">
          <ac:chgData name="WILLIAM RICARDO AGUILAR PIÑA" userId="25538c52-b196-49fc-9025-2dd86a54f18a" providerId="ADAL" clId="{3897429E-0D74-4AFD-848A-EE1D60E4EA35}" dt="2018-11-21T19:49:58.606" v="101"/>
          <ac:spMkLst>
            <pc:docMk/>
            <pc:sldMk cId="2756904046" sldId="332"/>
            <ac:spMk id="11" creationId="{BA3AEE95-287D-440A-B179-57E9971A8A09}"/>
          </ac:spMkLst>
        </pc:spChg>
        <pc:picChg chg="add">
          <ac:chgData name="WILLIAM RICARDO AGUILAR PIÑA" userId="25538c52-b196-49fc-9025-2dd86a54f18a" providerId="ADAL" clId="{3897429E-0D74-4AFD-848A-EE1D60E4EA35}" dt="2018-11-21T19:46:01.538" v="46"/>
          <ac:picMkLst>
            <pc:docMk/>
            <pc:sldMk cId="2756904046" sldId="332"/>
            <ac:picMk id="9" creationId="{C1ACEF95-51F1-478B-8E89-1969E21CED53}"/>
          </ac:picMkLst>
        </pc:picChg>
      </pc:sldChg>
      <pc:sldChg chg="addSp delSp modSp">
        <pc:chgData name="WILLIAM RICARDO AGUILAR PIÑA" userId="25538c52-b196-49fc-9025-2dd86a54f18a" providerId="ADAL" clId="{3897429E-0D74-4AFD-848A-EE1D60E4EA35}" dt="2018-11-21T19:50:21.352" v="110"/>
        <pc:sldMkLst>
          <pc:docMk/>
          <pc:sldMk cId="1551351300" sldId="333"/>
        </pc:sldMkLst>
        <pc:spChg chg="mod">
          <ac:chgData name="WILLIAM RICARDO AGUILAR PIÑA" userId="25538c52-b196-49fc-9025-2dd86a54f18a" providerId="ADAL" clId="{3897429E-0D74-4AFD-848A-EE1D60E4EA35}" dt="2018-11-13T13:30:39.924" v="2" actId="1036"/>
          <ac:spMkLst>
            <pc:docMk/>
            <pc:sldMk cId="1551351300" sldId="333"/>
            <ac:spMk id="8" creationId="{00000000-0000-0000-0000-000000000000}"/>
          </ac:spMkLst>
        </pc:spChg>
        <pc:spChg chg="del">
          <ac:chgData name="WILLIAM RICARDO AGUILAR PIÑA" userId="25538c52-b196-49fc-9025-2dd86a54f18a" providerId="ADAL" clId="{3897429E-0D74-4AFD-848A-EE1D60E4EA35}" dt="2018-11-21T19:46:12.483" v="53" actId="478"/>
          <ac:spMkLst>
            <pc:docMk/>
            <pc:sldMk cId="1551351300" sldId="333"/>
            <ac:spMk id="10" creationId="{FFA2EA99-79C8-463F-BD00-7B1F165D6718}"/>
          </ac:spMkLst>
        </pc:spChg>
        <pc:spChg chg="add del">
          <ac:chgData name="WILLIAM RICARDO AGUILAR PIÑA" userId="25538c52-b196-49fc-9025-2dd86a54f18a" providerId="ADAL" clId="{3897429E-0D74-4AFD-848A-EE1D60E4EA35}" dt="2018-11-21T19:50:21.116" v="109" actId="478"/>
          <ac:spMkLst>
            <pc:docMk/>
            <pc:sldMk cId="1551351300" sldId="333"/>
            <ac:spMk id="11" creationId="{66CEB5AD-FF13-4CC1-B4FD-E3DD1272F0B3}"/>
          </ac:spMkLst>
        </pc:spChg>
        <pc:spChg chg="add">
          <ac:chgData name="WILLIAM RICARDO AGUILAR PIÑA" userId="25538c52-b196-49fc-9025-2dd86a54f18a" providerId="ADAL" clId="{3897429E-0D74-4AFD-848A-EE1D60E4EA35}" dt="2018-11-21T19:50:21.352" v="110"/>
          <ac:spMkLst>
            <pc:docMk/>
            <pc:sldMk cId="1551351300" sldId="333"/>
            <ac:spMk id="13" creationId="{0D70C075-38B6-4921-B207-75A3E978505E}"/>
          </ac:spMkLst>
        </pc:spChg>
        <pc:picChg chg="add">
          <ac:chgData name="WILLIAM RICARDO AGUILAR PIÑA" userId="25538c52-b196-49fc-9025-2dd86a54f18a" providerId="ADAL" clId="{3897429E-0D74-4AFD-848A-EE1D60E4EA35}" dt="2018-11-21T19:46:12.717" v="54"/>
          <ac:picMkLst>
            <pc:docMk/>
            <pc:sldMk cId="1551351300" sldId="333"/>
            <ac:picMk id="12" creationId="{6596E71C-3C80-47E1-B421-A2C01E65226C}"/>
          </ac:picMkLst>
        </pc:picChg>
      </pc:sldChg>
      <pc:sldChg chg="addSp delSp modSp">
        <pc:chgData name="WILLIAM RICARDO AGUILAR PIÑA" userId="25538c52-b196-49fc-9025-2dd86a54f18a" providerId="ADAL" clId="{3897429E-0D74-4AFD-848A-EE1D60E4EA35}" dt="2018-11-21T19:50:23.258" v="112"/>
        <pc:sldMkLst>
          <pc:docMk/>
          <pc:sldMk cId="1117395348" sldId="334"/>
        </pc:sldMkLst>
        <pc:spChg chg="mod">
          <ac:chgData name="WILLIAM RICARDO AGUILAR PIÑA" userId="25538c52-b196-49fc-9025-2dd86a54f18a" providerId="ADAL" clId="{3897429E-0D74-4AFD-848A-EE1D60E4EA35}" dt="2018-11-13T13:30:47.877" v="3" actId="1036"/>
          <ac:spMkLst>
            <pc:docMk/>
            <pc:sldMk cId="1117395348" sldId="334"/>
            <ac:spMk id="8" creationId="{00000000-0000-0000-0000-000000000000}"/>
          </ac:spMkLst>
        </pc:spChg>
        <pc:spChg chg="del">
          <ac:chgData name="WILLIAM RICARDO AGUILAR PIÑA" userId="25538c52-b196-49fc-9025-2dd86a54f18a" providerId="ADAL" clId="{3897429E-0D74-4AFD-848A-EE1D60E4EA35}" dt="2018-11-21T19:46:14.484" v="55" actId="478"/>
          <ac:spMkLst>
            <pc:docMk/>
            <pc:sldMk cId="1117395348" sldId="334"/>
            <ac:spMk id="10" creationId="{FFA2EA99-79C8-463F-BD00-7B1F165D6718}"/>
          </ac:spMkLst>
        </pc:spChg>
        <pc:spChg chg="add del">
          <ac:chgData name="WILLIAM RICARDO AGUILAR PIÑA" userId="25538c52-b196-49fc-9025-2dd86a54f18a" providerId="ADAL" clId="{3897429E-0D74-4AFD-848A-EE1D60E4EA35}" dt="2018-11-21T19:50:23.068" v="111" actId="478"/>
          <ac:spMkLst>
            <pc:docMk/>
            <pc:sldMk cId="1117395348" sldId="334"/>
            <ac:spMk id="11" creationId="{6D9986D9-2E96-4FE9-B28D-55D0DB05D83E}"/>
          </ac:spMkLst>
        </pc:spChg>
        <pc:spChg chg="add">
          <ac:chgData name="WILLIAM RICARDO AGUILAR PIÑA" userId="25538c52-b196-49fc-9025-2dd86a54f18a" providerId="ADAL" clId="{3897429E-0D74-4AFD-848A-EE1D60E4EA35}" dt="2018-11-21T19:50:23.258" v="112"/>
          <ac:spMkLst>
            <pc:docMk/>
            <pc:sldMk cId="1117395348" sldId="334"/>
            <ac:spMk id="13" creationId="{806CE17D-82E0-441C-86ED-3B57C926596E}"/>
          </ac:spMkLst>
        </pc:spChg>
        <pc:picChg chg="add">
          <ac:chgData name="WILLIAM RICARDO AGUILAR PIÑA" userId="25538c52-b196-49fc-9025-2dd86a54f18a" providerId="ADAL" clId="{3897429E-0D74-4AFD-848A-EE1D60E4EA35}" dt="2018-11-21T19:46:14.744" v="56"/>
          <ac:picMkLst>
            <pc:docMk/>
            <pc:sldMk cId="1117395348" sldId="334"/>
            <ac:picMk id="12" creationId="{DA315A1D-9623-48DA-95CF-AA8EE45DC12F}"/>
          </ac:picMkLst>
        </pc:picChg>
      </pc:sldChg>
      <pc:sldChg chg="addSp delSp modSp">
        <pc:chgData name="WILLIAM RICARDO AGUILAR PIÑA" userId="25538c52-b196-49fc-9025-2dd86a54f18a" providerId="ADAL" clId="{3897429E-0D74-4AFD-848A-EE1D60E4EA35}" dt="2018-11-21T19:57:14.880" v="168" actId="6549"/>
        <pc:sldMkLst>
          <pc:docMk/>
          <pc:sldMk cId="1669242493" sldId="335"/>
        </pc:sldMkLst>
        <pc:spChg chg="mod">
          <ac:chgData name="WILLIAM RICARDO AGUILAR PIÑA" userId="25538c52-b196-49fc-9025-2dd86a54f18a" providerId="ADAL" clId="{3897429E-0D74-4AFD-848A-EE1D60E4EA35}" dt="2018-11-21T19:57:14.880" v="168" actId="6549"/>
          <ac:spMkLst>
            <pc:docMk/>
            <pc:sldMk cId="1669242493" sldId="335"/>
            <ac:spMk id="8" creationId="{00000000-0000-0000-0000-000000000000}"/>
          </ac:spMkLst>
        </pc:spChg>
        <pc:spChg chg="del">
          <ac:chgData name="WILLIAM RICARDO AGUILAR PIÑA" userId="25538c52-b196-49fc-9025-2dd86a54f18a" providerId="ADAL" clId="{3897429E-0D74-4AFD-848A-EE1D60E4EA35}" dt="2018-11-21T19:46:16.556" v="57" actId="478"/>
          <ac:spMkLst>
            <pc:docMk/>
            <pc:sldMk cId="1669242493" sldId="335"/>
            <ac:spMk id="10" creationId="{FFA2EA99-79C8-463F-BD00-7B1F165D6718}"/>
          </ac:spMkLst>
        </pc:spChg>
        <pc:spChg chg="add del">
          <ac:chgData name="WILLIAM RICARDO AGUILAR PIÑA" userId="25538c52-b196-49fc-9025-2dd86a54f18a" providerId="ADAL" clId="{3897429E-0D74-4AFD-848A-EE1D60E4EA35}" dt="2018-11-21T19:50:25.244" v="113" actId="478"/>
          <ac:spMkLst>
            <pc:docMk/>
            <pc:sldMk cId="1669242493" sldId="335"/>
            <ac:spMk id="12" creationId="{A9C1F38A-F42B-43C5-84F1-9B6CE76D5AFA}"/>
          </ac:spMkLst>
        </pc:spChg>
        <pc:spChg chg="add">
          <ac:chgData name="WILLIAM RICARDO AGUILAR PIÑA" userId="25538c52-b196-49fc-9025-2dd86a54f18a" providerId="ADAL" clId="{3897429E-0D74-4AFD-848A-EE1D60E4EA35}" dt="2018-11-21T19:50:25.423" v="114"/>
          <ac:spMkLst>
            <pc:docMk/>
            <pc:sldMk cId="1669242493" sldId="335"/>
            <ac:spMk id="14" creationId="{7E0342C7-D2B9-4E63-BA1E-10E3E19A7B03}"/>
          </ac:spMkLst>
        </pc:spChg>
        <pc:picChg chg="add">
          <ac:chgData name="WILLIAM RICARDO AGUILAR PIÑA" userId="25538c52-b196-49fc-9025-2dd86a54f18a" providerId="ADAL" clId="{3897429E-0D74-4AFD-848A-EE1D60E4EA35}" dt="2018-11-21T19:46:16.963" v="58"/>
          <ac:picMkLst>
            <pc:docMk/>
            <pc:sldMk cId="1669242493" sldId="335"/>
            <ac:picMk id="13" creationId="{77EB23B2-7B4A-4676-8C53-EAB5DF10405B}"/>
          </ac:picMkLst>
        </pc:picChg>
      </pc:sldChg>
      <pc:sldChg chg="addSp delSp modSp">
        <pc:chgData name="WILLIAM RICARDO AGUILAR PIÑA" userId="25538c52-b196-49fc-9025-2dd86a54f18a" providerId="ADAL" clId="{3897429E-0D74-4AFD-848A-EE1D60E4EA35}" dt="2018-11-21T19:50:27.563" v="116"/>
        <pc:sldMkLst>
          <pc:docMk/>
          <pc:sldMk cId="662509833" sldId="336"/>
        </pc:sldMkLst>
        <pc:spChg chg="mod">
          <ac:chgData name="WILLIAM RICARDO AGUILAR PIÑA" userId="25538c52-b196-49fc-9025-2dd86a54f18a" providerId="ADAL" clId="{3897429E-0D74-4AFD-848A-EE1D60E4EA35}" dt="2018-11-13T14:21:25.125" v="8" actId="1036"/>
          <ac:spMkLst>
            <pc:docMk/>
            <pc:sldMk cId="662509833" sldId="336"/>
            <ac:spMk id="8" creationId="{00000000-0000-0000-0000-000000000000}"/>
          </ac:spMkLst>
        </pc:spChg>
        <pc:spChg chg="del">
          <ac:chgData name="WILLIAM RICARDO AGUILAR PIÑA" userId="25538c52-b196-49fc-9025-2dd86a54f18a" providerId="ADAL" clId="{3897429E-0D74-4AFD-848A-EE1D60E4EA35}" dt="2018-11-21T19:46:18.843" v="59" actId="478"/>
          <ac:spMkLst>
            <pc:docMk/>
            <pc:sldMk cId="662509833" sldId="336"/>
            <ac:spMk id="10" creationId="{FFA2EA99-79C8-463F-BD00-7B1F165D6718}"/>
          </ac:spMkLst>
        </pc:spChg>
        <pc:spChg chg="add del">
          <ac:chgData name="WILLIAM RICARDO AGUILAR PIÑA" userId="25538c52-b196-49fc-9025-2dd86a54f18a" providerId="ADAL" clId="{3897429E-0D74-4AFD-848A-EE1D60E4EA35}" dt="2018-11-21T19:50:27.354" v="115" actId="478"/>
          <ac:spMkLst>
            <pc:docMk/>
            <pc:sldMk cId="662509833" sldId="336"/>
            <ac:spMk id="11" creationId="{B3DE07FA-F39B-4638-B9BA-880114B56149}"/>
          </ac:spMkLst>
        </pc:spChg>
        <pc:spChg chg="add">
          <ac:chgData name="WILLIAM RICARDO AGUILAR PIÑA" userId="25538c52-b196-49fc-9025-2dd86a54f18a" providerId="ADAL" clId="{3897429E-0D74-4AFD-848A-EE1D60E4EA35}" dt="2018-11-21T19:50:27.563" v="116"/>
          <ac:spMkLst>
            <pc:docMk/>
            <pc:sldMk cId="662509833" sldId="336"/>
            <ac:spMk id="13" creationId="{BB170200-B849-474C-ABA2-726F369A77A8}"/>
          </ac:spMkLst>
        </pc:spChg>
        <pc:picChg chg="add">
          <ac:chgData name="WILLIAM RICARDO AGUILAR PIÑA" userId="25538c52-b196-49fc-9025-2dd86a54f18a" providerId="ADAL" clId="{3897429E-0D74-4AFD-848A-EE1D60E4EA35}" dt="2018-11-21T19:46:19.124" v="60"/>
          <ac:picMkLst>
            <pc:docMk/>
            <pc:sldMk cId="662509833" sldId="336"/>
            <ac:picMk id="12" creationId="{DF3AD3E5-98F6-40AC-8EC0-E7E3BB95ECEC}"/>
          </ac:picMkLst>
        </pc:picChg>
      </pc:sldChg>
      <pc:sldChg chg="addSp delSp modSp">
        <pc:chgData name="WILLIAM RICARDO AGUILAR PIÑA" userId="25538c52-b196-49fc-9025-2dd86a54f18a" providerId="ADAL" clId="{3897429E-0D74-4AFD-848A-EE1D60E4EA35}" dt="2018-11-21T19:53:28.377" v="135" actId="790"/>
        <pc:sldMkLst>
          <pc:docMk/>
          <pc:sldMk cId="3271486653" sldId="337"/>
        </pc:sldMkLst>
        <pc:spChg chg="del">
          <ac:chgData name="WILLIAM RICARDO AGUILAR PIÑA" userId="25538c52-b196-49fc-9025-2dd86a54f18a" providerId="ADAL" clId="{3897429E-0D74-4AFD-848A-EE1D60E4EA35}" dt="2018-11-21T19:45:24.661" v="20" actId="478"/>
          <ac:spMkLst>
            <pc:docMk/>
            <pc:sldMk cId="3271486653" sldId="337"/>
            <ac:spMk id="10" creationId="{FFA2EA99-79C8-463F-BD00-7B1F165D6718}"/>
          </ac:spMkLst>
        </pc:spChg>
        <pc:spChg chg="add del">
          <ac:chgData name="WILLIAM RICARDO AGUILAR PIÑA" userId="25538c52-b196-49fc-9025-2dd86a54f18a" providerId="ADAL" clId="{3897429E-0D74-4AFD-848A-EE1D60E4EA35}" dt="2018-11-21T19:47:01.195" v="72" actId="478"/>
          <ac:spMkLst>
            <pc:docMk/>
            <pc:sldMk cId="3271486653" sldId="337"/>
            <ac:spMk id="12" creationId="{E567DEE4-767F-4B08-8E6C-C4C39B902022}"/>
          </ac:spMkLst>
        </pc:spChg>
        <pc:spChg chg="add del">
          <ac:chgData name="WILLIAM RICARDO AGUILAR PIÑA" userId="25538c52-b196-49fc-9025-2dd86a54f18a" providerId="ADAL" clId="{3897429E-0D74-4AFD-848A-EE1D60E4EA35}" dt="2018-11-21T19:47:00.531" v="71"/>
          <ac:spMkLst>
            <pc:docMk/>
            <pc:sldMk cId="3271486653" sldId="337"/>
            <ac:spMk id="14" creationId="{7587C23F-CF87-4B0D-B2B1-79B743FF4A61}"/>
          </ac:spMkLst>
        </pc:spChg>
        <pc:spChg chg="add mod">
          <ac:chgData name="WILLIAM RICARDO AGUILAR PIÑA" userId="25538c52-b196-49fc-9025-2dd86a54f18a" providerId="ADAL" clId="{3897429E-0D74-4AFD-848A-EE1D60E4EA35}" dt="2018-11-21T19:53:28.377" v="135" actId="790"/>
          <ac:spMkLst>
            <pc:docMk/>
            <pc:sldMk cId="3271486653" sldId="337"/>
            <ac:spMk id="15" creationId="{61672238-FB30-406D-A0A3-968C0489F904}"/>
          </ac:spMkLst>
        </pc:spChg>
        <pc:spChg chg="mod">
          <ac:chgData name="WILLIAM RICARDO AGUILAR PIÑA" userId="25538c52-b196-49fc-9025-2dd86a54f18a" providerId="ADAL" clId="{3897429E-0D74-4AFD-848A-EE1D60E4EA35}" dt="2018-11-21T19:53:28.377" v="135" actId="790"/>
          <ac:spMkLst>
            <pc:docMk/>
            <pc:sldMk cId="3271486653" sldId="337"/>
            <ac:spMk id="53" creationId="{E34235AB-6B08-4604-B6AB-71AAC45DFBD1}"/>
          </ac:spMkLst>
        </pc:spChg>
        <pc:spChg chg="mod">
          <ac:chgData name="WILLIAM RICARDO AGUILAR PIÑA" userId="25538c52-b196-49fc-9025-2dd86a54f18a" providerId="ADAL" clId="{3897429E-0D74-4AFD-848A-EE1D60E4EA35}" dt="2018-11-21T19:53:28.377" v="135" actId="790"/>
          <ac:spMkLst>
            <pc:docMk/>
            <pc:sldMk cId="3271486653" sldId="337"/>
            <ac:spMk id="56" creationId="{09B51B9C-AD01-4822-BE9F-A7E733D8E621}"/>
          </ac:spMkLst>
        </pc:spChg>
        <pc:spChg chg="mod">
          <ac:chgData name="WILLIAM RICARDO AGUILAR PIÑA" userId="25538c52-b196-49fc-9025-2dd86a54f18a" providerId="ADAL" clId="{3897429E-0D74-4AFD-848A-EE1D60E4EA35}" dt="2018-11-21T19:53:28.377" v="135" actId="790"/>
          <ac:spMkLst>
            <pc:docMk/>
            <pc:sldMk cId="3271486653" sldId="337"/>
            <ac:spMk id="69" creationId="{31A3C6CC-EB6B-4A38-A6FD-F7CEE88D8559}"/>
          </ac:spMkLst>
        </pc:spChg>
        <pc:picChg chg="add">
          <ac:chgData name="WILLIAM RICARDO AGUILAR PIÑA" userId="25538c52-b196-49fc-9025-2dd86a54f18a" providerId="ADAL" clId="{3897429E-0D74-4AFD-848A-EE1D60E4EA35}" dt="2018-11-21T19:45:24.877" v="21"/>
          <ac:picMkLst>
            <pc:docMk/>
            <pc:sldMk cId="3271486653" sldId="337"/>
            <ac:picMk id="13" creationId="{6B499A36-F434-419D-BF9C-6C46728BDB4E}"/>
          </ac:picMkLst>
        </pc:picChg>
        <pc:cxnChg chg="mod">
          <ac:chgData name="WILLIAM RICARDO AGUILAR PIÑA" userId="25538c52-b196-49fc-9025-2dd86a54f18a" providerId="ADAL" clId="{3897429E-0D74-4AFD-848A-EE1D60E4EA35}" dt="2018-11-21T19:53:02.249" v="133" actId="1076"/>
          <ac:cxnSpMkLst>
            <pc:docMk/>
            <pc:sldMk cId="3271486653" sldId="337"/>
            <ac:cxnSpMk id="23" creationId="{7E94F089-6A8E-4AD5-83BE-93185DA08F79}"/>
          </ac:cxnSpMkLst>
        </pc:cxnChg>
        <pc:cxnChg chg="mod">
          <ac:chgData name="WILLIAM RICARDO AGUILAR PIÑA" userId="25538c52-b196-49fc-9025-2dd86a54f18a" providerId="ADAL" clId="{3897429E-0D74-4AFD-848A-EE1D60E4EA35}" dt="2018-11-21T19:52:49.909" v="128" actId="14100"/>
          <ac:cxnSpMkLst>
            <pc:docMk/>
            <pc:sldMk cId="3271486653" sldId="337"/>
            <ac:cxnSpMk id="70" creationId="{E421CCE8-1772-40F2-BFFA-5F05A23F9676}"/>
          </ac:cxnSpMkLst>
        </pc:cxnChg>
        <pc:cxnChg chg="mod">
          <ac:chgData name="WILLIAM RICARDO AGUILAR PIÑA" userId="25538c52-b196-49fc-9025-2dd86a54f18a" providerId="ADAL" clId="{3897429E-0D74-4AFD-848A-EE1D60E4EA35}" dt="2018-11-21T19:52:49.909" v="128" actId="14100"/>
          <ac:cxnSpMkLst>
            <pc:docMk/>
            <pc:sldMk cId="3271486653" sldId="337"/>
            <ac:cxnSpMk id="71" creationId="{F7F6EFEE-90E2-498A-BB20-2D2B95CB0C26}"/>
          </ac:cxnSpMkLst>
        </pc:cxnChg>
        <pc:cxnChg chg="mod">
          <ac:chgData name="WILLIAM RICARDO AGUILAR PIÑA" userId="25538c52-b196-49fc-9025-2dd86a54f18a" providerId="ADAL" clId="{3897429E-0D74-4AFD-848A-EE1D60E4EA35}" dt="2018-11-21T19:52:56.341" v="130" actId="14100"/>
          <ac:cxnSpMkLst>
            <pc:docMk/>
            <pc:sldMk cId="3271486653" sldId="337"/>
            <ac:cxnSpMk id="73" creationId="{EB371419-43B2-47E2-9083-CF97F3DC257E}"/>
          </ac:cxnSpMkLst>
        </pc:cxnChg>
        <pc:cxnChg chg="mod">
          <ac:chgData name="WILLIAM RICARDO AGUILAR PIÑA" userId="25538c52-b196-49fc-9025-2dd86a54f18a" providerId="ADAL" clId="{3897429E-0D74-4AFD-848A-EE1D60E4EA35}" dt="2018-11-21T19:52:56.341" v="130" actId="14100"/>
          <ac:cxnSpMkLst>
            <pc:docMk/>
            <pc:sldMk cId="3271486653" sldId="337"/>
            <ac:cxnSpMk id="76" creationId="{B8680ACE-E901-4D9C-963C-CEA0E6025FCD}"/>
          </ac:cxnSpMkLst>
        </pc:cxnChg>
      </pc:sldChg>
      <pc:sldChg chg="modSp add">
        <pc:chgData name="WILLIAM RICARDO AGUILAR PIÑA" userId="25538c52-b196-49fc-9025-2dd86a54f18a" providerId="ADAL" clId="{3897429E-0D74-4AFD-848A-EE1D60E4EA35}" dt="2018-11-21T19:45:08.992" v="15"/>
        <pc:sldMkLst>
          <pc:docMk/>
          <pc:sldMk cId="159271927" sldId="351"/>
        </pc:sldMkLst>
        <pc:spChg chg="mod">
          <ac:chgData name="WILLIAM RICARDO AGUILAR PIÑA" userId="25538c52-b196-49fc-9025-2dd86a54f18a" providerId="ADAL" clId="{3897429E-0D74-4AFD-848A-EE1D60E4EA35}" dt="2018-11-21T19:45:08.992" v="15"/>
          <ac:spMkLst>
            <pc:docMk/>
            <pc:sldMk cId="159271927" sldId="351"/>
            <ac:spMk id="6" creationId="{00ADA126-3FB2-40CE-98D5-A785B41EC83E}"/>
          </ac:spMkLst>
        </pc:spChg>
      </pc:sldChg>
    </pc:docChg>
  </pc:docChgLst>
  <pc:docChgLst>
    <pc:chgData name="WILLIAM RICARDO AGUILAR PIÑA" userId="25538c52-b196-49fc-9025-2dd86a54f18a" providerId="ADAL" clId="{AD9233DD-6737-4F99-B4FE-2295FABD004D}"/>
    <pc:docChg chg="custSel modSld">
      <pc:chgData name="WILLIAM RICARDO AGUILAR PIÑA" userId="25538c52-b196-49fc-9025-2dd86a54f18a" providerId="ADAL" clId="{AD9233DD-6737-4F99-B4FE-2295FABD004D}" dt="2023-12-01T13:37:46.028" v="148" actId="33524"/>
      <pc:docMkLst>
        <pc:docMk/>
      </pc:docMkLst>
      <pc:sldChg chg="modSp mod">
        <pc:chgData name="WILLIAM RICARDO AGUILAR PIÑA" userId="25538c52-b196-49fc-9025-2dd86a54f18a" providerId="ADAL" clId="{AD9233DD-6737-4F99-B4FE-2295FABD004D}" dt="2023-12-01T13:22:08.722" v="1" actId="20577"/>
        <pc:sldMkLst>
          <pc:docMk/>
          <pc:sldMk cId="1409448837" sldId="318"/>
        </pc:sldMkLst>
        <pc:spChg chg="mod">
          <ac:chgData name="WILLIAM RICARDO AGUILAR PIÑA" userId="25538c52-b196-49fc-9025-2dd86a54f18a" providerId="ADAL" clId="{AD9233DD-6737-4F99-B4FE-2295FABD004D}" dt="2023-12-01T13:22:08.722" v="1" actId="20577"/>
          <ac:spMkLst>
            <pc:docMk/>
            <pc:sldMk cId="1409448837" sldId="318"/>
            <ac:spMk id="8" creationId="{00000000-0000-0000-0000-000000000000}"/>
          </ac:spMkLst>
        </pc:spChg>
      </pc:sldChg>
      <pc:sldChg chg="modSp mod">
        <pc:chgData name="WILLIAM RICARDO AGUILAR PIÑA" userId="25538c52-b196-49fc-9025-2dd86a54f18a" providerId="ADAL" clId="{AD9233DD-6737-4F99-B4FE-2295FABD004D}" dt="2023-12-01T13:28:33.939" v="146" actId="20577"/>
        <pc:sldMkLst>
          <pc:docMk/>
          <pc:sldMk cId="2534384885" sldId="319"/>
        </pc:sldMkLst>
        <pc:spChg chg="mod">
          <ac:chgData name="WILLIAM RICARDO AGUILAR PIÑA" userId="25538c52-b196-49fc-9025-2dd86a54f18a" providerId="ADAL" clId="{AD9233DD-6737-4F99-B4FE-2295FABD004D}" dt="2023-12-01T13:28:33.939" v="146" actId="20577"/>
          <ac:spMkLst>
            <pc:docMk/>
            <pc:sldMk cId="2534384885" sldId="319"/>
            <ac:spMk id="8" creationId="{00000000-0000-0000-0000-000000000000}"/>
          </ac:spMkLst>
        </pc:spChg>
      </pc:sldChg>
      <pc:sldChg chg="modSp mod">
        <pc:chgData name="WILLIAM RICARDO AGUILAR PIÑA" userId="25538c52-b196-49fc-9025-2dd86a54f18a" providerId="ADAL" clId="{AD9233DD-6737-4F99-B4FE-2295FABD004D}" dt="2023-12-01T13:37:46.028" v="148" actId="33524"/>
        <pc:sldMkLst>
          <pc:docMk/>
          <pc:sldMk cId="3215476224" sldId="330"/>
        </pc:sldMkLst>
        <pc:spChg chg="mod">
          <ac:chgData name="WILLIAM RICARDO AGUILAR PIÑA" userId="25538c52-b196-49fc-9025-2dd86a54f18a" providerId="ADAL" clId="{AD9233DD-6737-4F99-B4FE-2295FABD004D}" dt="2023-12-01T13:37:46.028" v="148" actId="33524"/>
          <ac:spMkLst>
            <pc:docMk/>
            <pc:sldMk cId="3215476224" sldId="330"/>
            <ac:spMk id="8" creationId="{00000000-0000-0000-0000-000000000000}"/>
          </ac:spMkLst>
        </pc:spChg>
      </pc:sldChg>
      <pc:sldChg chg="modSp mod">
        <pc:chgData name="WILLIAM RICARDO AGUILAR PIÑA" userId="25538c52-b196-49fc-9025-2dd86a54f18a" providerId="ADAL" clId="{AD9233DD-6737-4F99-B4FE-2295FABD004D}" dt="2023-12-01T13:23:00.713" v="2" actId="20577"/>
        <pc:sldMkLst>
          <pc:docMk/>
          <pc:sldMk cId="3271486653" sldId="337"/>
        </pc:sldMkLst>
        <pc:spChg chg="mod">
          <ac:chgData name="WILLIAM RICARDO AGUILAR PIÑA" userId="25538c52-b196-49fc-9025-2dd86a54f18a" providerId="ADAL" clId="{AD9233DD-6737-4F99-B4FE-2295FABD004D}" dt="2023-12-01T13:23:00.713" v="2" actId="20577"/>
          <ac:spMkLst>
            <pc:docMk/>
            <pc:sldMk cId="3271486653" sldId="337"/>
            <ac:spMk id="69" creationId="{31A3C6CC-EB6B-4A38-A6FD-F7CEE88D85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21/11/2025</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dirty="0"/>
          </a:p>
        </p:txBody>
      </p:sp>
    </p:spTree>
    <p:extLst>
      <p:ext uri="{BB962C8B-B14F-4D97-AF65-F5344CB8AC3E}">
        <p14:creationId xmlns:p14="http://schemas.microsoft.com/office/powerpoint/2010/main" val="148336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dirty="0"/>
          </a:p>
        </p:txBody>
      </p:sp>
    </p:spTree>
    <p:extLst>
      <p:ext uri="{BB962C8B-B14F-4D97-AF65-F5344CB8AC3E}">
        <p14:creationId xmlns:p14="http://schemas.microsoft.com/office/powerpoint/2010/main" val="106011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dirty="0"/>
          </a:p>
        </p:txBody>
      </p:sp>
    </p:spTree>
    <p:extLst>
      <p:ext uri="{BB962C8B-B14F-4D97-AF65-F5344CB8AC3E}">
        <p14:creationId xmlns:p14="http://schemas.microsoft.com/office/powerpoint/2010/main" val="2829114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a:p>
        </p:txBody>
      </p:sp>
    </p:spTree>
    <p:extLst>
      <p:ext uri="{BB962C8B-B14F-4D97-AF65-F5344CB8AC3E}">
        <p14:creationId xmlns:p14="http://schemas.microsoft.com/office/powerpoint/2010/main" val="2365075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a:p>
        </p:txBody>
      </p:sp>
    </p:spTree>
    <p:extLst>
      <p:ext uri="{BB962C8B-B14F-4D97-AF65-F5344CB8AC3E}">
        <p14:creationId xmlns:p14="http://schemas.microsoft.com/office/powerpoint/2010/main" val="4206637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a:p>
        </p:txBody>
      </p:sp>
    </p:spTree>
    <p:extLst>
      <p:ext uri="{BB962C8B-B14F-4D97-AF65-F5344CB8AC3E}">
        <p14:creationId xmlns:p14="http://schemas.microsoft.com/office/powerpoint/2010/main" val="357459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a:p>
        </p:txBody>
      </p:sp>
    </p:spTree>
    <p:extLst>
      <p:ext uri="{BB962C8B-B14F-4D97-AF65-F5344CB8AC3E}">
        <p14:creationId xmlns:p14="http://schemas.microsoft.com/office/powerpoint/2010/main" val="2986086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dirty="0"/>
          </a:p>
        </p:txBody>
      </p:sp>
    </p:spTree>
    <p:extLst>
      <p:ext uri="{BB962C8B-B14F-4D97-AF65-F5344CB8AC3E}">
        <p14:creationId xmlns:p14="http://schemas.microsoft.com/office/powerpoint/2010/main" val="2909684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a:p>
        </p:txBody>
      </p:sp>
    </p:spTree>
    <p:extLst>
      <p:ext uri="{BB962C8B-B14F-4D97-AF65-F5344CB8AC3E}">
        <p14:creationId xmlns:p14="http://schemas.microsoft.com/office/powerpoint/2010/main" val="4028750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11</a:t>
            </a:fld>
            <a:endParaRPr lang="es-CO"/>
          </a:p>
        </p:txBody>
      </p:sp>
    </p:spTree>
    <p:extLst>
      <p:ext uri="{BB962C8B-B14F-4D97-AF65-F5344CB8AC3E}">
        <p14:creationId xmlns:p14="http://schemas.microsoft.com/office/powerpoint/2010/main" val="2524110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a:p>
        </p:txBody>
      </p:sp>
    </p:spTree>
    <p:extLst>
      <p:ext uri="{BB962C8B-B14F-4D97-AF65-F5344CB8AC3E}">
        <p14:creationId xmlns:p14="http://schemas.microsoft.com/office/powerpoint/2010/main" val="1363142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13</a:t>
            </a:fld>
            <a:endParaRPr lang="es-CO"/>
          </a:p>
        </p:txBody>
      </p:sp>
    </p:spTree>
    <p:extLst>
      <p:ext uri="{BB962C8B-B14F-4D97-AF65-F5344CB8AC3E}">
        <p14:creationId xmlns:p14="http://schemas.microsoft.com/office/powerpoint/2010/main" val="2678823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14</a:t>
            </a:fld>
            <a:endParaRPr lang="es-CO"/>
          </a:p>
        </p:txBody>
      </p:sp>
    </p:spTree>
    <p:extLst>
      <p:ext uri="{BB962C8B-B14F-4D97-AF65-F5344CB8AC3E}">
        <p14:creationId xmlns:p14="http://schemas.microsoft.com/office/powerpoint/2010/main" val="797579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15</a:t>
            </a:fld>
            <a:endParaRPr lang="es-CO"/>
          </a:p>
        </p:txBody>
      </p:sp>
    </p:spTree>
    <p:extLst>
      <p:ext uri="{BB962C8B-B14F-4D97-AF65-F5344CB8AC3E}">
        <p14:creationId xmlns:p14="http://schemas.microsoft.com/office/powerpoint/2010/main" val="1441575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16</a:t>
            </a:fld>
            <a:endParaRPr lang="es-CO"/>
          </a:p>
        </p:txBody>
      </p:sp>
    </p:spTree>
    <p:extLst>
      <p:ext uri="{BB962C8B-B14F-4D97-AF65-F5344CB8AC3E}">
        <p14:creationId xmlns:p14="http://schemas.microsoft.com/office/powerpoint/2010/main" val="1497013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17</a:t>
            </a:fld>
            <a:endParaRPr lang="es-CO"/>
          </a:p>
        </p:txBody>
      </p:sp>
    </p:spTree>
    <p:extLst>
      <p:ext uri="{BB962C8B-B14F-4D97-AF65-F5344CB8AC3E}">
        <p14:creationId xmlns:p14="http://schemas.microsoft.com/office/powerpoint/2010/main" val="1374399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18</a:t>
            </a:fld>
            <a:endParaRPr lang="es-CO" dirty="0"/>
          </a:p>
        </p:txBody>
      </p:sp>
    </p:spTree>
    <p:extLst>
      <p:ext uri="{BB962C8B-B14F-4D97-AF65-F5344CB8AC3E}">
        <p14:creationId xmlns:p14="http://schemas.microsoft.com/office/powerpoint/2010/main" val="542381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19</a:t>
            </a:fld>
            <a:endParaRPr lang="es-CO"/>
          </a:p>
        </p:txBody>
      </p:sp>
    </p:spTree>
    <p:extLst>
      <p:ext uri="{BB962C8B-B14F-4D97-AF65-F5344CB8AC3E}">
        <p14:creationId xmlns:p14="http://schemas.microsoft.com/office/powerpoint/2010/main" val="2276469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20</a:t>
            </a:fld>
            <a:endParaRPr lang="es-CO"/>
          </a:p>
        </p:txBody>
      </p:sp>
    </p:spTree>
    <p:extLst>
      <p:ext uri="{BB962C8B-B14F-4D97-AF65-F5344CB8AC3E}">
        <p14:creationId xmlns:p14="http://schemas.microsoft.com/office/powerpoint/2010/main" val="2983869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21</a:t>
            </a:fld>
            <a:endParaRPr lang="es-CO"/>
          </a:p>
        </p:txBody>
      </p:sp>
    </p:spTree>
    <p:extLst>
      <p:ext uri="{BB962C8B-B14F-4D97-AF65-F5344CB8AC3E}">
        <p14:creationId xmlns:p14="http://schemas.microsoft.com/office/powerpoint/2010/main" val="8890492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22</a:t>
            </a:fld>
            <a:endParaRPr lang="es-CO"/>
          </a:p>
        </p:txBody>
      </p:sp>
    </p:spTree>
    <p:extLst>
      <p:ext uri="{BB962C8B-B14F-4D97-AF65-F5344CB8AC3E}">
        <p14:creationId xmlns:p14="http://schemas.microsoft.com/office/powerpoint/2010/main" val="2390293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24</a:t>
            </a:fld>
            <a:endParaRPr lang="es-CO"/>
          </a:p>
        </p:txBody>
      </p:sp>
    </p:spTree>
    <p:extLst>
      <p:ext uri="{BB962C8B-B14F-4D97-AF65-F5344CB8AC3E}">
        <p14:creationId xmlns:p14="http://schemas.microsoft.com/office/powerpoint/2010/main" val="1060110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25</a:t>
            </a:fld>
            <a:endParaRPr lang="es-CO"/>
          </a:p>
        </p:txBody>
      </p:sp>
    </p:spTree>
    <p:extLst>
      <p:ext uri="{BB962C8B-B14F-4D97-AF65-F5344CB8AC3E}">
        <p14:creationId xmlns:p14="http://schemas.microsoft.com/office/powerpoint/2010/main" val="148336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26</a:t>
            </a:fld>
            <a:endParaRPr lang="es-CO"/>
          </a:p>
        </p:txBody>
      </p:sp>
    </p:spTree>
    <p:extLst>
      <p:ext uri="{BB962C8B-B14F-4D97-AF65-F5344CB8AC3E}">
        <p14:creationId xmlns:p14="http://schemas.microsoft.com/office/powerpoint/2010/main" val="2365075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27</a:t>
            </a:fld>
            <a:endParaRPr lang="es-CO"/>
          </a:p>
        </p:txBody>
      </p:sp>
    </p:spTree>
    <p:extLst>
      <p:ext uri="{BB962C8B-B14F-4D97-AF65-F5344CB8AC3E}">
        <p14:creationId xmlns:p14="http://schemas.microsoft.com/office/powerpoint/2010/main" val="3758773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28</a:t>
            </a:fld>
            <a:endParaRPr lang="es-CO"/>
          </a:p>
        </p:txBody>
      </p:sp>
    </p:spTree>
    <p:extLst>
      <p:ext uri="{BB962C8B-B14F-4D97-AF65-F5344CB8AC3E}">
        <p14:creationId xmlns:p14="http://schemas.microsoft.com/office/powerpoint/2010/main" val="5664891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29</a:t>
            </a:fld>
            <a:endParaRPr lang="es-CO"/>
          </a:p>
        </p:txBody>
      </p:sp>
    </p:spTree>
    <p:extLst>
      <p:ext uri="{BB962C8B-B14F-4D97-AF65-F5344CB8AC3E}">
        <p14:creationId xmlns:p14="http://schemas.microsoft.com/office/powerpoint/2010/main" val="13634391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30</a:t>
            </a:fld>
            <a:endParaRPr lang="es-CO"/>
          </a:p>
        </p:txBody>
      </p:sp>
    </p:spTree>
    <p:extLst>
      <p:ext uri="{BB962C8B-B14F-4D97-AF65-F5344CB8AC3E}">
        <p14:creationId xmlns:p14="http://schemas.microsoft.com/office/powerpoint/2010/main" val="6606137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31</a:t>
            </a:fld>
            <a:endParaRPr lang="es-CO"/>
          </a:p>
        </p:txBody>
      </p:sp>
    </p:spTree>
    <p:extLst>
      <p:ext uri="{BB962C8B-B14F-4D97-AF65-F5344CB8AC3E}">
        <p14:creationId xmlns:p14="http://schemas.microsoft.com/office/powerpoint/2010/main" val="2805345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32</a:t>
            </a:fld>
            <a:endParaRPr lang="es-CO"/>
          </a:p>
        </p:txBody>
      </p:sp>
    </p:spTree>
    <p:extLst>
      <p:ext uri="{BB962C8B-B14F-4D97-AF65-F5344CB8AC3E}">
        <p14:creationId xmlns:p14="http://schemas.microsoft.com/office/powerpoint/2010/main" val="34281519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33</a:t>
            </a:fld>
            <a:endParaRPr lang="es-CO"/>
          </a:p>
        </p:txBody>
      </p:sp>
    </p:spTree>
    <p:extLst>
      <p:ext uri="{BB962C8B-B14F-4D97-AF65-F5344CB8AC3E}">
        <p14:creationId xmlns:p14="http://schemas.microsoft.com/office/powerpoint/2010/main" val="30218860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34</a:t>
            </a:fld>
            <a:endParaRPr lang="es-CO"/>
          </a:p>
        </p:txBody>
      </p:sp>
    </p:spTree>
    <p:extLst>
      <p:ext uri="{BB962C8B-B14F-4D97-AF65-F5344CB8AC3E}">
        <p14:creationId xmlns:p14="http://schemas.microsoft.com/office/powerpoint/2010/main" val="28014200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35</a:t>
            </a:fld>
            <a:endParaRPr lang="es-CO"/>
          </a:p>
        </p:txBody>
      </p:sp>
    </p:spTree>
    <p:extLst>
      <p:ext uri="{BB962C8B-B14F-4D97-AF65-F5344CB8AC3E}">
        <p14:creationId xmlns:p14="http://schemas.microsoft.com/office/powerpoint/2010/main" val="11089660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36</a:t>
            </a:fld>
            <a:endParaRPr lang="es-CO"/>
          </a:p>
        </p:txBody>
      </p:sp>
    </p:spTree>
    <p:extLst>
      <p:ext uri="{BB962C8B-B14F-4D97-AF65-F5344CB8AC3E}">
        <p14:creationId xmlns:p14="http://schemas.microsoft.com/office/powerpoint/2010/main" val="17084379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37</a:t>
            </a:fld>
            <a:endParaRPr lang="es-CO"/>
          </a:p>
        </p:txBody>
      </p:sp>
    </p:spTree>
    <p:extLst>
      <p:ext uri="{BB962C8B-B14F-4D97-AF65-F5344CB8AC3E}">
        <p14:creationId xmlns:p14="http://schemas.microsoft.com/office/powerpoint/2010/main" val="38255910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38</a:t>
            </a:fld>
            <a:endParaRPr lang="es-CO"/>
          </a:p>
        </p:txBody>
      </p:sp>
    </p:spTree>
    <p:extLst>
      <p:ext uri="{BB962C8B-B14F-4D97-AF65-F5344CB8AC3E}">
        <p14:creationId xmlns:p14="http://schemas.microsoft.com/office/powerpoint/2010/main" val="11082010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39</a:t>
            </a:fld>
            <a:endParaRPr lang="es-CO"/>
          </a:p>
        </p:txBody>
      </p:sp>
    </p:spTree>
    <p:extLst>
      <p:ext uri="{BB962C8B-B14F-4D97-AF65-F5344CB8AC3E}">
        <p14:creationId xmlns:p14="http://schemas.microsoft.com/office/powerpoint/2010/main" val="11186093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40</a:t>
            </a:fld>
            <a:endParaRPr lang="es-CO"/>
          </a:p>
        </p:txBody>
      </p:sp>
    </p:spTree>
    <p:extLst>
      <p:ext uri="{BB962C8B-B14F-4D97-AF65-F5344CB8AC3E}">
        <p14:creationId xmlns:p14="http://schemas.microsoft.com/office/powerpoint/2010/main" val="62670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41</a:t>
            </a:fld>
            <a:endParaRPr lang="es-CO"/>
          </a:p>
        </p:txBody>
      </p:sp>
    </p:spTree>
    <p:extLst>
      <p:ext uri="{BB962C8B-B14F-4D97-AF65-F5344CB8AC3E}">
        <p14:creationId xmlns:p14="http://schemas.microsoft.com/office/powerpoint/2010/main" val="2557143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42</a:t>
            </a:fld>
            <a:endParaRPr lang="es-CO"/>
          </a:p>
        </p:txBody>
      </p:sp>
    </p:spTree>
    <p:extLst>
      <p:ext uri="{BB962C8B-B14F-4D97-AF65-F5344CB8AC3E}">
        <p14:creationId xmlns:p14="http://schemas.microsoft.com/office/powerpoint/2010/main" val="26703634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43</a:t>
            </a:fld>
            <a:endParaRPr lang="es-CO"/>
          </a:p>
        </p:txBody>
      </p:sp>
    </p:spTree>
    <p:extLst>
      <p:ext uri="{BB962C8B-B14F-4D97-AF65-F5344CB8AC3E}">
        <p14:creationId xmlns:p14="http://schemas.microsoft.com/office/powerpoint/2010/main" val="21233238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44</a:t>
            </a:fld>
            <a:endParaRPr lang="es-CO"/>
          </a:p>
        </p:txBody>
      </p:sp>
    </p:spTree>
    <p:extLst>
      <p:ext uri="{BB962C8B-B14F-4D97-AF65-F5344CB8AC3E}">
        <p14:creationId xmlns:p14="http://schemas.microsoft.com/office/powerpoint/2010/main" val="19412103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45</a:t>
            </a:fld>
            <a:endParaRPr lang="es-CO"/>
          </a:p>
        </p:txBody>
      </p:sp>
    </p:spTree>
    <p:extLst>
      <p:ext uri="{BB962C8B-B14F-4D97-AF65-F5344CB8AC3E}">
        <p14:creationId xmlns:p14="http://schemas.microsoft.com/office/powerpoint/2010/main" val="18430346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46</a:t>
            </a:fld>
            <a:endParaRPr lang="es-CO"/>
          </a:p>
        </p:txBody>
      </p:sp>
    </p:spTree>
    <p:extLst>
      <p:ext uri="{BB962C8B-B14F-4D97-AF65-F5344CB8AC3E}">
        <p14:creationId xmlns:p14="http://schemas.microsoft.com/office/powerpoint/2010/main" val="27777177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47</a:t>
            </a:fld>
            <a:endParaRPr lang="es-CO"/>
          </a:p>
        </p:txBody>
      </p:sp>
    </p:spTree>
    <p:extLst>
      <p:ext uri="{BB962C8B-B14F-4D97-AF65-F5344CB8AC3E}">
        <p14:creationId xmlns:p14="http://schemas.microsoft.com/office/powerpoint/2010/main" val="10594272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48</a:t>
            </a:fld>
            <a:endParaRPr lang="es-CO"/>
          </a:p>
        </p:txBody>
      </p:sp>
    </p:spTree>
    <p:extLst>
      <p:ext uri="{BB962C8B-B14F-4D97-AF65-F5344CB8AC3E}">
        <p14:creationId xmlns:p14="http://schemas.microsoft.com/office/powerpoint/2010/main" val="300318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21/11/2025</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microsoft.com/office/2007/relationships/hdphoto" Target="../media/hdphoto4.wdp"/></Relationships>
</file>

<file path=ppt/slides/_rels/slide7.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6.wdp"/><Relationship Id="rId5" Type="http://schemas.openxmlformats.org/officeDocument/2006/relationships/image" Target="../media/image11.png"/><Relationship Id="rId4" Type="http://schemas.microsoft.com/office/2007/relationships/hdphoto" Target="../media/hdphoto5.wdp"/><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8.wdp"/></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png"/><Relationship Id="rId4" Type="http://schemas.microsoft.com/office/2007/relationships/hdphoto" Target="../media/hdphoto4.wdp"/></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3.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microsoft.com/office/2007/relationships/hdphoto" Target="../media/hdphoto9.wdp"/></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8.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microsoft.com/office/2007/relationships/hdphoto" Target="../media/hdphoto10.wdp"/></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0.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1.png"/><Relationship Id="rId7" Type="http://schemas.microsoft.com/office/2007/relationships/hdphoto" Target="../media/hdphoto12.wdp"/><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6.png"/><Relationship Id="rId4" Type="http://schemas.microsoft.com/office/2007/relationships/hdphoto" Target="../media/hdphoto11.wdp"/></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7.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3.wdp"/></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4.wdp"/></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1.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3.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5.wdp"/></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microsoft.com/office/2007/relationships/hdphoto" Target="../media/hdphoto16.wdp"/></Relationships>
</file>

<file path=ppt/slides/_rels/slide4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0.png"/><Relationship Id="rId7" Type="http://schemas.microsoft.com/office/2007/relationships/hdphoto" Target="../media/hdphoto17.wdp"/><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microsoft.com/office/2007/relationships/hdphoto" Target="../media/hdphoto18.wdp"/></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microsoft.com/office/2007/relationships/hdphoto" Target="../media/hdphoto19.wdp"/></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20.wdp"/></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21.wdp"/></Relationships>
</file>

<file path=ppt/slides/_rels/slide49.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v.20201117</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Creación de la malla compuesta</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25A3C4EC-73D6-4B54-B613-AD00E3459F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1E84EC32-A919-4A9E-BCB9-BCEF01E0F2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728174" y="3105834"/>
            <a:ext cx="4735651"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Definición general de espaciamiento DX, DY y generación de puntos computacionales</a:t>
            </a:r>
          </a:p>
        </p:txBody>
      </p:sp>
      <p:pic>
        <p:nvPicPr>
          <p:cNvPr id="4" name="Imagen 3">
            <a:extLst>
              <a:ext uri="{FF2B5EF4-FFF2-40B4-BE49-F238E27FC236}">
                <a16:creationId xmlns:a16="http://schemas.microsoft.com/office/drawing/2014/main" id="{1C28168A-FF88-4CF2-A100-5B59D3A45E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597354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8162" y="536480"/>
            <a:ext cx="5794161" cy="5724644"/>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Conceptos generales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Una malla o grilla computacional es creada a partir de la definición de un área de drenaje 2D. Cada celda de la malla está compuesta de las siguientes 3 propiedades.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Cell Center: Corresponde al centro computacional de la celda y es el lugar específico donde la elevación de la lámina de agua es calculada. No necesariamente su localización se ubica en su centroide.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Cell Faces: Corresponde a los límites específicos de cada celda. Generalmente son líneas rectas, sin embargo, también pueden componerse de múltiples nodos, tal como ocurre con el perímetro de las áreas de drenaje 2D. Una celda podrá contener como máximo 8 caras.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Cell Face Points (FP): Corresponde a los puntos finales de cada lado de la celda. Estos puntos son utilizados para anclar o conectar un área 2D a un elemento 1D y para el reconocimiento de las celdas asociadas a las condiciones de frontera.</a:t>
            </a:r>
          </a:p>
          <a:p>
            <a:pPr algn="just"/>
            <a:endParaRPr lang="es-CO" sz="1600" dirty="0">
              <a:latin typeface="Segoe UI Light" panose="020B0502040204020203" pitchFamily="34" charset="0"/>
              <a:cs typeface="Segoe UI Light" panose="020B0502040204020203" pitchFamily="34" charset="0"/>
            </a:endParaRPr>
          </a:p>
          <a:p>
            <a:pPr algn="just"/>
            <a:r>
              <a:rPr lang="es-CO" sz="1200" dirty="0">
                <a:latin typeface="Segoe UI Light" panose="020B0502040204020203" pitchFamily="34" charset="0"/>
                <a:cs typeface="Segoe UI Light" panose="020B0502040204020203" pitchFamily="34" charset="0"/>
              </a:rPr>
              <a:t>Gráfico tomado del Manual de HEC-RAS 2D Modeling Users Manual. </a:t>
            </a:r>
            <a:r>
              <a:rPr lang="es-CO" sz="1200" dirty="0" err="1">
                <a:latin typeface="Segoe UI Light" panose="020B0502040204020203" pitchFamily="34" charset="0"/>
                <a:cs typeface="Segoe UI Light" panose="020B0502040204020203" pitchFamily="34" charset="0"/>
              </a:rPr>
              <a:t>Pag.</a:t>
            </a:r>
            <a:r>
              <a:rPr lang="es-CO" sz="1200" dirty="0">
                <a:latin typeface="Segoe UI Light" panose="020B0502040204020203" pitchFamily="34" charset="0"/>
                <a:cs typeface="Segoe UI Light" panose="020B0502040204020203" pitchFamily="34" charset="0"/>
              </a:rPr>
              <a:t> 3-5</a:t>
            </a:r>
          </a:p>
        </p:txBody>
      </p:sp>
      <p:grpSp>
        <p:nvGrpSpPr>
          <p:cNvPr id="102" name="Grupo 101">
            <a:extLst>
              <a:ext uri="{FF2B5EF4-FFF2-40B4-BE49-F238E27FC236}">
                <a16:creationId xmlns:a16="http://schemas.microsoft.com/office/drawing/2014/main" id="{CC8C0136-88EE-42FE-8266-4EEDE4475390}"/>
              </a:ext>
            </a:extLst>
          </p:cNvPr>
          <p:cNvGrpSpPr/>
          <p:nvPr/>
        </p:nvGrpSpPr>
        <p:grpSpPr>
          <a:xfrm>
            <a:off x="6673134" y="1653424"/>
            <a:ext cx="4895474" cy="3548623"/>
            <a:chOff x="6817150" y="1653424"/>
            <a:chExt cx="4895474" cy="3548623"/>
          </a:xfrm>
        </p:grpSpPr>
        <p:sp>
          <p:nvSpPr>
            <p:cNvPr id="3" name="Elipse 2">
              <a:extLst>
                <a:ext uri="{FF2B5EF4-FFF2-40B4-BE49-F238E27FC236}">
                  <a16:creationId xmlns:a16="http://schemas.microsoft.com/office/drawing/2014/main" id="{18E3FB7B-4848-4645-9B03-D4DCE11453AF}"/>
                </a:ext>
              </a:extLst>
            </p:cNvPr>
            <p:cNvSpPr/>
            <p:nvPr/>
          </p:nvSpPr>
          <p:spPr>
            <a:xfrm>
              <a:off x="7608168" y="1655953"/>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13" name="Elipse 12">
              <a:extLst>
                <a:ext uri="{FF2B5EF4-FFF2-40B4-BE49-F238E27FC236}">
                  <a16:creationId xmlns:a16="http://schemas.microsoft.com/office/drawing/2014/main" id="{0A910774-C453-4F31-8F22-54AEB47E16D8}"/>
                </a:ext>
              </a:extLst>
            </p:cNvPr>
            <p:cNvSpPr/>
            <p:nvPr/>
          </p:nvSpPr>
          <p:spPr>
            <a:xfrm>
              <a:off x="9072190" y="1799969"/>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14" name="Elipse 13">
              <a:extLst>
                <a:ext uri="{FF2B5EF4-FFF2-40B4-BE49-F238E27FC236}">
                  <a16:creationId xmlns:a16="http://schemas.microsoft.com/office/drawing/2014/main" id="{39D8888C-99EE-4F92-A53E-C5A14D218409}"/>
                </a:ext>
              </a:extLst>
            </p:cNvPr>
            <p:cNvSpPr/>
            <p:nvPr/>
          </p:nvSpPr>
          <p:spPr>
            <a:xfrm>
              <a:off x="11136560" y="2996952"/>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15" name="Elipse 14">
              <a:extLst>
                <a:ext uri="{FF2B5EF4-FFF2-40B4-BE49-F238E27FC236}">
                  <a16:creationId xmlns:a16="http://schemas.microsoft.com/office/drawing/2014/main" id="{8A6FB4E1-E95D-4B1B-8A71-ED6FE105708A}"/>
                </a:ext>
              </a:extLst>
            </p:cNvPr>
            <p:cNvSpPr/>
            <p:nvPr/>
          </p:nvSpPr>
          <p:spPr>
            <a:xfrm>
              <a:off x="10560496" y="3579024"/>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16" name="Elipse 15">
              <a:extLst>
                <a:ext uri="{FF2B5EF4-FFF2-40B4-BE49-F238E27FC236}">
                  <a16:creationId xmlns:a16="http://schemas.microsoft.com/office/drawing/2014/main" id="{2CA29292-1C4C-470A-BDD0-32DA3694F1C8}"/>
                </a:ext>
              </a:extLst>
            </p:cNvPr>
            <p:cNvSpPr/>
            <p:nvPr/>
          </p:nvSpPr>
          <p:spPr>
            <a:xfrm>
              <a:off x="9072190" y="3579024"/>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17" name="Elipse 16">
              <a:extLst>
                <a:ext uri="{FF2B5EF4-FFF2-40B4-BE49-F238E27FC236}">
                  <a16:creationId xmlns:a16="http://schemas.microsoft.com/office/drawing/2014/main" id="{85EE0B6D-B647-44D6-9639-63CDA4CC6E7A}"/>
                </a:ext>
              </a:extLst>
            </p:cNvPr>
            <p:cNvSpPr/>
            <p:nvPr/>
          </p:nvSpPr>
          <p:spPr>
            <a:xfrm>
              <a:off x="7608168" y="3579024"/>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18" name="Elipse 17">
              <a:extLst>
                <a:ext uri="{FF2B5EF4-FFF2-40B4-BE49-F238E27FC236}">
                  <a16:creationId xmlns:a16="http://schemas.microsoft.com/office/drawing/2014/main" id="{B1962E6B-A3F9-4B6C-B2A5-0A25A17EA23E}"/>
                </a:ext>
              </a:extLst>
            </p:cNvPr>
            <p:cNvSpPr/>
            <p:nvPr/>
          </p:nvSpPr>
          <p:spPr>
            <a:xfrm>
              <a:off x="10560496" y="5058031"/>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19" name="Elipse 18">
              <a:extLst>
                <a:ext uri="{FF2B5EF4-FFF2-40B4-BE49-F238E27FC236}">
                  <a16:creationId xmlns:a16="http://schemas.microsoft.com/office/drawing/2014/main" id="{85DE6439-F8C0-485B-8099-67A8CA179A7A}"/>
                </a:ext>
              </a:extLst>
            </p:cNvPr>
            <p:cNvSpPr/>
            <p:nvPr/>
          </p:nvSpPr>
          <p:spPr>
            <a:xfrm>
              <a:off x="9072190" y="5058031"/>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20" name="Elipse 19">
              <a:extLst>
                <a:ext uri="{FF2B5EF4-FFF2-40B4-BE49-F238E27FC236}">
                  <a16:creationId xmlns:a16="http://schemas.microsoft.com/office/drawing/2014/main" id="{43FBE2C2-1956-45E6-A537-21CAFF17F930}"/>
                </a:ext>
              </a:extLst>
            </p:cNvPr>
            <p:cNvSpPr/>
            <p:nvPr/>
          </p:nvSpPr>
          <p:spPr>
            <a:xfrm>
              <a:off x="7608168" y="5058031"/>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cxnSp>
          <p:nvCxnSpPr>
            <p:cNvPr id="6" name="Conector recto 5">
              <a:extLst>
                <a:ext uri="{FF2B5EF4-FFF2-40B4-BE49-F238E27FC236}">
                  <a16:creationId xmlns:a16="http://schemas.microsoft.com/office/drawing/2014/main" id="{4DBAB7D1-1B8D-42F9-A522-5B93CC740656}"/>
                </a:ext>
              </a:extLst>
            </p:cNvPr>
            <p:cNvCxnSpPr>
              <a:endCxn id="3" idx="2"/>
            </p:cNvCxnSpPr>
            <p:nvPr/>
          </p:nvCxnSpPr>
          <p:spPr>
            <a:xfrm flipV="1">
              <a:off x="6817151" y="1727961"/>
              <a:ext cx="791017" cy="720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A9974C1C-655F-4677-B09C-8ABC0E34D19A}"/>
                </a:ext>
              </a:extLst>
            </p:cNvPr>
            <p:cNvCxnSpPr>
              <a:cxnSpLocks/>
              <a:stCxn id="3" idx="6"/>
            </p:cNvCxnSpPr>
            <p:nvPr/>
          </p:nvCxnSpPr>
          <p:spPr>
            <a:xfrm flipV="1">
              <a:off x="7752184" y="1655953"/>
              <a:ext cx="360040" cy="720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9CA98ADA-A820-4C1C-B38C-F5E62220B7F5}"/>
                </a:ext>
              </a:extLst>
            </p:cNvPr>
            <p:cNvCxnSpPr>
              <a:cxnSpLocks/>
              <a:endCxn id="13" idx="2"/>
            </p:cNvCxnSpPr>
            <p:nvPr/>
          </p:nvCxnSpPr>
          <p:spPr>
            <a:xfrm>
              <a:off x="8112224" y="1653424"/>
              <a:ext cx="959966" cy="218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B13FDC91-B196-48FB-B8C6-55942821ABDD}"/>
                </a:ext>
              </a:extLst>
            </p:cNvPr>
            <p:cNvCxnSpPr>
              <a:cxnSpLocks/>
              <a:stCxn id="13" idx="6"/>
            </p:cNvCxnSpPr>
            <p:nvPr/>
          </p:nvCxnSpPr>
          <p:spPr>
            <a:xfrm>
              <a:off x="9216206" y="1871977"/>
              <a:ext cx="691319" cy="1381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71AB25E0-E1AB-41F1-9F71-D041D16A008A}"/>
                </a:ext>
              </a:extLst>
            </p:cNvPr>
            <p:cNvCxnSpPr>
              <a:cxnSpLocks/>
            </p:cNvCxnSpPr>
            <p:nvPr/>
          </p:nvCxnSpPr>
          <p:spPr>
            <a:xfrm>
              <a:off x="9907525" y="2010139"/>
              <a:ext cx="1013011" cy="626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60847EE3-674B-4746-83FD-FF1FBE503B9D}"/>
                </a:ext>
              </a:extLst>
            </p:cNvPr>
            <p:cNvCxnSpPr>
              <a:cxnSpLocks/>
              <a:endCxn id="14" idx="0"/>
            </p:cNvCxnSpPr>
            <p:nvPr/>
          </p:nvCxnSpPr>
          <p:spPr>
            <a:xfrm>
              <a:off x="10917380" y="2636912"/>
              <a:ext cx="291188"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85D36706-9635-45BE-B6F4-A1B6C6ADBBBF}"/>
                </a:ext>
              </a:extLst>
            </p:cNvPr>
            <p:cNvCxnSpPr>
              <a:cxnSpLocks/>
              <a:stCxn id="20" idx="0"/>
              <a:endCxn id="3" idx="4"/>
            </p:cNvCxnSpPr>
            <p:nvPr/>
          </p:nvCxnSpPr>
          <p:spPr>
            <a:xfrm flipV="1">
              <a:off x="7680176" y="1799969"/>
              <a:ext cx="0" cy="32580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01DB8965-5129-486A-A056-8D1D514EEA83}"/>
                </a:ext>
              </a:extLst>
            </p:cNvPr>
            <p:cNvCxnSpPr>
              <a:cxnSpLocks/>
              <a:stCxn id="19" idx="0"/>
              <a:endCxn id="13" idx="4"/>
            </p:cNvCxnSpPr>
            <p:nvPr/>
          </p:nvCxnSpPr>
          <p:spPr>
            <a:xfrm flipV="1">
              <a:off x="9144198" y="1943985"/>
              <a:ext cx="0" cy="31140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3998BF4D-0CD2-41F3-8191-5B81EFB8956C}"/>
                </a:ext>
              </a:extLst>
            </p:cNvPr>
            <p:cNvCxnSpPr>
              <a:cxnSpLocks/>
              <a:stCxn id="18" idx="0"/>
              <a:endCxn id="15" idx="4"/>
            </p:cNvCxnSpPr>
            <p:nvPr/>
          </p:nvCxnSpPr>
          <p:spPr>
            <a:xfrm flipV="1">
              <a:off x="10632504" y="3723040"/>
              <a:ext cx="0" cy="13349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C8763D13-9F83-4687-87B6-B50165422A65}"/>
                </a:ext>
              </a:extLst>
            </p:cNvPr>
            <p:cNvCxnSpPr>
              <a:cxnSpLocks/>
              <a:stCxn id="15" idx="2"/>
            </p:cNvCxnSpPr>
            <p:nvPr/>
          </p:nvCxnSpPr>
          <p:spPr>
            <a:xfrm flipH="1" flipV="1">
              <a:off x="6817152" y="3645024"/>
              <a:ext cx="3743344" cy="60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83E0D9FB-6544-4E56-8D3D-B77C7BF4FAE7}"/>
                </a:ext>
              </a:extLst>
            </p:cNvPr>
            <p:cNvCxnSpPr>
              <a:cxnSpLocks/>
            </p:cNvCxnSpPr>
            <p:nvPr/>
          </p:nvCxnSpPr>
          <p:spPr>
            <a:xfrm flipH="1" flipV="1">
              <a:off x="6817150" y="5124031"/>
              <a:ext cx="48856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4FA8FEF6-BF83-4063-A300-F2E341F2111C}"/>
                </a:ext>
              </a:extLst>
            </p:cNvPr>
            <p:cNvCxnSpPr>
              <a:cxnSpLocks/>
              <a:stCxn id="14" idx="3"/>
              <a:endCxn id="15" idx="7"/>
            </p:cNvCxnSpPr>
            <p:nvPr/>
          </p:nvCxnSpPr>
          <p:spPr>
            <a:xfrm flipH="1">
              <a:off x="10683421" y="3119877"/>
              <a:ext cx="474230" cy="4802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D01DDFFB-A48E-44A9-862D-2706859BB81A}"/>
                </a:ext>
              </a:extLst>
            </p:cNvPr>
            <p:cNvCxnSpPr>
              <a:cxnSpLocks/>
              <a:stCxn id="14" idx="5"/>
            </p:cNvCxnSpPr>
            <p:nvPr/>
          </p:nvCxnSpPr>
          <p:spPr>
            <a:xfrm>
              <a:off x="11259485" y="3119877"/>
              <a:ext cx="351305" cy="6963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EB3F04DD-809A-4B41-853B-9A4C213E97A5}"/>
                </a:ext>
              </a:extLst>
            </p:cNvPr>
            <p:cNvCxnSpPr>
              <a:cxnSpLocks/>
            </p:cNvCxnSpPr>
            <p:nvPr/>
          </p:nvCxnSpPr>
          <p:spPr>
            <a:xfrm>
              <a:off x="11610790" y="3816180"/>
              <a:ext cx="101834" cy="5777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Elipse 60">
              <a:extLst>
                <a:ext uri="{FF2B5EF4-FFF2-40B4-BE49-F238E27FC236}">
                  <a16:creationId xmlns:a16="http://schemas.microsoft.com/office/drawing/2014/main" id="{65E47940-6429-433A-97C4-F99726F468B2}"/>
                </a:ext>
              </a:extLst>
            </p:cNvPr>
            <p:cNvSpPr/>
            <p:nvPr/>
          </p:nvSpPr>
          <p:spPr>
            <a:xfrm>
              <a:off x="6940929" y="2889573"/>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62" name="Elipse 61">
              <a:extLst>
                <a:ext uri="{FF2B5EF4-FFF2-40B4-BE49-F238E27FC236}">
                  <a16:creationId xmlns:a16="http://schemas.microsoft.com/office/drawing/2014/main" id="{13825F76-3B85-4018-B917-797F841FCC71}"/>
                </a:ext>
              </a:extLst>
            </p:cNvPr>
            <p:cNvSpPr/>
            <p:nvPr/>
          </p:nvSpPr>
          <p:spPr>
            <a:xfrm>
              <a:off x="8400374" y="2894138"/>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63" name="Elipse 62">
              <a:extLst>
                <a:ext uri="{FF2B5EF4-FFF2-40B4-BE49-F238E27FC236}">
                  <a16:creationId xmlns:a16="http://schemas.microsoft.com/office/drawing/2014/main" id="{AB264EE3-1196-4539-82F2-32789D6352C6}"/>
                </a:ext>
              </a:extLst>
            </p:cNvPr>
            <p:cNvSpPr/>
            <p:nvPr/>
          </p:nvSpPr>
          <p:spPr>
            <a:xfrm>
              <a:off x="9859358" y="2889573"/>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64" name="Elipse 63">
              <a:extLst>
                <a:ext uri="{FF2B5EF4-FFF2-40B4-BE49-F238E27FC236}">
                  <a16:creationId xmlns:a16="http://schemas.microsoft.com/office/drawing/2014/main" id="{AB416A39-6041-4D82-A6F7-8F717D9A716E}"/>
                </a:ext>
              </a:extLst>
            </p:cNvPr>
            <p:cNvSpPr/>
            <p:nvPr/>
          </p:nvSpPr>
          <p:spPr>
            <a:xfrm>
              <a:off x="6940929" y="4359823"/>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65" name="Elipse 64">
              <a:extLst>
                <a:ext uri="{FF2B5EF4-FFF2-40B4-BE49-F238E27FC236}">
                  <a16:creationId xmlns:a16="http://schemas.microsoft.com/office/drawing/2014/main" id="{FC722812-D86A-4221-B386-EF2523652503}"/>
                </a:ext>
              </a:extLst>
            </p:cNvPr>
            <p:cNvSpPr/>
            <p:nvPr/>
          </p:nvSpPr>
          <p:spPr>
            <a:xfrm>
              <a:off x="8400374" y="4364388"/>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66" name="Elipse 65">
              <a:extLst>
                <a:ext uri="{FF2B5EF4-FFF2-40B4-BE49-F238E27FC236}">
                  <a16:creationId xmlns:a16="http://schemas.microsoft.com/office/drawing/2014/main" id="{E214CCA7-8B0D-49FF-ABFF-1CFE52CA34BA}"/>
                </a:ext>
              </a:extLst>
            </p:cNvPr>
            <p:cNvSpPr/>
            <p:nvPr/>
          </p:nvSpPr>
          <p:spPr>
            <a:xfrm>
              <a:off x="9859358" y="4359823"/>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67" name="Elipse 66">
              <a:extLst>
                <a:ext uri="{FF2B5EF4-FFF2-40B4-BE49-F238E27FC236}">
                  <a16:creationId xmlns:a16="http://schemas.microsoft.com/office/drawing/2014/main" id="{4E991C9E-1509-4E1D-BA9A-217B39CCFEE3}"/>
                </a:ext>
              </a:extLst>
            </p:cNvPr>
            <p:cNvSpPr/>
            <p:nvPr/>
          </p:nvSpPr>
          <p:spPr>
            <a:xfrm>
              <a:off x="11311656" y="4357905"/>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cxnSp>
          <p:nvCxnSpPr>
            <p:cNvPr id="68" name="Conector recto 67">
              <a:extLst>
                <a:ext uri="{FF2B5EF4-FFF2-40B4-BE49-F238E27FC236}">
                  <a16:creationId xmlns:a16="http://schemas.microsoft.com/office/drawing/2014/main" id="{E3F39B7C-D7D1-49B1-B146-659E8EC13EEA}"/>
                </a:ext>
              </a:extLst>
            </p:cNvPr>
            <p:cNvCxnSpPr>
              <a:cxnSpLocks/>
              <a:stCxn id="97" idx="2"/>
            </p:cNvCxnSpPr>
            <p:nvPr/>
          </p:nvCxnSpPr>
          <p:spPr>
            <a:xfrm flipH="1">
              <a:off x="9939592" y="2890180"/>
              <a:ext cx="92722" cy="709935"/>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931B0A2C-638E-4B5F-9527-FDCFADBD9D67}"/>
                </a:ext>
              </a:extLst>
            </p:cNvPr>
            <p:cNvCxnSpPr>
              <a:cxnSpLocks/>
            </p:cNvCxnSpPr>
            <p:nvPr/>
          </p:nvCxnSpPr>
          <p:spPr>
            <a:xfrm>
              <a:off x="10328199" y="2889573"/>
              <a:ext cx="504882" cy="48594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94483967-CA05-46CD-8796-672A5055F299}"/>
                </a:ext>
              </a:extLst>
            </p:cNvPr>
            <p:cNvCxnSpPr>
              <a:cxnSpLocks/>
            </p:cNvCxnSpPr>
            <p:nvPr/>
          </p:nvCxnSpPr>
          <p:spPr>
            <a:xfrm flipV="1">
              <a:off x="10084687" y="2296158"/>
              <a:ext cx="203942" cy="340754"/>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Conector recto 77">
              <a:extLst>
                <a:ext uri="{FF2B5EF4-FFF2-40B4-BE49-F238E27FC236}">
                  <a16:creationId xmlns:a16="http://schemas.microsoft.com/office/drawing/2014/main" id="{586BDBA5-FAF9-48F5-B0BD-1968D0D4CC25}"/>
                </a:ext>
              </a:extLst>
            </p:cNvPr>
            <p:cNvCxnSpPr>
              <a:cxnSpLocks/>
              <a:stCxn id="97" idx="1"/>
            </p:cNvCxnSpPr>
            <p:nvPr/>
          </p:nvCxnSpPr>
          <p:spPr>
            <a:xfrm flipH="1">
              <a:off x="9186246" y="2767070"/>
              <a:ext cx="490842" cy="708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Conector recto 80">
              <a:extLst>
                <a:ext uri="{FF2B5EF4-FFF2-40B4-BE49-F238E27FC236}">
                  <a16:creationId xmlns:a16="http://schemas.microsoft.com/office/drawing/2014/main" id="{E75F71DE-EC9E-44EB-A8AA-482B14E19305}"/>
                </a:ext>
              </a:extLst>
            </p:cNvPr>
            <p:cNvCxnSpPr>
              <a:cxnSpLocks/>
              <a:endCxn id="66" idx="7"/>
            </p:cNvCxnSpPr>
            <p:nvPr/>
          </p:nvCxnSpPr>
          <p:spPr>
            <a:xfrm flipH="1">
              <a:off x="9920814" y="4160828"/>
              <a:ext cx="186543" cy="209539"/>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Conector recto 83">
              <a:extLst>
                <a:ext uri="{FF2B5EF4-FFF2-40B4-BE49-F238E27FC236}">
                  <a16:creationId xmlns:a16="http://schemas.microsoft.com/office/drawing/2014/main" id="{B21EB353-43D4-4F98-966C-46BA69E801B6}"/>
                </a:ext>
              </a:extLst>
            </p:cNvPr>
            <p:cNvCxnSpPr>
              <a:cxnSpLocks/>
              <a:endCxn id="16" idx="1"/>
            </p:cNvCxnSpPr>
            <p:nvPr/>
          </p:nvCxnSpPr>
          <p:spPr>
            <a:xfrm>
              <a:off x="8564410" y="2608940"/>
              <a:ext cx="528871" cy="991175"/>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Conector recto 86">
              <a:extLst>
                <a:ext uri="{FF2B5EF4-FFF2-40B4-BE49-F238E27FC236}">
                  <a16:creationId xmlns:a16="http://schemas.microsoft.com/office/drawing/2014/main" id="{5DF4C685-3AA8-438B-B36D-9DE90109C0FF}"/>
                </a:ext>
              </a:extLst>
            </p:cNvPr>
            <p:cNvCxnSpPr>
              <a:cxnSpLocks/>
              <a:endCxn id="17" idx="7"/>
            </p:cNvCxnSpPr>
            <p:nvPr/>
          </p:nvCxnSpPr>
          <p:spPr>
            <a:xfrm flipH="1">
              <a:off x="7731093" y="2650949"/>
              <a:ext cx="407064" cy="949166"/>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0" name="Conector recto 89">
              <a:extLst>
                <a:ext uri="{FF2B5EF4-FFF2-40B4-BE49-F238E27FC236}">
                  <a16:creationId xmlns:a16="http://schemas.microsoft.com/office/drawing/2014/main" id="{AC46EBC0-2DB4-4E27-B39A-41565F25B2D3}"/>
                </a:ext>
              </a:extLst>
            </p:cNvPr>
            <p:cNvCxnSpPr>
              <a:cxnSpLocks/>
              <a:endCxn id="3" idx="5"/>
            </p:cNvCxnSpPr>
            <p:nvPr/>
          </p:nvCxnSpPr>
          <p:spPr>
            <a:xfrm flipH="1" flipV="1">
              <a:off x="7731093" y="1778878"/>
              <a:ext cx="371334" cy="544647"/>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Conector recto 92">
              <a:extLst>
                <a:ext uri="{FF2B5EF4-FFF2-40B4-BE49-F238E27FC236}">
                  <a16:creationId xmlns:a16="http://schemas.microsoft.com/office/drawing/2014/main" id="{2F1858FF-CCAC-49C5-A5EF-0D563A8D5411}"/>
                </a:ext>
              </a:extLst>
            </p:cNvPr>
            <p:cNvCxnSpPr>
              <a:cxnSpLocks/>
              <a:endCxn id="13" idx="3"/>
            </p:cNvCxnSpPr>
            <p:nvPr/>
          </p:nvCxnSpPr>
          <p:spPr>
            <a:xfrm flipV="1">
              <a:off x="8688432" y="1922894"/>
              <a:ext cx="404849" cy="409066"/>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5" name="CuadroTexto 94">
              <a:extLst>
                <a:ext uri="{FF2B5EF4-FFF2-40B4-BE49-F238E27FC236}">
                  <a16:creationId xmlns:a16="http://schemas.microsoft.com/office/drawing/2014/main" id="{E11DBB3E-3FFA-44CC-9E9A-98C0A72911D3}"/>
                </a:ext>
              </a:extLst>
            </p:cNvPr>
            <p:cNvSpPr txBox="1"/>
            <p:nvPr/>
          </p:nvSpPr>
          <p:spPr>
            <a:xfrm>
              <a:off x="7809249" y="2338728"/>
              <a:ext cx="1021433" cy="246221"/>
            </a:xfrm>
            <a:prstGeom prst="rect">
              <a:avLst/>
            </a:prstGeom>
            <a:noFill/>
          </p:spPr>
          <p:txBody>
            <a:bodyPr wrap="none" rtlCol="0">
              <a:spAutoFit/>
            </a:bodyPr>
            <a:lstStyle/>
            <a:p>
              <a:pPr algn="ctr"/>
              <a:r>
                <a:rPr lang="es-CO" sz="1000" dirty="0">
                  <a:latin typeface="Segoe UI Light" panose="020B0502040204020203" pitchFamily="34" charset="0"/>
                  <a:cs typeface="Segoe UI Light" panose="020B0502040204020203" pitchFamily="34" charset="0"/>
                </a:rPr>
                <a:t>Cell Face Points</a:t>
              </a:r>
            </a:p>
          </p:txBody>
        </p:sp>
        <p:sp>
          <p:nvSpPr>
            <p:cNvPr id="97" name="CuadroTexto 96">
              <a:extLst>
                <a:ext uri="{FF2B5EF4-FFF2-40B4-BE49-F238E27FC236}">
                  <a16:creationId xmlns:a16="http://schemas.microsoft.com/office/drawing/2014/main" id="{28556537-74E2-49B8-A0F2-60B829636E1A}"/>
                </a:ext>
              </a:extLst>
            </p:cNvPr>
            <p:cNvSpPr txBox="1"/>
            <p:nvPr/>
          </p:nvSpPr>
          <p:spPr>
            <a:xfrm>
              <a:off x="9677088" y="2643959"/>
              <a:ext cx="710451" cy="246221"/>
            </a:xfrm>
            <a:prstGeom prst="rect">
              <a:avLst/>
            </a:prstGeom>
            <a:noFill/>
          </p:spPr>
          <p:txBody>
            <a:bodyPr wrap="none" rtlCol="0">
              <a:spAutoFit/>
            </a:bodyPr>
            <a:lstStyle/>
            <a:p>
              <a:pPr algn="ctr"/>
              <a:r>
                <a:rPr lang="es-CO" sz="1000" dirty="0">
                  <a:latin typeface="Segoe UI Light" panose="020B0502040204020203" pitchFamily="34" charset="0"/>
                  <a:cs typeface="Segoe UI Light" panose="020B0502040204020203" pitchFamily="34" charset="0"/>
                </a:rPr>
                <a:t>Cell Faces</a:t>
              </a:r>
            </a:p>
          </p:txBody>
        </p:sp>
        <p:sp>
          <p:nvSpPr>
            <p:cNvPr id="98" name="CuadroTexto 97">
              <a:extLst>
                <a:ext uri="{FF2B5EF4-FFF2-40B4-BE49-F238E27FC236}">
                  <a16:creationId xmlns:a16="http://schemas.microsoft.com/office/drawing/2014/main" id="{4D24FB9E-978F-4720-BF5D-A1D6B760FE47}"/>
                </a:ext>
              </a:extLst>
            </p:cNvPr>
            <p:cNvSpPr txBox="1"/>
            <p:nvPr/>
          </p:nvSpPr>
          <p:spPr>
            <a:xfrm>
              <a:off x="9720872" y="3966233"/>
              <a:ext cx="772969" cy="246221"/>
            </a:xfrm>
            <a:prstGeom prst="rect">
              <a:avLst/>
            </a:prstGeom>
            <a:noFill/>
          </p:spPr>
          <p:txBody>
            <a:bodyPr wrap="none" rtlCol="0">
              <a:spAutoFit/>
            </a:bodyPr>
            <a:lstStyle/>
            <a:p>
              <a:pPr algn="ctr"/>
              <a:r>
                <a:rPr lang="es-CO" sz="1000" dirty="0">
                  <a:latin typeface="Segoe UI Light" panose="020B0502040204020203" pitchFamily="34" charset="0"/>
                  <a:cs typeface="Segoe UI Light" panose="020B0502040204020203" pitchFamily="34" charset="0"/>
                </a:rPr>
                <a:t>Cell Center</a:t>
              </a:r>
            </a:p>
          </p:txBody>
        </p:sp>
      </p:grpSp>
      <p:sp>
        <p:nvSpPr>
          <p:cNvPr id="48" name="1 Título">
            <a:extLst>
              <a:ext uri="{FF2B5EF4-FFF2-40B4-BE49-F238E27FC236}">
                <a16:creationId xmlns:a16="http://schemas.microsoft.com/office/drawing/2014/main" id="{4AC1381A-69E3-4226-86A9-618B1E13AA0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pic>
        <p:nvPicPr>
          <p:cNvPr id="50" name="Imagen 49">
            <a:extLst>
              <a:ext uri="{FF2B5EF4-FFF2-40B4-BE49-F238E27FC236}">
                <a16:creationId xmlns:a16="http://schemas.microsoft.com/office/drawing/2014/main" id="{CEDF65AA-B9C0-4197-BE3C-E7773762C1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409448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 name="Imagen 84">
            <a:extLst>
              <a:ext uri="{FF2B5EF4-FFF2-40B4-BE49-F238E27FC236}">
                <a16:creationId xmlns:a16="http://schemas.microsoft.com/office/drawing/2014/main" id="{2A7DED9D-694A-4C86-8255-E9DCF19036D5}"/>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3" name="7 CuadroTexto">
            <a:extLst>
              <a:ext uri="{FF2B5EF4-FFF2-40B4-BE49-F238E27FC236}">
                <a16:creationId xmlns:a16="http://schemas.microsoft.com/office/drawing/2014/main" id="{E34235AB-6B08-4604-B6AB-71AAC45DFBD1}"/>
              </a:ext>
            </a:extLst>
          </p:cNvPr>
          <p:cNvSpPr txBox="1"/>
          <p:nvPr/>
        </p:nvSpPr>
        <p:spPr>
          <a:xfrm>
            <a:off x="407368" y="998302"/>
            <a:ext cx="3193119" cy="1846659"/>
          </a:xfrm>
          <a:prstGeom prst="rect">
            <a:avLst/>
          </a:prstGeom>
          <a:noFill/>
        </p:spPr>
        <p:txBody>
          <a:bodyPr wrap="square" rtlCol="0">
            <a:spAutoFit/>
          </a:bodyPr>
          <a:lstStyle/>
          <a:p>
            <a:r>
              <a:rPr lang="es-CO">
                <a:latin typeface="Segoe UI Light" panose="020B0502040204020203" pitchFamily="34" charset="0"/>
                <a:cs typeface="Segoe UI Light" panose="020B0502040204020203" pitchFamily="34" charset="0"/>
              </a:rPr>
              <a:t>Cell Center: </a:t>
            </a:r>
            <a:r>
              <a:rPr lang="es-CO" sz="1600">
                <a:latin typeface="Segoe UI Light" panose="020B0502040204020203" pitchFamily="34" charset="0"/>
                <a:cs typeface="Segoe UI Light" panose="020B0502040204020203" pitchFamily="34" charset="0"/>
              </a:rPr>
              <a:t>Corresponde al centro computacional de la celda y es el lugar específico donde la elevación de la lámina de agua es calculada. No necesariamente su localización se ubica en su centroide.</a:t>
            </a:r>
          </a:p>
        </p:txBody>
      </p:sp>
      <p:sp>
        <p:nvSpPr>
          <p:cNvPr id="56" name="7 CuadroTexto">
            <a:extLst>
              <a:ext uri="{FF2B5EF4-FFF2-40B4-BE49-F238E27FC236}">
                <a16:creationId xmlns:a16="http://schemas.microsoft.com/office/drawing/2014/main" id="{09B51B9C-AD01-4822-BE9F-A7E733D8E621}"/>
              </a:ext>
            </a:extLst>
          </p:cNvPr>
          <p:cNvSpPr txBox="1"/>
          <p:nvPr/>
        </p:nvSpPr>
        <p:spPr>
          <a:xfrm>
            <a:off x="8760296" y="1196752"/>
            <a:ext cx="3312368" cy="2092881"/>
          </a:xfrm>
          <a:prstGeom prst="rect">
            <a:avLst/>
          </a:prstGeom>
          <a:noFill/>
        </p:spPr>
        <p:txBody>
          <a:bodyPr wrap="square" rtlCol="0">
            <a:spAutoFit/>
          </a:bodyPr>
          <a:lstStyle/>
          <a:p>
            <a:r>
              <a:rPr lang="es-CO">
                <a:latin typeface="Segoe UI Light" panose="020B0502040204020203" pitchFamily="34" charset="0"/>
                <a:cs typeface="Segoe UI Light" panose="020B0502040204020203" pitchFamily="34" charset="0"/>
              </a:rPr>
              <a:t>Cell Face Points (FP):</a:t>
            </a:r>
            <a:r>
              <a:rPr lang="es-CO" sz="1600">
                <a:latin typeface="Segoe UI Light" panose="020B0502040204020203" pitchFamily="34" charset="0"/>
                <a:cs typeface="Segoe UI Light" panose="020B0502040204020203" pitchFamily="34" charset="0"/>
              </a:rPr>
              <a:t> Corresponde a los puntos finales de cada lado de la celda. Estos puntos son utilizados para anclar o conectar un área 2D a un elemento 1D y para el reconocimiento de las celdas asociadas a las condiciones de frontera.</a:t>
            </a:r>
          </a:p>
        </p:txBody>
      </p:sp>
      <p:cxnSp>
        <p:nvCxnSpPr>
          <p:cNvPr id="23" name="Conector recto de flecha 22">
            <a:extLst>
              <a:ext uri="{FF2B5EF4-FFF2-40B4-BE49-F238E27FC236}">
                <a16:creationId xmlns:a16="http://schemas.microsoft.com/office/drawing/2014/main" id="{7E94F089-6A8E-4AD5-83BE-93185DA08F79}"/>
              </a:ext>
            </a:extLst>
          </p:cNvPr>
          <p:cNvCxnSpPr>
            <a:cxnSpLocks/>
            <a:stCxn id="53" idx="3"/>
          </p:cNvCxnSpPr>
          <p:nvPr/>
        </p:nvCxnSpPr>
        <p:spPr>
          <a:xfrm>
            <a:off x="3600487" y="1921632"/>
            <a:ext cx="2783545" cy="931304"/>
          </a:xfrm>
          <a:prstGeom prst="straightConnector1">
            <a:avLst/>
          </a:prstGeom>
          <a:ln w="12700">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69" name="7 CuadroTexto">
            <a:extLst>
              <a:ext uri="{FF2B5EF4-FFF2-40B4-BE49-F238E27FC236}">
                <a16:creationId xmlns:a16="http://schemas.microsoft.com/office/drawing/2014/main" id="{31A3C6CC-EB6B-4A38-A6FD-F7CEE88D8559}"/>
              </a:ext>
            </a:extLst>
          </p:cNvPr>
          <p:cNvSpPr txBox="1"/>
          <p:nvPr/>
        </p:nvSpPr>
        <p:spPr>
          <a:xfrm>
            <a:off x="191344" y="4729820"/>
            <a:ext cx="4248472" cy="1846659"/>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Cell Faces</a:t>
            </a:r>
            <a:r>
              <a:rPr lang="es-CO" sz="1600" dirty="0">
                <a:latin typeface="Segoe UI Light" panose="020B0502040204020203" pitchFamily="34" charset="0"/>
                <a:cs typeface="Segoe UI Light" panose="020B0502040204020203" pitchFamily="34" charset="0"/>
              </a:rPr>
              <a:t>: Corresponde a los límites específicos de cada celda. Generalmente son </a:t>
            </a:r>
            <a:r>
              <a:rPr lang="es-CO" sz="1600" dirty="0" err="1">
                <a:latin typeface="Segoe UI Light" panose="020B0502040204020203" pitchFamily="34" charset="0"/>
                <a:cs typeface="Segoe UI Light" panose="020B0502040204020203" pitchFamily="34" charset="0"/>
              </a:rPr>
              <a:t>lineas</a:t>
            </a:r>
            <a:r>
              <a:rPr lang="es-CO" sz="1600" dirty="0">
                <a:latin typeface="Segoe UI Light" panose="020B0502040204020203" pitchFamily="34" charset="0"/>
                <a:cs typeface="Segoe UI Light" panose="020B0502040204020203" pitchFamily="34" charset="0"/>
              </a:rPr>
              <a:t> rectas, sin embargo, también pueden componerse de múltiples nodos, tal como ocurre con el perímetro de las áreas de drenaje 2D. Una celda podrá contener como máximo 8 caras.</a:t>
            </a:r>
          </a:p>
        </p:txBody>
      </p:sp>
      <p:cxnSp>
        <p:nvCxnSpPr>
          <p:cNvPr id="70" name="Conector recto de flecha 69">
            <a:extLst>
              <a:ext uri="{FF2B5EF4-FFF2-40B4-BE49-F238E27FC236}">
                <a16:creationId xmlns:a16="http://schemas.microsoft.com/office/drawing/2014/main" id="{E421CCE8-1772-40F2-BFFA-5F05A23F9676}"/>
              </a:ext>
            </a:extLst>
          </p:cNvPr>
          <p:cNvCxnSpPr>
            <a:cxnSpLocks/>
            <a:stCxn id="69" idx="3"/>
          </p:cNvCxnSpPr>
          <p:nvPr/>
        </p:nvCxnSpPr>
        <p:spPr>
          <a:xfrm flipV="1">
            <a:off x="4439816" y="3356995"/>
            <a:ext cx="1022775" cy="2296155"/>
          </a:xfrm>
          <a:prstGeom prst="straightConnector1">
            <a:avLst/>
          </a:prstGeom>
          <a:ln w="12700">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1" name="Conector recto de flecha 70">
            <a:extLst>
              <a:ext uri="{FF2B5EF4-FFF2-40B4-BE49-F238E27FC236}">
                <a16:creationId xmlns:a16="http://schemas.microsoft.com/office/drawing/2014/main" id="{F7F6EFEE-90E2-498A-BB20-2D2B95CB0C26}"/>
              </a:ext>
            </a:extLst>
          </p:cNvPr>
          <p:cNvCxnSpPr>
            <a:cxnSpLocks/>
            <a:stCxn id="69" idx="3"/>
          </p:cNvCxnSpPr>
          <p:nvPr/>
        </p:nvCxnSpPr>
        <p:spPr>
          <a:xfrm flipV="1">
            <a:off x="4439816" y="3356995"/>
            <a:ext cx="3096344" cy="2296155"/>
          </a:xfrm>
          <a:prstGeom prst="straightConnector1">
            <a:avLst/>
          </a:prstGeom>
          <a:ln w="12700">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3" name="Conector recto de flecha 72">
            <a:extLst>
              <a:ext uri="{FF2B5EF4-FFF2-40B4-BE49-F238E27FC236}">
                <a16:creationId xmlns:a16="http://schemas.microsoft.com/office/drawing/2014/main" id="{EB371419-43B2-47E2-9083-CF97F3DC257E}"/>
              </a:ext>
            </a:extLst>
          </p:cNvPr>
          <p:cNvCxnSpPr>
            <a:cxnSpLocks/>
            <a:stCxn id="56" idx="1"/>
          </p:cNvCxnSpPr>
          <p:nvPr/>
        </p:nvCxnSpPr>
        <p:spPr>
          <a:xfrm flipH="1">
            <a:off x="8616282" y="2243193"/>
            <a:ext cx="144014" cy="609743"/>
          </a:xfrm>
          <a:prstGeom prst="straightConnector1">
            <a:avLst/>
          </a:prstGeom>
          <a:ln w="12700">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6" name="Conector recto de flecha 75">
            <a:extLst>
              <a:ext uri="{FF2B5EF4-FFF2-40B4-BE49-F238E27FC236}">
                <a16:creationId xmlns:a16="http://schemas.microsoft.com/office/drawing/2014/main" id="{B8680ACE-E901-4D9C-963C-CEA0E6025FCD}"/>
              </a:ext>
            </a:extLst>
          </p:cNvPr>
          <p:cNvCxnSpPr>
            <a:cxnSpLocks/>
            <a:stCxn id="56" idx="1"/>
          </p:cNvCxnSpPr>
          <p:nvPr/>
        </p:nvCxnSpPr>
        <p:spPr>
          <a:xfrm flipH="1" flipV="1">
            <a:off x="7104114" y="2143851"/>
            <a:ext cx="1656182" cy="99342"/>
          </a:xfrm>
          <a:prstGeom prst="straightConnector1">
            <a:avLst/>
          </a:prstGeom>
          <a:ln w="12700">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1431C295-C619-4605-9957-CFD3DDBD33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FC876701-C6B1-4FC0-BCBB-6458F640736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327148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FA0EF0E-55D3-4038-A768-5C4BF6CC9BA2}"/>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279576" y="2204864"/>
            <a:ext cx="3476625" cy="4162425"/>
          </a:xfrm>
          <a:prstGeom prst="rect">
            <a:avLst/>
          </a:prstGeom>
        </p:spPr>
      </p:pic>
      <p:sp>
        <p:nvSpPr>
          <p:cNvPr id="8" name="7 CuadroTexto"/>
          <p:cNvSpPr txBox="1"/>
          <p:nvPr/>
        </p:nvSpPr>
        <p:spPr>
          <a:xfrm>
            <a:off x="1658507" y="772326"/>
            <a:ext cx="8874986" cy="1077218"/>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Para </a:t>
            </a:r>
            <a:r>
              <a:rPr lang="en-US" sz="1600" dirty="0" err="1">
                <a:latin typeface="Segoe UI Light" panose="020B0502040204020203" pitchFamily="34" charset="0"/>
                <a:cs typeface="Segoe UI Light" panose="020B0502040204020203" pitchFamily="34" charset="0"/>
              </a:rPr>
              <a:t>crear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computacional</a:t>
            </a:r>
            <a:r>
              <a:rPr lang="en-US" sz="1600" dirty="0">
                <a:latin typeface="Segoe UI Light" panose="020B0502040204020203" pitchFamily="34" charset="0"/>
                <a:cs typeface="Segoe UI Light" panose="020B0502040204020203" pitchFamily="34" charset="0"/>
              </a:rPr>
              <a:t>: En RAS Mapper de HEC-RAS 5.0.6+ </a:t>
            </a:r>
            <a:r>
              <a:rPr lang="en-US" sz="1600" dirty="0" err="1">
                <a:latin typeface="Segoe UI Light" panose="020B0502040204020203" pitchFamily="34" charset="0"/>
                <a:cs typeface="Segoe UI Light" panose="020B0502040204020203" pitchFamily="34" charset="0"/>
              </a:rPr>
              <a:t>dar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2D Flow Areas</a:t>
            </a:r>
            <a:r>
              <a:rPr lang="en-US" sz="1600" dirty="0">
                <a:latin typeface="Segoe UI Light" panose="020B0502040204020203" pitchFamily="34" charset="0"/>
                <a:cs typeface="Segoe UI Light" panose="020B0502040204020203" pitchFamily="34" charset="0"/>
              </a:rPr>
              <a:t> - </a:t>
            </a:r>
            <a:r>
              <a:rPr lang="en-US" sz="1600" i="1" dirty="0">
                <a:latin typeface="Segoe UI Light" panose="020B0502040204020203" pitchFamily="34" charset="0"/>
                <a:cs typeface="Segoe UI Light" panose="020B0502040204020203" pitchFamily="34" charset="0"/>
              </a:rPr>
              <a:t>Perimeters</a:t>
            </a:r>
            <a:r>
              <a:rPr lang="en-US" sz="1600" dirty="0">
                <a:latin typeface="Segoe UI Light" panose="020B0502040204020203" pitchFamily="34" charset="0"/>
                <a:cs typeface="Segoe UI Light" panose="020B0502040204020203" pitchFamily="34" charset="0"/>
              </a:rPr>
              <a:t> – </a:t>
            </a:r>
            <a:r>
              <a:rPr lang="en-US" sz="1600" i="1" dirty="0">
                <a:latin typeface="Segoe UI Light" panose="020B0502040204020203" pitchFamily="34" charset="0"/>
                <a:cs typeface="Segoe UI Light" panose="020B0502040204020203" pitchFamily="34" charset="0"/>
              </a:rPr>
              <a:t>Edit Geometry</a:t>
            </a:r>
            <a:r>
              <a:rPr lang="en-US" sz="1600" dirty="0">
                <a:latin typeface="Segoe UI Light" panose="020B0502040204020203" pitchFamily="34" charset="0"/>
                <a:cs typeface="Segoe UI Light" panose="020B0502040204020203" pitchFamily="34" charset="0"/>
              </a:rPr>
              <a:t> (BETA).</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Nuevamente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Perimeters – Edit 2D Area Properties.</a:t>
            </a:r>
            <a:endParaRPr lang="es-CO" sz="1400" dirty="0">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3912" y="4869160"/>
            <a:ext cx="360000" cy="360000"/>
          </a:xfrm>
          <a:prstGeom prst="rect">
            <a:avLst/>
          </a:prstGeom>
        </p:spPr>
      </p:pic>
      <p:pic>
        <p:nvPicPr>
          <p:cNvPr id="5" name="Imagen 4">
            <a:extLst>
              <a:ext uri="{FF2B5EF4-FFF2-40B4-BE49-F238E27FC236}">
                <a16:creationId xmlns:a16="http://schemas.microsoft.com/office/drawing/2014/main" id="{F2F81B31-7534-4D9F-93B2-F7BF071A9D17}"/>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6235774" y="2204864"/>
            <a:ext cx="3515746" cy="4162425"/>
          </a:xfrm>
          <a:prstGeom prst="rect">
            <a:avLst/>
          </a:prstGeom>
        </p:spPr>
      </p:pic>
      <p:pic>
        <p:nvPicPr>
          <p:cNvPr id="11" name="Imagen 10">
            <a:extLst>
              <a:ext uri="{FF2B5EF4-FFF2-40B4-BE49-F238E27FC236}">
                <a16:creationId xmlns:a16="http://schemas.microsoft.com/office/drawing/2014/main" id="{BCF976BB-D560-487D-973F-24B717A5FA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91520" y="4919569"/>
            <a:ext cx="360000" cy="360000"/>
          </a:xfrm>
          <a:prstGeom prst="rect">
            <a:avLst/>
          </a:prstGeom>
        </p:spPr>
      </p:pic>
      <p:pic>
        <p:nvPicPr>
          <p:cNvPr id="9" name="Imagen 8">
            <a:extLst>
              <a:ext uri="{FF2B5EF4-FFF2-40B4-BE49-F238E27FC236}">
                <a16:creationId xmlns:a16="http://schemas.microsoft.com/office/drawing/2014/main" id="{4F944CA6-AC50-4F32-9B65-AEB38AD0F72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8D9D01D5-1704-4E55-AAC3-CDB7F90858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2534384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AC7DD7CD-750B-4B9C-9B7F-A3A8DD094CA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374527" y="2564904"/>
            <a:ext cx="4629150" cy="3486150"/>
          </a:xfrm>
          <a:prstGeom prst="rect">
            <a:avLst/>
          </a:prstGeom>
        </p:spPr>
      </p:pic>
      <p:sp>
        <p:nvSpPr>
          <p:cNvPr id="8" name="7 CuadroTexto"/>
          <p:cNvSpPr txBox="1"/>
          <p:nvPr/>
        </p:nvSpPr>
        <p:spPr>
          <a:xfrm>
            <a:off x="1500989" y="674116"/>
            <a:ext cx="9190021" cy="1569660"/>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Para el Perimeter 1, </a:t>
            </a:r>
            <a:r>
              <a:rPr lang="en-US" sz="1600" dirty="0" err="1">
                <a:latin typeface="Segoe UI Light" panose="020B0502040204020203" pitchFamily="34" charset="0"/>
                <a:cs typeface="Segoe UI Light" panose="020B0502040204020203" pitchFamily="34" charset="0"/>
              </a:rPr>
              <a:t>defina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espaciamiento</a:t>
            </a:r>
            <a:r>
              <a:rPr lang="en-US" sz="1600" dirty="0">
                <a:latin typeface="Segoe UI Light" panose="020B0502040204020203" pitchFamily="34" charset="0"/>
                <a:cs typeface="Segoe UI Light" panose="020B0502040204020203" pitchFamily="34" charset="0"/>
              </a:rPr>
              <a:t> DX y DY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50 metros. </a:t>
            </a:r>
            <a:r>
              <a:rPr lang="en-US" sz="1600" dirty="0" err="1">
                <a:latin typeface="Segoe UI Light" panose="020B0502040204020203" pitchFamily="34" charset="0"/>
                <a:cs typeface="Segoe UI Light" panose="020B0502040204020203" pitchFamily="34" charset="0"/>
              </a:rPr>
              <a:t>Asigne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además</a:t>
            </a:r>
            <a:r>
              <a:rPr lang="en-US" sz="1600" dirty="0">
                <a:latin typeface="Segoe UI Light" panose="020B0502040204020203" pitchFamily="34" charset="0"/>
                <a:cs typeface="Segoe UI Light" panose="020B0502040204020203" pitchFamily="34" charset="0"/>
              </a:rPr>
              <a:t> 0.025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valor por </a:t>
            </a:r>
            <a:r>
              <a:rPr lang="en-US" sz="1600" dirty="0" err="1">
                <a:latin typeface="Segoe UI Light" panose="020B0502040204020203" pitchFamily="34" charset="0"/>
                <a:cs typeface="Segoe UI Light" panose="020B0502040204020203" pitchFamily="34" charset="0"/>
              </a:rPr>
              <a:t>defecto</a:t>
            </a:r>
            <a:r>
              <a:rPr lang="en-US" sz="1600" dirty="0">
                <a:latin typeface="Segoe UI Light" panose="020B0502040204020203" pitchFamily="34" charset="0"/>
                <a:cs typeface="Segoe UI Light" panose="020B0502040204020203" pitchFamily="34" charset="0"/>
              </a:rPr>
              <a:t> para el </a:t>
            </a:r>
            <a:r>
              <a:rPr lang="en-US" sz="1600" dirty="0" err="1">
                <a:latin typeface="Segoe UI Light" panose="020B0502040204020203" pitchFamily="34" charset="0"/>
                <a:cs typeface="Segoe UI Light" panose="020B0502040204020203" pitchFamily="34" charset="0"/>
              </a:rPr>
              <a:t>coeficiente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rugosidad</a:t>
            </a:r>
            <a:r>
              <a:rPr lang="en-US" sz="1600" dirty="0">
                <a:latin typeface="Segoe UI Light" panose="020B0502040204020203" pitchFamily="34" charset="0"/>
                <a:cs typeface="Segoe UI Light" panose="020B0502040204020203" pitchFamily="34" charset="0"/>
              </a:rPr>
              <a:t> de Manning (n). Este valor </a:t>
            </a:r>
            <a:r>
              <a:rPr lang="en-US" sz="1600" dirty="0" err="1">
                <a:latin typeface="Segoe UI Light" panose="020B0502040204020203" pitchFamily="34" charset="0"/>
                <a:cs typeface="Segoe UI Light" panose="020B0502040204020203" pitchFamily="34" charset="0"/>
              </a:rPr>
              <a:t>será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aplicado</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todas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aquellas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que no </a:t>
            </a:r>
            <a:r>
              <a:rPr lang="en-US" sz="1600" dirty="0" err="1">
                <a:latin typeface="Segoe UI Light" panose="020B0502040204020203" pitchFamily="34" charset="0"/>
                <a:cs typeface="Segoe UI Light" panose="020B0502040204020203" pitchFamily="34" charset="0"/>
              </a:rPr>
              <a:t>estan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asociadas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ninguna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cobertura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usos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suelo</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De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Generate Computations Points y revise los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defecto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establecidos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tabla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tolerancias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ícono</a:t>
            </a:r>
            <a:r>
              <a:rPr lang="en-US" sz="1600" dirty="0">
                <a:latin typeface="Segoe UI Light" panose="020B0502040204020203" pitchFamily="34" charset="0"/>
                <a:cs typeface="Segoe UI Light" panose="020B0502040204020203" pitchFamily="34" charset="0"/>
              </a:rPr>
              <a:t> setup de la </a:t>
            </a:r>
            <a:r>
              <a:rPr lang="en-US" sz="1600" dirty="0" err="1">
                <a:latin typeface="Segoe UI Light" panose="020B0502040204020203" pitchFamily="34" charset="0"/>
                <a:cs typeface="Segoe UI Light" panose="020B0502040204020203" pitchFamily="34" charset="0"/>
              </a:rPr>
              <a:t>ventana</a:t>
            </a:r>
            <a:r>
              <a:rPr lang="en-US" sz="1600" dirty="0">
                <a:latin typeface="Segoe UI Light" panose="020B0502040204020203" pitchFamily="34" charset="0"/>
                <a:cs typeface="Segoe UI Light" panose="020B0502040204020203" pitchFamily="34" charset="0"/>
              </a:rPr>
              <a:t>).</a:t>
            </a:r>
            <a:endParaRPr lang="es-CO" sz="1400" dirty="0">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46735" y="3896287"/>
            <a:ext cx="360000" cy="360000"/>
          </a:xfrm>
          <a:prstGeom prst="rect">
            <a:avLst/>
          </a:prstGeom>
        </p:spPr>
      </p:pic>
      <p:pic>
        <p:nvPicPr>
          <p:cNvPr id="2" name="Imagen 1">
            <a:extLst>
              <a:ext uri="{FF2B5EF4-FFF2-40B4-BE49-F238E27FC236}">
                <a16:creationId xmlns:a16="http://schemas.microsoft.com/office/drawing/2014/main" id="{95255DA3-1D19-4C68-B1A9-F456A6EE5A45}"/>
              </a:ext>
            </a:extLst>
          </p:cNvPr>
          <p:cNvPicPr>
            <a:picLocks noChangeAspect="1"/>
          </p:cNvPicPr>
          <p:nvPr/>
        </p:nvPicPr>
        <p:blipFill>
          <a:blip r:embed="rId6">
            <a:grayscl/>
          </a:blip>
          <a:stretch>
            <a:fillRect/>
          </a:stretch>
        </p:blipFill>
        <p:spPr>
          <a:xfrm>
            <a:off x="7309048" y="2561398"/>
            <a:ext cx="2819400" cy="2971800"/>
          </a:xfrm>
          <a:prstGeom prst="rect">
            <a:avLst/>
          </a:prstGeom>
        </p:spPr>
      </p:pic>
      <p:pic>
        <p:nvPicPr>
          <p:cNvPr id="14" name="Imagen 13">
            <a:extLst>
              <a:ext uri="{FF2B5EF4-FFF2-40B4-BE49-F238E27FC236}">
                <a16:creationId xmlns:a16="http://schemas.microsoft.com/office/drawing/2014/main" id="{4750ADE9-2225-4347-AA9A-9E925168F0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89598" y="4743500"/>
            <a:ext cx="360000" cy="360000"/>
          </a:xfrm>
          <a:prstGeom prst="rect">
            <a:avLst/>
          </a:prstGeom>
        </p:spPr>
      </p:pic>
      <p:pic>
        <p:nvPicPr>
          <p:cNvPr id="15" name="Imagen 14">
            <a:extLst>
              <a:ext uri="{FF2B5EF4-FFF2-40B4-BE49-F238E27FC236}">
                <a16:creationId xmlns:a16="http://schemas.microsoft.com/office/drawing/2014/main" id="{B2BB867E-192A-4C62-8B77-F38BBA03F3F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7923" y="5353198"/>
            <a:ext cx="360000" cy="360000"/>
          </a:xfrm>
          <a:prstGeom prst="rect">
            <a:avLst/>
          </a:prstGeom>
        </p:spPr>
      </p:pic>
      <p:sp>
        <p:nvSpPr>
          <p:cNvPr id="13" name="Rectángulo 12">
            <a:extLst>
              <a:ext uri="{FF2B5EF4-FFF2-40B4-BE49-F238E27FC236}">
                <a16:creationId xmlns:a16="http://schemas.microsoft.com/office/drawing/2014/main" id="{E4857E22-0048-456C-8D69-01C9B845A006}"/>
              </a:ext>
            </a:extLst>
          </p:cNvPr>
          <p:cNvSpPr/>
          <p:nvPr/>
        </p:nvSpPr>
        <p:spPr>
          <a:xfrm>
            <a:off x="2374527" y="6138831"/>
            <a:ext cx="4629150" cy="461665"/>
          </a:xfrm>
          <a:prstGeom prst="rect">
            <a:avLst/>
          </a:prstGeom>
        </p:spPr>
        <p:txBody>
          <a:bodyPr wrap="square">
            <a:spAutoFit/>
          </a:bodyPr>
          <a:lstStyle/>
          <a:p>
            <a:pPr algn="just"/>
            <a:r>
              <a:rPr lang="es-CO" sz="1200">
                <a:latin typeface="Segoe UI Light" panose="020B0502040204020203" pitchFamily="34" charset="0"/>
                <a:cs typeface="Segoe UI Light" panose="020B0502040204020203" pitchFamily="34" charset="0"/>
              </a:rPr>
              <a:t>Para mayor información acerca de la tabla de tolerancias, consulte el Manual de HEC-RAS 2D Modeling Users Manual. Pag. 3-7</a:t>
            </a:r>
            <a:endParaRPr lang="es-CO" sz="12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528C7A5C-1C46-4777-A122-3D1A75DF1BC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8AE3D507-9524-4A18-8F18-D8B3D407BF2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1474337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58506" y="764704"/>
            <a:ext cx="8874986" cy="584775"/>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Opcionalmente podrá modificar el espaciamiento DX y DY para comparar el total de celdas obtenidas y un resúmen de sus propiedades para el área 2D de 361 hectáreas.</a:t>
            </a:r>
          </a:p>
        </p:txBody>
      </p:sp>
      <p:sp>
        <p:nvSpPr>
          <p:cNvPr id="13" name="7 CuadroTexto">
            <a:extLst>
              <a:ext uri="{FF2B5EF4-FFF2-40B4-BE49-F238E27FC236}">
                <a16:creationId xmlns:a16="http://schemas.microsoft.com/office/drawing/2014/main" id="{5C145EDF-C1B3-4EF0-8B2B-A2D7A3BA9911}"/>
              </a:ext>
            </a:extLst>
          </p:cNvPr>
          <p:cNvSpPr txBox="1"/>
          <p:nvPr/>
        </p:nvSpPr>
        <p:spPr>
          <a:xfrm>
            <a:off x="983432" y="1732382"/>
            <a:ext cx="3179352" cy="1661993"/>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DX, DY = 100 metros</a:t>
            </a:r>
          </a:p>
          <a:p>
            <a:pPr algn="ctr"/>
            <a:endParaRPr lang="en-US" sz="1600" dirty="0">
              <a:latin typeface="Segoe UI Light" panose="020B0502040204020203" pitchFamily="34" charset="0"/>
              <a:cs typeface="Segoe UI Light" panose="020B0502040204020203" pitchFamily="34" charset="0"/>
            </a:endParaRPr>
          </a:p>
          <a:p>
            <a:pPr algn="ctr"/>
            <a:r>
              <a:rPr lang="en-US" sz="1400" dirty="0">
                <a:latin typeface="Segoe UI Light" panose="020B0502040204020203" pitchFamily="34" charset="0"/>
                <a:cs typeface="Segoe UI Light" panose="020B0502040204020203" pitchFamily="34" charset="0"/>
              </a:rPr>
              <a:t>Number of Cells = 451</a:t>
            </a:r>
          </a:p>
          <a:p>
            <a:pPr algn="ctr"/>
            <a:r>
              <a:rPr lang="en-US" sz="1400" dirty="0">
                <a:latin typeface="Segoe UI Light" panose="020B0502040204020203" pitchFamily="34" charset="0"/>
                <a:cs typeface="Segoe UI Light" panose="020B0502040204020203" pitchFamily="34" charset="0"/>
              </a:rPr>
              <a:t>Average Face Length = 103</a:t>
            </a:r>
          </a:p>
          <a:p>
            <a:pPr algn="ctr"/>
            <a:r>
              <a:rPr lang="en-US" sz="1400">
                <a:latin typeface="Segoe UI Light" panose="020B0502040204020203" pitchFamily="34" charset="0"/>
                <a:cs typeface="Segoe UI Light" panose="020B0502040204020203" pitchFamily="34" charset="0"/>
              </a:rPr>
              <a:t>Average Cell Size = 10,620</a:t>
            </a:r>
          </a:p>
          <a:p>
            <a:pPr algn="ctr"/>
            <a:r>
              <a:rPr lang="en-US" sz="1400" dirty="0">
                <a:latin typeface="Segoe UI Light" panose="020B0502040204020203" pitchFamily="34" charset="0"/>
                <a:cs typeface="Segoe UI Light" panose="020B0502040204020203" pitchFamily="34" charset="0"/>
              </a:rPr>
              <a:t>Maximum Cell Size = 15,453</a:t>
            </a:r>
          </a:p>
          <a:p>
            <a:pPr algn="ctr"/>
            <a:r>
              <a:rPr lang="en-US" sz="1400" dirty="0">
                <a:latin typeface="Segoe UI Light" panose="020B0502040204020203" pitchFamily="34" charset="0"/>
                <a:cs typeface="Segoe UI Light" panose="020B0502040204020203" pitchFamily="34" charset="0"/>
              </a:rPr>
              <a:t>Minimum Cell Size = 7,847</a:t>
            </a:r>
            <a:endParaRPr lang="es-CO" sz="1400" dirty="0">
              <a:latin typeface="Segoe UI Light" panose="020B0502040204020203" pitchFamily="34" charset="0"/>
              <a:cs typeface="Segoe UI Light" panose="020B0502040204020203" pitchFamily="34" charset="0"/>
            </a:endParaRPr>
          </a:p>
        </p:txBody>
      </p:sp>
      <p:sp>
        <p:nvSpPr>
          <p:cNvPr id="17" name="7 CuadroTexto">
            <a:extLst>
              <a:ext uri="{FF2B5EF4-FFF2-40B4-BE49-F238E27FC236}">
                <a16:creationId xmlns:a16="http://schemas.microsoft.com/office/drawing/2014/main" id="{5D450C11-9AC9-4953-971A-7ACD3B344F7E}"/>
              </a:ext>
            </a:extLst>
          </p:cNvPr>
          <p:cNvSpPr txBox="1"/>
          <p:nvPr/>
        </p:nvSpPr>
        <p:spPr>
          <a:xfrm>
            <a:off x="8029215" y="1732382"/>
            <a:ext cx="3179352" cy="1661993"/>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DX, DY = 25 metros</a:t>
            </a:r>
          </a:p>
          <a:p>
            <a:pPr algn="ctr"/>
            <a:endParaRPr lang="en-US" sz="1600">
              <a:latin typeface="Segoe UI Light" panose="020B0502040204020203" pitchFamily="34" charset="0"/>
              <a:cs typeface="Segoe UI Light" panose="020B0502040204020203" pitchFamily="34" charset="0"/>
            </a:endParaRPr>
          </a:p>
          <a:p>
            <a:pPr algn="ctr"/>
            <a:r>
              <a:rPr lang="en-US" sz="1400">
                <a:latin typeface="Segoe UI Light" panose="020B0502040204020203" pitchFamily="34" charset="0"/>
                <a:cs typeface="Segoe UI Light" panose="020B0502040204020203" pitchFamily="34" charset="0"/>
              </a:rPr>
              <a:t>Number of Cells = 6108</a:t>
            </a:r>
          </a:p>
          <a:p>
            <a:pPr algn="ctr"/>
            <a:r>
              <a:rPr lang="en-US" sz="1400">
                <a:latin typeface="Segoe UI Light" panose="020B0502040204020203" pitchFamily="34" charset="0"/>
                <a:cs typeface="Segoe UI Light" panose="020B0502040204020203" pitchFamily="34" charset="0"/>
              </a:rPr>
              <a:t>Average Face Length = 25</a:t>
            </a:r>
          </a:p>
          <a:p>
            <a:pPr algn="ctr"/>
            <a:r>
              <a:rPr lang="en-US" sz="1400">
                <a:latin typeface="Segoe UI Light" panose="020B0502040204020203" pitchFamily="34" charset="0"/>
                <a:cs typeface="Segoe UI Light" panose="020B0502040204020203" pitchFamily="34" charset="0"/>
              </a:rPr>
              <a:t>Average Cell Size = 637</a:t>
            </a:r>
          </a:p>
          <a:p>
            <a:pPr algn="ctr"/>
            <a:r>
              <a:rPr lang="en-US" sz="1400">
                <a:latin typeface="Segoe UI Light" panose="020B0502040204020203" pitchFamily="34" charset="0"/>
                <a:cs typeface="Segoe UI Light" panose="020B0502040204020203" pitchFamily="34" charset="0"/>
              </a:rPr>
              <a:t>Maximum Cell Size = 1,220</a:t>
            </a:r>
          </a:p>
          <a:p>
            <a:pPr algn="ctr"/>
            <a:r>
              <a:rPr lang="en-US" sz="1400">
                <a:latin typeface="Segoe UI Light" panose="020B0502040204020203" pitchFamily="34" charset="0"/>
                <a:cs typeface="Segoe UI Light" panose="020B0502040204020203" pitchFamily="34" charset="0"/>
              </a:rPr>
              <a:t>Minimum Cell Size = 503</a:t>
            </a:r>
            <a:endParaRPr lang="es-CO" sz="1400" dirty="0">
              <a:latin typeface="Segoe UI Light" panose="020B0502040204020203" pitchFamily="34" charset="0"/>
              <a:cs typeface="Segoe UI Light" panose="020B0502040204020203" pitchFamily="34" charset="0"/>
            </a:endParaRPr>
          </a:p>
        </p:txBody>
      </p:sp>
      <p:sp>
        <p:nvSpPr>
          <p:cNvPr id="18" name="7 CuadroTexto">
            <a:extLst>
              <a:ext uri="{FF2B5EF4-FFF2-40B4-BE49-F238E27FC236}">
                <a16:creationId xmlns:a16="http://schemas.microsoft.com/office/drawing/2014/main" id="{5D7BDC37-DADB-4B20-AA87-75BB295DEEAB}"/>
              </a:ext>
            </a:extLst>
          </p:cNvPr>
          <p:cNvSpPr txBox="1"/>
          <p:nvPr/>
        </p:nvSpPr>
        <p:spPr>
          <a:xfrm>
            <a:off x="4470376" y="1732382"/>
            <a:ext cx="3179352" cy="1661993"/>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DX, DY = 50 metros</a:t>
            </a:r>
          </a:p>
          <a:p>
            <a:pPr algn="ctr"/>
            <a:endParaRPr lang="en-US" sz="1600">
              <a:latin typeface="Segoe UI Light" panose="020B0502040204020203" pitchFamily="34" charset="0"/>
              <a:cs typeface="Segoe UI Light" panose="020B0502040204020203" pitchFamily="34" charset="0"/>
            </a:endParaRPr>
          </a:p>
          <a:p>
            <a:pPr algn="ctr"/>
            <a:r>
              <a:rPr lang="en-US" sz="1400">
                <a:latin typeface="Segoe UI Light" panose="020B0502040204020203" pitchFamily="34" charset="0"/>
                <a:cs typeface="Segoe UI Light" panose="020B0502040204020203" pitchFamily="34" charset="0"/>
              </a:rPr>
              <a:t>Number of Cells = 1613</a:t>
            </a:r>
          </a:p>
          <a:p>
            <a:pPr algn="ctr"/>
            <a:r>
              <a:rPr lang="en-US" sz="1400">
                <a:latin typeface="Segoe UI Light" panose="020B0502040204020203" pitchFamily="34" charset="0"/>
                <a:cs typeface="Segoe UI Light" panose="020B0502040204020203" pitchFamily="34" charset="0"/>
              </a:rPr>
              <a:t>Average Face Length = 51</a:t>
            </a:r>
          </a:p>
          <a:p>
            <a:pPr algn="ctr"/>
            <a:r>
              <a:rPr lang="en-US" sz="1400">
                <a:latin typeface="Segoe UI Light" panose="020B0502040204020203" pitchFamily="34" charset="0"/>
                <a:cs typeface="Segoe UI Light" panose="020B0502040204020203" pitchFamily="34" charset="0"/>
              </a:rPr>
              <a:t>Average Cell Size = 2,596</a:t>
            </a:r>
          </a:p>
          <a:p>
            <a:pPr algn="ctr"/>
            <a:r>
              <a:rPr lang="en-US" sz="1400">
                <a:latin typeface="Segoe UI Light" panose="020B0502040204020203" pitchFamily="34" charset="0"/>
                <a:cs typeface="Segoe UI Light" panose="020B0502040204020203" pitchFamily="34" charset="0"/>
              </a:rPr>
              <a:t>Maximum Cell Size = 4,113</a:t>
            </a:r>
          </a:p>
          <a:p>
            <a:pPr algn="ctr"/>
            <a:r>
              <a:rPr lang="en-US" sz="1400">
                <a:latin typeface="Segoe UI Light" panose="020B0502040204020203" pitchFamily="34" charset="0"/>
                <a:cs typeface="Segoe UI Light" panose="020B0502040204020203" pitchFamily="34" charset="0"/>
              </a:rPr>
              <a:t>Minimum Cell Size = 2,009</a:t>
            </a:r>
            <a:endParaRPr lang="es-CO" sz="14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36087EBE-41DD-46DB-8331-F5CE98A9A579}"/>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983432" y="3573016"/>
            <a:ext cx="3179352" cy="2748731"/>
          </a:xfrm>
          <a:prstGeom prst="rect">
            <a:avLst/>
          </a:prstGeom>
        </p:spPr>
      </p:pic>
      <p:pic>
        <p:nvPicPr>
          <p:cNvPr id="5" name="Imagen 4">
            <a:extLst>
              <a:ext uri="{FF2B5EF4-FFF2-40B4-BE49-F238E27FC236}">
                <a16:creationId xmlns:a16="http://schemas.microsoft.com/office/drawing/2014/main" id="{F3309A6E-3685-46D1-8605-FB3088248F42}"/>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4506323" y="3573016"/>
            <a:ext cx="3179353" cy="2748731"/>
          </a:xfrm>
          <a:prstGeom prst="rect">
            <a:avLst/>
          </a:prstGeom>
        </p:spPr>
      </p:pic>
      <p:pic>
        <p:nvPicPr>
          <p:cNvPr id="11" name="Imagen 10">
            <a:extLst>
              <a:ext uri="{FF2B5EF4-FFF2-40B4-BE49-F238E27FC236}">
                <a16:creationId xmlns:a16="http://schemas.microsoft.com/office/drawing/2014/main" id="{6B7DE7C5-7EC4-4EAD-BC0C-050519E9E9F0}"/>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8029215" y="3573016"/>
            <a:ext cx="3179353" cy="2748731"/>
          </a:xfrm>
          <a:prstGeom prst="rect">
            <a:avLst/>
          </a:prstGeom>
        </p:spPr>
      </p:pic>
      <p:pic>
        <p:nvPicPr>
          <p:cNvPr id="15" name="Imagen 14">
            <a:extLst>
              <a:ext uri="{FF2B5EF4-FFF2-40B4-BE49-F238E27FC236}">
                <a16:creationId xmlns:a16="http://schemas.microsoft.com/office/drawing/2014/main" id="{FB95448A-94F6-4DED-99EB-E71E6B055FF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9837458E-B1AC-4812-AE23-CD5F6F64814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3425651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068941" y="671815"/>
            <a:ext cx="10054117"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Dependiendo del tamaño de lado ingresado, el número de celdas crece potencialmente, también el costo computacional para resolver hidráulicamente el modelo 2D.</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Para el desarrollo del ejercicio propuesto, utilizaremos celdas cuadradas con tamaño inicial de 50 metros.</a:t>
            </a:r>
          </a:p>
        </p:txBody>
      </p:sp>
      <p:graphicFrame>
        <p:nvGraphicFramePr>
          <p:cNvPr id="2" name="Tabla 1">
            <a:extLst>
              <a:ext uri="{FF2B5EF4-FFF2-40B4-BE49-F238E27FC236}">
                <a16:creationId xmlns:a16="http://schemas.microsoft.com/office/drawing/2014/main" id="{79DEDF4F-6583-4ACC-BDAB-23CC476EC7E4}"/>
              </a:ext>
            </a:extLst>
          </p:cNvPr>
          <p:cNvGraphicFramePr>
            <a:graphicFrameLocks noGrp="1"/>
          </p:cNvGraphicFramePr>
          <p:nvPr>
            <p:extLst>
              <p:ext uri="{D42A27DB-BD31-4B8C-83A1-F6EECF244321}">
                <p14:modId xmlns:p14="http://schemas.microsoft.com/office/powerpoint/2010/main" val="3502426617"/>
              </p:ext>
            </p:extLst>
          </p:nvPr>
        </p:nvGraphicFramePr>
        <p:xfrm>
          <a:off x="1847528" y="3259285"/>
          <a:ext cx="2232248" cy="853440"/>
        </p:xfrm>
        <a:graphic>
          <a:graphicData uri="http://schemas.openxmlformats.org/drawingml/2006/table">
            <a:tbl>
              <a:tblPr/>
              <a:tblGrid>
                <a:gridCol w="1116124">
                  <a:extLst>
                    <a:ext uri="{9D8B030D-6E8A-4147-A177-3AD203B41FA5}">
                      <a16:colId xmlns:a16="http://schemas.microsoft.com/office/drawing/2014/main" val="4209832452"/>
                    </a:ext>
                  </a:extLst>
                </a:gridCol>
                <a:gridCol w="1116124">
                  <a:extLst>
                    <a:ext uri="{9D8B030D-6E8A-4147-A177-3AD203B41FA5}">
                      <a16:colId xmlns:a16="http://schemas.microsoft.com/office/drawing/2014/main" val="1957459313"/>
                    </a:ext>
                  </a:extLst>
                </a:gridCol>
              </a:tblGrid>
              <a:tr h="200025">
                <a:tc>
                  <a:txBody>
                    <a:bodyPr/>
                    <a:lstStyle/>
                    <a:p>
                      <a:pPr algn="ctr" fontAlgn="ctr"/>
                      <a:r>
                        <a:rPr lang="es-CO" sz="1400" b="0" i="0" u="none" strike="noStrike">
                          <a:solidFill>
                            <a:srgbClr val="000000"/>
                          </a:solidFill>
                          <a:effectLst/>
                          <a:latin typeface="Orkney Light" panose="00000400000000000000" pitchFamily="2" charset="0"/>
                        </a:rPr>
                        <a:t>DX, DY (m)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r>
                        <a:rPr lang="es-CO" sz="1400" b="0" i="0" u="none" strike="noStrike">
                          <a:solidFill>
                            <a:srgbClr val="000000"/>
                          </a:solidFill>
                          <a:effectLst/>
                          <a:latin typeface="Orkney Light" panose="00000400000000000000" pitchFamily="2" charset="0"/>
                        </a:rPr>
                        <a:t>CELDAS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1667566530"/>
                  </a:ext>
                </a:extLst>
              </a:tr>
              <a:tr h="200025">
                <a:tc>
                  <a:txBody>
                    <a:bodyPr/>
                    <a:lstStyle/>
                    <a:p>
                      <a:pPr algn="ctr" fontAlgn="b"/>
                      <a:r>
                        <a:rPr lang="es-CO" sz="1400" b="0" i="0" u="none" strike="noStrike">
                          <a:solidFill>
                            <a:srgbClr val="000000"/>
                          </a:solidFill>
                          <a:effectLst/>
                          <a:latin typeface="Orkney Light" panose="00000400000000000000" pitchFamily="2" charset="0"/>
                        </a:rPr>
                        <a:t>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CO" sz="1400" b="0" i="0" u="none" strike="noStrike">
                          <a:solidFill>
                            <a:srgbClr val="000000"/>
                          </a:solidFill>
                          <a:effectLst/>
                          <a:latin typeface="Orkney Light" panose="00000400000000000000" pitchFamily="2" charset="0"/>
                        </a:rPr>
                        <a:t>451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129558919"/>
                  </a:ext>
                </a:extLst>
              </a:tr>
              <a:tr h="200025">
                <a:tc>
                  <a:txBody>
                    <a:bodyPr/>
                    <a:lstStyle/>
                    <a:p>
                      <a:pPr algn="ctr" fontAlgn="b"/>
                      <a:r>
                        <a:rPr lang="es-CO" sz="1400" b="0" i="0" u="none" strike="noStrike">
                          <a:solidFill>
                            <a:srgbClr val="000000"/>
                          </a:solidFill>
                          <a:effectLst/>
                          <a:latin typeface="Orkney Light" panose="00000400000000000000" pitchFamily="2" charset="0"/>
                        </a:rPr>
                        <a:t>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CO" sz="1400" b="0" i="0" u="none" strike="noStrike">
                          <a:solidFill>
                            <a:srgbClr val="000000"/>
                          </a:solidFill>
                          <a:effectLst/>
                          <a:latin typeface="Orkney Light" panose="00000400000000000000" pitchFamily="2" charset="0"/>
                        </a:rPr>
                        <a:t>1613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724801214"/>
                  </a:ext>
                </a:extLst>
              </a:tr>
              <a:tr h="200025">
                <a:tc>
                  <a:txBody>
                    <a:bodyPr/>
                    <a:lstStyle/>
                    <a:p>
                      <a:pPr algn="ctr" fontAlgn="b"/>
                      <a:r>
                        <a:rPr lang="es-CO" sz="1400" b="0" i="0" u="none" strike="noStrike">
                          <a:solidFill>
                            <a:srgbClr val="000000"/>
                          </a:solidFill>
                          <a:effectLst/>
                          <a:latin typeface="Orkney Light" panose="00000400000000000000" pitchFamily="2" charset="0"/>
                        </a:rPr>
                        <a:t>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s-CO" sz="1400" b="0" i="0" u="none" strike="noStrike">
                          <a:solidFill>
                            <a:srgbClr val="000000"/>
                          </a:solidFill>
                          <a:effectLst/>
                          <a:latin typeface="Orkney Light" panose="00000400000000000000" pitchFamily="2" charset="0"/>
                        </a:rPr>
                        <a:t>6108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7666417"/>
                  </a:ext>
                </a:extLst>
              </a:tr>
            </a:tbl>
          </a:graphicData>
        </a:graphic>
      </p:graphicFrame>
      <p:pic>
        <p:nvPicPr>
          <p:cNvPr id="6" name="Imagen 5">
            <a:extLst>
              <a:ext uri="{FF2B5EF4-FFF2-40B4-BE49-F238E27FC236}">
                <a16:creationId xmlns:a16="http://schemas.microsoft.com/office/drawing/2014/main" id="{A543C829-79AA-4623-8756-ED155500877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511824" y="2060848"/>
            <a:ext cx="5328289" cy="3196974"/>
          </a:xfrm>
          <a:prstGeom prst="rect">
            <a:avLst/>
          </a:prstGeom>
        </p:spPr>
      </p:pic>
      <p:sp>
        <p:nvSpPr>
          <p:cNvPr id="15" name="7 CuadroTexto">
            <a:extLst>
              <a:ext uri="{FF2B5EF4-FFF2-40B4-BE49-F238E27FC236}">
                <a16:creationId xmlns:a16="http://schemas.microsoft.com/office/drawing/2014/main" id="{18B1EA3B-C47B-492A-BF88-3F4A3DF1297E}"/>
              </a:ext>
            </a:extLst>
          </p:cNvPr>
          <p:cNvSpPr txBox="1"/>
          <p:nvPr/>
        </p:nvSpPr>
        <p:spPr>
          <a:xfrm>
            <a:off x="1068941" y="5687900"/>
            <a:ext cx="10054116"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HEC-RAS 2D no requiere de escalamiento o de celdas pequeñas para realizar con precisión los cálculos computacionales hidráulicos, lo anterior debido a que el valor final obtenido en el centro de la celda, es obtenido a partir del cálculo discreto de cada una de sus caras.</a:t>
            </a:r>
          </a:p>
        </p:txBody>
      </p:sp>
      <p:pic>
        <p:nvPicPr>
          <p:cNvPr id="9" name="Imagen 8">
            <a:extLst>
              <a:ext uri="{FF2B5EF4-FFF2-40B4-BE49-F238E27FC236}">
                <a16:creationId xmlns:a16="http://schemas.microsoft.com/office/drawing/2014/main" id="{0BF174AB-EE61-408C-8EA4-64BC08BFFD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4D4A63FD-6EEA-4072-9F5A-FCF80B1E340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3548734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43603" y="628730"/>
            <a:ext cx="8874986" cy="2554545"/>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Diferentes formas geométricas de celdas en </a:t>
            </a:r>
            <a:r>
              <a:rPr lang="es-CO">
                <a:latin typeface="Segoe UI Light" panose="020B0502040204020203" pitchFamily="34" charset="0"/>
                <a:cs typeface="Segoe UI Light" panose="020B0502040204020203" pitchFamily="34" charset="0"/>
              </a:rPr>
              <a:t>HEC-RAS 2D</a:t>
            </a:r>
            <a:endParaRPr lang="es-CO"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Generalmente para Áreas de Flujo 2D irregulares, el mallado interno es realizado de forma regular  estructurada y las celdas de borde de forma irregular, creando así una malla no estructurada compuesta.</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RAS Mapper ha sido diseñado para usar mallas compuestas No Estructuradas, sin embargo y dependiendo de la geometría del Área de Flujo 2D, puede trabajar también con mallas completamente estructuradas.</a:t>
            </a:r>
          </a:p>
          <a:p>
            <a:pPr algn="just"/>
            <a:r>
              <a:rPr lang="es-CO" sz="1200">
                <a:latin typeface="Segoe UI Light" panose="020B0502040204020203" pitchFamily="34" charset="0"/>
                <a:cs typeface="Segoe UI Light" panose="020B0502040204020203" pitchFamily="34" charset="0"/>
              </a:rPr>
              <a:t>Para </a:t>
            </a:r>
            <a:r>
              <a:rPr lang="es-CO" sz="1200" dirty="0">
                <a:latin typeface="Segoe UI Light" panose="020B0502040204020203" pitchFamily="34" charset="0"/>
                <a:cs typeface="Segoe UI Light" panose="020B0502040204020203" pitchFamily="34" charset="0"/>
              </a:rPr>
              <a:t>más información, consulte el Manual de HEC-RAS 2D Modeling Users Manual. Pag</a:t>
            </a:r>
            <a:r>
              <a:rPr lang="es-CO" sz="1200">
                <a:latin typeface="Segoe UI Light" panose="020B0502040204020203" pitchFamily="34" charset="0"/>
                <a:cs typeface="Segoe UI Light" panose="020B0502040204020203" pitchFamily="34" charset="0"/>
              </a:rPr>
              <a:t>. 1-3.</a:t>
            </a:r>
            <a:endParaRPr lang="es-CO" sz="12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10F77E50-9479-4C1C-A9C3-8BF1F9C2F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1197" y="3715247"/>
            <a:ext cx="1080000" cy="1080000"/>
          </a:xfrm>
          <a:prstGeom prst="rect">
            <a:avLst/>
          </a:prstGeom>
        </p:spPr>
      </p:pic>
      <p:sp>
        <p:nvSpPr>
          <p:cNvPr id="11" name="7 CuadroTexto">
            <a:extLst>
              <a:ext uri="{FF2B5EF4-FFF2-40B4-BE49-F238E27FC236}">
                <a16:creationId xmlns:a16="http://schemas.microsoft.com/office/drawing/2014/main" id="{54C47AA2-37B9-4988-B178-D07D483B1D29}"/>
              </a:ext>
            </a:extLst>
          </p:cNvPr>
          <p:cNvSpPr txBox="1"/>
          <p:nvPr/>
        </p:nvSpPr>
        <p:spPr>
          <a:xfrm>
            <a:off x="1956537" y="5066020"/>
            <a:ext cx="1152128" cy="584775"/>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Cuadrada</a:t>
            </a:r>
          </a:p>
          <a:p>
            <a:pPr algn="ctr"/>
            <a:r>
              <a:rPr lang="es-CO" sz="1600" dirty="0">
                <a:latin typeface="Segoe UI Light" panose="020B0502040204020203" pitchFamily="34" charset="0"/>
                <a:cs typeface="Segoe UI Light" panose="020B0502040204020203" pitchFamily="34" charset="0"/>
              </a:rPr>
              <a:t>DX = DY</a:t>
            </a:r>
          </a:p>
        </p:txBody>
      </p:sp>
      <p:sp>
        <p:nvSpPr>
          <p:cNvPr id="13" name="7 CuadroTexto">
            <a:extLst>
              <a:ext uri="{FF2B5EF4-FFF2-40B4-BE49-F238E27FC236}">
                <a16:creationId xmlns:a16="http://schemas.microsoft.com/office/drawing/2014/main" id="{685BDB34-DFC6-498A-9756-DFC193B24EE9}"/>
              </a:ext>
            </a:extLst>
          </p:cNvPr>
          <p:cNvSpPr txBox="1"/>
          <p:nvPr/>
        </p:nvSpPr>
        <p:spPr>
          <a:xfrm>
            <a:off x="1779604" y="3959396"/>
            <a:ext cx="464699"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DY</a:t>
            </a:r>
          </a:p>
        </p:txBody>
      </p:sp>
      <p:sp>
        <p:nvSpPr>
          <p:cNvPr id="14" name="7 CuadroTexto">
            <a:extLst>
              <a:ext uri="{FF2B5EF4-FFF2-40B4-BE49-F238E27FC236}">
                <a16:creationId xmlns:a16="http://schemas.microsoft.com/office/drawing/2014/main" id="{9FD8748C-E9FE-471C-949E-C723BDFC2692}"/>
              </a:ext>
            </a:extLst>
          </p:cNvPr>
          <p:cNvSpPr txBox="1"/>
          <p:nvPr/>
        </p:nvSpPr>
        <p:spPr>
          <a:xfrm>
            <a:off x="2316578" y="3484618"/>
            <a:ext cx="464699"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DX</a:t>
            </a:r>
          </a:p>
        </p:txBody>
      </p:sp>
      <p:pic>
        <p:nvPicPr>
          <p:cNvPr id="7" name="Imagen 6">
            <a:extLst>
              <a:ext uri="{FF2B5EF4-FFF2-40B4-BE49-F238E27FC236}">
                <a16:creationId xmlns:a16="http://schemas.microsoft.com/office/drawing/2014/main" id="{2BCF6F3E-C39A-4A68-93D8-9901629042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8589" y="3696395"/>
            <a:ext cx="1080000" cy="1080000"/>
          </a:xfrm>
          <a:prstGeom prst="rect">
            <a:avLst/>
          </a:prstGeom>
        </p:spPr>
      </p:pic>
      <p:sp>
        <p:nvSpPr>
          <p:cNvPr id="15" name="7 CuadroTexto">
            <a:extLst>
              <a:ext uri="{FF2B5EF4-FFF2-40B4-BE49-F238E27FC236}">
                <a16:creationId xmlns:a16="http://schemas.microsoft.com/office/drawing/2014/main" id="{56FBD84C-7297-490C-9B31-DF781AAF3208}"/>
              </a:ext>
            </a:extLst>
          </p:cNvPr>
          <p:cNvSpPr txBox="1"/>
          <p:nvPr/>
        </p:nvSpPr>
        <p:spPr>
          <a:xfrm>
            <a:off x="9202067" y="5055838"/>
            <a:ext cx="1446376" cy="584775"/>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Hexagonal</a:t>
            </a:r>
          </a:p>
          <a:p>
            <a:pPr algn="ctr"/>
            <a:r>
              <a:rPr lang="es-CO" sz="1600" dirty="0">
                <a:latin typeface="Segoe UI Light" panose="020B0502040204020203" pitchFamily="34" charset="0"/>
                <a:cs typeface="Segoe UI Light" panose="020B0502040204020203" pitchFamily="34" charset="0"/>
              </a:rPr>
              <a:t>DX / 2</a:t>
            </a:r>
          </a:p>
        </p:txBody>
      </p:sp>
      <p:sp>
        <p:nvSpPr>
          <p:cNvPr id="16" name="7 CuadroTexto">
            <a:extLst>
              <a:ext uri="{FF2B5EF4-FFF2-40B4-BE49-F238E27FC236}">
                <a16:creationId xmlns:a16="http://schemas.microsoft.com/office/drawing/2014/main" id="{BB7D4511-61B8-483A-A098-9B04A130EDB3}"/>
              </a:ext>
            </a:extLst>
          </p:cNvPr>
          <p:cNvSpPr txBox="1"/>
          <p:nvPr/>
        </p:nvSpPr>
        <p:spPr>
          <a:xfrm>
            <a:off x="8894480" y="3761617"/>
            <a:ext cx="688201"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DX / 2</a:t>
            </a:r>
          </a:p>
        </p:txBody>
      </p:sp>
      <p:pic>
        <p:nvPicPr>
          <p:cNvPr id="19" name="Imagen 18">
            <a:extLst>
              <a:ext uri="{FF2B5EF4-FFF2-40B4-BE49-F238E27FC236}">
                <a16:creationId xmlns:a16="http://schemas.microsoft.com/office/drawing/2014/main" id="{E1475D69-7450-48B7-B0A7-3EEB2E46E6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09469" y="3557895"/>
            <a:ext cx="1080000" cy="1080000"/>
          </a:xfrm>
          <a:prstGeom prst="rect">
            <a:avLst/>
          </a:prstGeom>
        </p:spPr>
      </p:pic>
      <p:sp>
        <p:nvSpPr>
          <p:cNvPr id="21" name="7 CuadroTexto">
            <a:extLst>
              <a:ext uri="{FF2B5EF4-FFF2-40B4-BE49-F238E27FC236}">
                <a16:creationId xmlns:a16="http://schemas.microsoft.com/office/drawing/2014/main" id="{26BE0353-57FE-4192-A799-28DA93F7BDA7}"/>
              </a:ext>
            </a:extLst>
          </p:cNvPr>
          <p:cNvSpPr txBox="1"/>
          <p:nvPr/>
        </p:nvSpPr>
        <p:spPr>
          <a:xfrm>
            <a:off x="4367808" y="5066020"/>
            <a:ext cx="1293789" cy="584775"/>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Rectangular</a:t>
            </a:r>
          </a:p>
          <a:p>
            <a:pPr algn="ctr"/>
            <a:r>
              <a:rPr lang="es-CO" sz="1600" dirty="0">
                <a:latin typeface="Segoe UI Light" panose="020B0502040204020203" pitchFamily="34" charset="0"/>
                <a:cs typeface="Segoe UI Light" panose="020B0502040204020203" pitchFamily="34" charset="0"/>
              </a:rPr>
              <a:t>DX &lt;&gt; DY</a:t>
            </a:r>
          </a:p>
        </p:txBody>
      </p:sp>
      <p:sp>
        <p:nvSpPr>
          <p:cNvPr id="22" name="7 CuadroTexto">
            <a:extLst>
              <a:ext uri="{FF2B5EF4-FFF2-40B4-BE49-F238E27FC236}">
                <a16:creationId xmlns:a16="http://schemas.microsoft.com/office/drawing/2014/main" id="{B5F7BB23-19FE-4DB8-ABF2-E7C59124670B}"/>
              </a:ext>
            </a:extLst>
          </p:cNvPr>
          <p:cNvSpPr txBox="1"/>
          <p:nvPr/>
        </p:nvSpPr>
        <p:spPr>
          <a:xfrm>
            <a:off x="4849176" y="4495918"/>
            <a:ext cx="464699"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DX</a:t>
            </a:r>
          </a:p>
        </p:txBody>
      </p:sp>
      <p:sp>
        <p:nvSpPr>
          <p:cNvPr id="23" name="7 CuadroTexto">
            <a:extLst>
              <a:ext uri="{FF2B5EF4-FFF2-40B4-BE49-F238E27FC236}">
                <a16:creationId xmlns:a16="http://schemas.microsoft.com/office/drawing/2014/main" id="{4189B05C-E86D-4580-BEA0-D457A17F576E}"/>
              </a:ext>
            </a:extLst>
          </p:cNvPr>
          <p:cNvSpPr txBox="1"/>
          <p:nvPr/>
        </p:nvSpPr>
        <p:spPr>
          <a:xfrm>
            <a:off x="4009698" y="3959395"/>
            <a:ext cx="464699"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DY</a:t>
            </a:r>
          </a:p>
        </p:txBody>
      </p:sp>
      <p:sp>
        <p:nvSpPr>
          <p:cNvPr id="25" name="Forma libre: forma 24">
            <a:extLst>
              <a:ext uri="{FF2B5EF4-FFF2-40B4-BE49-F238E27FC236}">
                <a16:creationId xmlns:a16="http://schemas.microsoft.com/office/drawing/2014/main" id="{CDE7AB66-9193-4238-8B12-8D1E2E9852B5}"/>
              </a:ext>
            </a:extLst>
          </p:cNvPr>
          <p:cNvSpPr/>
          <p:nvPr/>
        </p:nvSpPr>
        <p:spPr>
          <a:xfrm>
            <a:off x="6849895" y="3576503"/>
            <a:ext cx="1375873" cy="1034041"/>
          </a:xfrm>
          <a:custGeom>
            <a:avLst/>
            <a:gdLst>
              <a:gd name="connsiteX0" fmla="*/ 0 w 1375873"/>
              <a:gd name="connsiteY0" fmla="*/ 341832 h 1034041"/>
              <a:gd name="connsiteX1" fmla="*/ 615297 w 1375873"/>
              <a:gd name="connsiteY1" fmla="*/ 0 h 1034041"/>
              <a:gd name="connsiteX2" fmla="*/ 1333144 w 1375873"/>
              <a:gd name="connsiteY2" fmla="*/ 350378 h 1034041"/>
              <a:gd name="connsiteX3" fmla="*/ 1375873 w 1375873"/>
              <a:gd name="connsiteY3" fmla="*/ 999858 h 1034041"/>
              <a:gd name="connsiteX4" fmla="*/ 470019 w 1375873"/>
              <a:gd name="connsiteY4" fmla="*/ 1034041 h 1034041"/>
              <a:gd name="connsiteX5" fmla="*/ 0 w 1375873"/>
              <a:gd name="connsiteY5" fmla="*/ 341832 h 103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5873" h="1034041">
                <a:moveTo>
                  <a:pt x="0" y="341832"/>
                </a:moveTo>
                <a:lnTo>
                  <a:pt x="615297" y="0"/>
                </a:lnTo>
                <a:lnTo>
                  <a:pt x="1333144" y="350378"/>
                </a:lnTo>
                <a:lnTo>
                  <a:pt x="1375873" y="999858"/>
                </a:lnTo>
                <a:lnTo>
                  <a:pt x="470019" y="1034041"/>
                </a:lnTo>
                <a:lnTo>
                  <a:pt x="0" y="341832"/>
                </a:lnTo>
                <a:close/>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solidFill>
                <a:schemeClr val="tx1"/>
              </a:solidFill>
              <a:latin typeface="Segoe UI Light" panose="020B0502040204020203" pitchFamily="34" charset="0"/>
              <a:cs typeface="Segoe UI Light" panose="020B0502040204020203" pitchFamily="34" charset="0"/>
            </a:endParaRPr>
          </a:p>
        </p:txBody>
      </p:sp>
      <p:sp>
        <p:nvSpPr>
          <p:cNvPr id="27" name="7 CuadroTexto">
            <a:extLst>
              <a:ext uri="{FF2B5EF4-FFF2-40B4-BE49-F238E27FC236}">
                <a16:creationId xmlns:a16="http://schemas.microsoft.com/office/drawing/2014/main" id="{B4033CE6-DCA5-420C-95BE-0E3C5F6F3BF5}"/>
              </a:ext>
            </a:extLst>
          </p:cNvPr>
          <p:cNvSpPr txBox="1"/>
          <p:nvPr/>
        </p:nvSpPr>
        <p:spPr>
          <a:xfrm>
            <a:off x="7073640" y="5066020"/>
            <a:ext cx="1152128" cy="338554"/>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Irregular</a:t>
            </a:r>
          </a:p>
        </p:txBody>
      </p:sp>
      <p:sp>
        <p:nvSpPr>
          <p:cNvPr id="28" name="7 CuadroTexto">
            <a:extLst>
              <a:ext uri="{FF2B5EF4-FFF2-40B4-BE49-F238E27FC236}">
                <a16:creationId xmlns:a16="http://schemas.microsoft.com/office/drawing/2014/main" id="{8BAA3E91-6952-48BB-A539-8DECDB094325}"/>
              </a:ext>
            </a:extLst>
          </p:cNvPr>
          <p:cNvSpPr txBox="1"/>
          <p:nvPr/>
        </p:nvSpPr>
        <p:spPr>
          <a:xfrm>
            <a:off x="10304343" y="3761616"/>
            <a:ext cx="688201"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DX / 2</a:t>
            </a:r>
          </a:p>
        </p:txBody>
      </p:sp>
      <p:sp>
        <p:nvSpPr>
          <p:cNvPr id="29" name="7 CuadroTexto">
            <a:extLst>
              <a:ext uri="{FF2B5EF4-FFF2-40B4-BE49-F238E27FC236}">
                <a16:creationId xmlns:a16="http://schemas.microsoft.com/office/drawing/2014/main" id="{8F5F6667-B774-40A3-B02F-C811DAE29DF5}"/>
              </a:ext>
            </a:extLst>
          </p:cNvPr>
          <p:cNvSpPr txBox="1"/>
          <p:nvPr/>
        </p:nvSpPr>
        <p:spPr>
          <a:xfrm>
            <a:off x="9633041" y="3452006"/>
            <a:ext cx="688201"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DX / 2</a:t>
            </a:r>
          </a:p>
        </p:txBody>
      </p:sp>
      <p:pic>
        <p:nvPicPr>
          <p:cNvPr id="24" name="Imagen 23">
            <a:extLst>
              <a:ext uri="{FF2B5EF4-FFF2-40B4-BE49-F238E27FC236}">
                <a16:creationId xmlns:a16="http://schemas.microsoft.com/office/drawing/2014/main" id="{D52D3CD5-BA55-4F8D-93DC-932B475357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26" name="1 Título">
            <a:extLst>
              <a:ext uri="{FF2B5EF4-FFF2-40B4-BE49-F238E27FC236}">
                <a16:creationId xmlns:a16="http://schemas.microsoft.com/office/drawing/2014/main" id="{1C752685-D67D-468E-9B95-513889F372E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474484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11424" y="413210"/>
            <a:ext cx="10354522" cy="1600438"/>
          </a:xfrm>
          <a:prstGeom prst="rect">
            <a:avLst/>
          </a:prstGeom>
          <a:noFill/>
        </p:spPr>
        <p:txBody>
          <a:bodyPr wrap="square" rtlCol="0">
            <a:spAutoFit/>
          </a:bodyPr>
          <a:lstStyle/>
          <a:p>
            <a:pPr algn="just"/>
            <a:r>
              <a:rPr lang="en-US" dirty="0">
                <a:latin typeface="Segoe UI Light" panose="020B0502040204020203" pitchFamily="34" charset="0"/>
                <a:cs typeface="Segoe UI Light" panose="020B0502040204020203" pitchFamily="34" charset="0"/>
              </a:rPr>
              <a:t>Mallado a </a:t>
            </a:r>
            <a:r>
              <a:rPr lang="en-US" dirty="0" err="1">
                <a:latin typeface="Segoe UI Light" panose="020B0502040204020203" pitchFamily="34" charset="0"/>
                <a:cs typeface="Segoe UI Light" panose="020B0502040204020203" pitchFamily="34" charset="0"/>
              </a:rPr>
              <a:t>partir</a:t>
            </a:r>
            <a:r>
              <a:rPr lang="en-US" dirty="0">
                <a:latin typeface="Segoe UI Light" panose="020B0502040204020203" pitchFamily="34" charset="0"/>
                <a:cs typeface="Segoe UI Light" panose="020B0502040204020203" pitchFamily="34" charset="0"/>
              </a:rPr>
              <a:t> de </a:t>
            </a:r>
            <a:r>
              <a:rPr lang="en-US" dirty="0" err="1">
                <a:latin typeface="Segoe UI Light" panose="020B0502040204020203" pitchFamily="34" charset="0"/>
                <a:cs typeface="Segoe UI Light" panose="020B0502040204020203" pitchFamily="34" charset="0"/>
              </a:rPr>
              <a:t>celdas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Hexagonales</a:t>
            </a:r>
            <a:endParaRPr lang="en-US"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Perimeters – Layer Properties – Features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Navegar</a:t>
            </a:r>
            <a:r>
              <a:rPr lang="en-US" sz="1600" dirty="0">
                <a:latin typeface="Segoe UI Light" panose="020B0502040204020203" pitchFamily="34" charset="0"/>
                <a:cs typeface="Segoe UI Light" panose="020B0502040204020203" pitchFamily="34" charset="0"/>
              </a:rPr>
              <a:t> a la </a:t>
            </a:r>
            <a:r>
              <a:rPr lang="en-US" sz="1600" dirty="0" err="1">
                <a:latin typeface="Segoe UI Light" panose="020B0502040204020203" pitchFamily="34" charset="0"/>
                <a:cs typeface="Segoe UI Light" panose="020B0502040204020203" pitchFamily="34" charset="0"/>
              </a:rPr>
              <a:t>derecha</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propiedades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seleccionar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casilla</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Generate as Hexagon</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Nuevamente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Perimeters – 2D Flow Area Editor – Generate Computation Points.</a:t>
            </a:r>
          </a:p>
        </p:txBody>
      </p:sp>
      <p:pic>
        <p:nvPicPr>
          <p:cNvPr id="2" name="Imagen 1">
            <a:extLst>
              <a:ext uri="{FF2B5EF4-FFF2-40B4-BE49-F238E27FC236}">
                <a16:creationId xmlns:a16="http://schemas.microsoft.com/office/drawing/2014/main" id="{CDA6624C-FC89-45D6-B3D0-9A45D5AE6F63}"/>
              </a:ext>
            </a:extLst>
          </p:cNvPr>
          <p:cNvPicPr>
            <a:picLocks noChangeAspect="1"/>
          </p:cNvPicPr>
          <p:nvPr/>
        </p:nvPicPr>
        <p:blipFill>
          <a:blip r:embed="rId3">
            <a:grayscl/>
          </a:blip>
          <a:stretch>
            <a:fillRect/>
          </a:stretch>
        </p:blipFill>
        <p:spPr>
          <a:xfrm>
            <a:off x="911424" y="2204864"/>
            <a:ext cx="5138853" cy="2684048"/>
          </a:xfrm>
          <a:prstGeom prst="rect">
            <a:avLst/>
          </a:prstGeom>
        </p:spPr>
      </p:pic>
      <p:pic>
        <p:nvPicPr>
          <p:cNvPr id="3" name="Imagen 2">
            <a:extLst>
              <a:ext uri="{FF2B5EF4-FFF2-40B4-BE49-F238E27FC236}">
                <a16:creationId xmlns:a16="http://schemas.microsoft.com/office/drawing/2014/main" id="{0320AD00-2C65-4B37-A342-4C3D57D8B8D0}"/>
              </a:ext>
            </a:extLst>
          </p:cNvPr>
          <p:cNvPicPr>
            <a:picLocks noChangeAspect="1"/>
          </p:cNvPicPr>
          <p:nvPr/>
        </p:nvPicPr>
        <p:blipFill>
          <a:blip r:embed="rId4">
            <a:grayscl/>
          </a:blip>
          <a:stretch>
            <a:fillRect/>
          </a:stretch>
        </p:blipFill>
        <p:spPr>
          <a:xfrm>
            <a:off x="1518700" y="4992238"/>
            <a:ext cx="3924300" cy="1762125"/>
          </a:xfrm>
          <a:prstGeom prst="rect">
            <a:avLst/>
          </a:prstGeom>
        </p:spPr>
      </p:pic>
      <p:pic>
        <p:nvPicPr>
          <p:cNvPr id="5" name="Imagen 4">
            <a:extLst>
              <a:ext uri="{FF2B5EF4-FFF2-40B4-BE49-F238E27FC236}">
                <a16:creationId xmlns:a16="http://schemas.microsoft.com/office/drawing/2014/main" id="{AA072B81-E61B-414C-9933-912A4314E0BC}"/>
              </a:ext>
            </a:extLst>
          </p:cNvPr>
          <p:cNvPicPr>
            <a:picLocks noChangeAspect="1"/>
          </p:cNvPicPr>
          <p:nvPr/>
        </p:nvPicPr>
        <p:blipFill>
          <a:blip r:embed="rId5">
            <a:grayscl/>
          </a:blip>
          <a:stretch>
            <a:fillRect/>
          </a:stretch>
        </p:blipFill>
        <p:spPr>
          <a:xfrm>
            <a:off x="6636796" y="2204864"/>
            <a:ext cx="4629150" cy="3486150"/>
          </a:xfrm>
          <a:prstGeom prst="rect">
            <a:avLst/>
          </a:prstGeom>
        </p:spPr>
      </p:pic>
      <p:pic>
        <p:nvPicPr>
          <p:cNvPr id="24" name="Imagen 23">
            <a:extLst>
              <a:ext uri="{FF2B5EF4-FFF2-40B4-BE49-F238E27FC236}">
                <a16:creationId xmlns:a16="http://schemas.microsoft.com/office/drawing/2014/main" id="{541544EC-EF20-4640-80F6-78E41DF0C12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93664" y="3725209"/>
            <a:ext cx="360000" cy="360000"/>
          </a:xfrm>
          <a:prstGeom prst="rect">
            <a:avLst/>
          </a:prstGeom>
        </p:spPr>
      </p:pic>
      <p:pic>
        <p:nvPicPr>
          <p:cNvPr id="26" name="Imagen 25">
            <a:extLst>
              <a:ext uri="{FF2B5EF4-FFF2-40B4-BE49-F238E27FC236}">
                <a16:creationId xmlns:a16="http://schemas.microsoft.com/office/drawing/2014/main" id="{22C02411-8A98-47CD-B814-145AA532944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28248" y="4344166"/>
            <a:ext cx="360000" cy="360000"/>
          </a:xfrm>
          <a:prstGeom prst="rect">
            <a:avLst/>
          </a:prstGeom>
        </p:spPr>
      </p:pic>
      <p:pic>
        <p:nvPicPr>
          <p:cNvPr id="28" name="Imagen 27">
            <a:extLst>
              <a:ext uri="{FF2B5EF4-FFF2-40B4-BE49-F238E27FC236}">
                <a16:creationId xmlns:a16="http://schemas.microsoft.com/office/drawing/2014/main" id="{A6198538-BFF0-4737-BD36-1F539C5A99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33664" y="6497689"/>
            <a:ext cx="360000" cy="360000"/>
          </a:xfrm>
          <a:prstGeom prst="rect">
            <a:avLst/>
          </a:prstGeom>
        </p:spPr>
      </p:pic>
      <p:pic>
        <p:nvPicPr>
          <p:cNvPr id="12" name="Imagen 11">
            <a:extLst>
              <a:ext uri="{FF2B5EF4-FFF2-40B4-BE49-F238E27FC236}">
                <a16:creationId xmlns:a16="http://schemas.microsoft.com/office/drawing/2014/main" id="{392DDC31-A0D2-4F24-94EF-5CAA2DE3B1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48258A53-041D-4BB2-BD3A-670309E450B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2061094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063552" y="1122450"/>
            <a:ext cx="4464496" cy="338554"/>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Mallado a partir de celdas Hexagonales.</a:t>
            </a:r>
          </a:p>
        </p:txBody>
      </p:sp>
      <p:pic>
        <p:nvPicPr>
          <p:cNvPr id="7" name="Imagen 6">
            <a:extLst>
              <a:ext uri="{FF2B5EF4-FFF2-40B4-BE49-F238E27FC236}">
                <a16:creationId xmlns:a16="http://schemas.microsoft.com/office/drawing/2014/main" id="{3EECAB63-107C-4D1B-B7E3-A713D57B7A38}"/>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75692" y="2230064"/>
            <a:ext cx="11640616" cy="4464201"/>
          </a:xfrm>
          <a:prstGeom prst="rect">
            <a:avLst/>
          </a:prstGeom>
        </p:spPr>
      </p:pic>
      <p:sp>
        <p:nvSpPr>
          <p:cNvPr id="15" name="7 CuadroTexto">
            <a:extLst>
              <a:ext uri="{FF2B5EF4-FFF2-40B4-BE49-F238E27FC236}">
                <a16:creationId xmlns:a16="http://schemas.microsoft.com/office/drawing/2014/main" id="{2D6B8DD3-1BF9-4FE4-9808-26C02DE3DEA6}"/>
              </a:ext>
            </a:extLst>
          </p:cNvPr>
          <p:cNvSpPr txBox="1"/>
          <p:nvPr/>
        </p:nvSpPr>
        <p:spPr>
          <a:xfrm>
            <a:off x="7104112" y="387091"/>
            <a:ext cx="3179352" cy="1815882"/>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DX / 2 = 25 metros</a:t>
            </a:r>
          </a:p>
          <a:p>
            <a:pPr algn="ctr"/>
            <a:endParaRPr lang="en-US" sz="1600">
              <a:latin typeface="Segoe UI Light" panose="020B0502040204020203" pitchFamily="34" charset="0"/>
              <a:cs typeface="Segoe UI Light" panose="020B0502040204020203" pitchFamily="34" charset="0"/>
            </a:endParaRPr>
          </a:p>
          <a:p>
            <a:pPr algn="ctr"/>
            <a:r>
              <a:rPr lang="en-US" sz="1600">
                <a:latin typeface="Segoe UI Light" panose="020B0502040204020203" pitchFamily="34" charset="0"/>
                <a:cs typeface="Segoe UI Light" panose="020B0502040204020203" pitchFamily="34" charset="0"/>
              </a:rPr>
              <a:t>Number of Cells = 1582</a:t>
            </a:r>
          </a:p>
          <a:p>
            <a:pPr algn="ctr"/>
            <a:r>
              <a:rPr lang="en-US" sz="1600">
                <a:latin typeface="Segoe UI Light" panose="020B0502040204020203" pitchFamily="34" charset="0"/>
                <a:cs typeface="Segoe UI Light" panose="020B0502040204020203" pitchFamily="34" charset="0"/>
              </a:rPr>
              <a:t>Average Face Length = 51</a:t>
            </a:r>
          </a:p>
          <a:p>
            <a:pPr algn="ctr"/>
            <a:r>
              <a:rPr lang="en-US" sz="1600">
                <a:latin typeface="Segoe UI Light" panose="020B0502040204020203" pitchFamily="34" charset="0"/>
                <a:cs typeface="Segoe UI Light" panose="020B0502040204020203" pitchFamily="34" charset="0"/>
              </a:rPr>
              <a:t>Average Cell Size = 2,613</a:t>
            </a:r>
          </a:p>
          <a:p>
            <a:pPr algn="ctr"/>
            <a:r>
              <a:rPr lang="en-US" sz="1600">
                <a:latin typeface="Segoe UI Light" panose="020B0502040204020203" pitchFamily="34" charset="0"/>
                <a:cs typeface="Segoe UI Light" panose="020B0502040204020203" pitchFamily="34" charset="0"/>
              </a:rPr>
              <a:t>Maximum Cell Size = 4,321</a:t>
            </a:r>
          </a:p>
          <a:p>
            <a:pPr algn="ctr"/>
            <a:r>
              <a:rPr lang="en-US" sz="1600">
                <a:latin typeface="Segoe UI Light" panose="020B0502040204020203" pitchFamily="34" charset="0"/>
                <a:cs typeface="Segoe UI Light" panose="020B0502040204020203" pitchFamily="34" charset="0"/>
              </a:rPr>
              <a:t>Minimum Cell Size = 2,173</a:t>
            </a:r>
            <a:endParaRPr lang="es-CO" sz="1600" dirty="0">
              <a:latin typeface="Segoe UI Light" panose="020B0502040204020203" pitchFamily="34" charset="0"/>
              <a:cs typeface="Segoe UI Light" panose="020B0502040204020203" pitchFamily="34" charset="0"/>
            </a:endParaRPr>
          </a:p>
        </p:txBody>
      </p:sp>
      <p:pic>
        <p:nvPicPr>
          <p:cNvPr id="10" name="Imagen 9">
            <a:extLst>
              <a:ext uri="{FF2B5EF4-FFF2-40B4-BE49-F238E27FC236}">
                <a16:creationId xmlns:a16="http://schemas.microsoft.com/office/drawing/2014/main" id="{96F23D6F-0D3C-43FD-9C0A-31B0573432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8B15EE7D-32CF-4E5E-AE95-05CEC4365B3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general de espaciamiento DX, DY y generación de puntos computacionales</a:t>
            </a:r>
          </a:p>
        </p:txBody>
      </p:sp>
    </p:spTree>
    <p:extLst>
      <p:ext uri="{BB962C8B-B14F-4D97-AF65-F5344CB8AC3E}">
        <p14:creationId xmlns:p14="http://schemas.microsoft.com/office/powerpoint/2010/main" val="1534095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88777" y="3105834"/>
            <a:ext cx="4014446"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Cálculo de las tablas de propiedades hidráulicas y geométricas</a:t>
            </a:r>
          </a:p>
        </p:txBody>
      </p:sp>
      <p:pic>
        <p:nvPicPr>
          <p:cNvPr id="4" name="Imagen 3">
            <a:extLst>
              <a:ext uri="{FF2B5EF4-FFF2-40B4-BE49-F238E27FC236}">
                <a16:creationId xmlns:a16="http://schemas.microsoft.com/office/drawing/2014/main" id="{D7F0FC76-EB54-4A82-9934-287C8E58EF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038733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58507" y="590600"/>
            <a:ext cx="8874986" cy="1292662"/>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A través de éste procedimiento se calculan diferentes propiedades para las celdas y sus caras. Elevación vs Perímetro Mojado, área hidráulica, coeficiente de rugosidad, etc…</a:t>
            </a:r>
          </a:p>
          <a:p>
            <a:pPr algn="just"/>
            <a:r>
              <a:rPr lang="es-CO" sz="1200">
                <a:latin typeface="Segoe UI Light" panose="020B0502040204020203" pitchFamily="34" charset="0"/>
                <a:cs typeface="Segoe UI Light" panose="020B0502040204020203" pitchFamily="34" charset="0"/>
              </a:rPr>
              <a:t>Para más información, consulte el Manual de HEC-RAS 2D Modeling Users Manual. Pag. 1-4</a:t>
            </a:r>
          </a:p>
          <a:p>
            <a:pPr algn="just"/>
            <a:endParaRPr lang="en-US" sz="1600">
              <a:latin typeface="Segoe UI Light" panose="020B0502040204020203" pitchFamily="34" charset="0"/>
              <a:cs typeface="Segoe UI Light" panose="020B0502040204020203" pitchFamily="34" charset="0"/>
            </a:endParaRPr>
          </a:p>
          <a:p>
            <a:pPr algn="just"/>
            <a:r>
              <a:rPr lang="en-US" sz="1600" i="1">
                <a:latin typeface="Segoe UI Light" panose="020B0502040204020203" pitchFamily="34" charset="0"/>
                <a:cs typeface="Segoe UI Light" panose="020B0502040204020203" pitchFamily="34" charset="0"/>
              </a:rPr>
              <a:t>Clic derecho en Perimeters – 2D Flow Area Editor - Compute Property Tables</a:t>
            </a:r>
            <a:r>
              <a:rPr lang="en-US" sz="1600">
                <a:latin typeface="Segoe UI Light" panose="020B0502040204020203" pitchFamily="34" charset="0"/>
                <a:cs typeface="Segoe UI Light" panose="020B0502040204020203" pitchFamily="34" charset="0"/>
              </a:rPr>
              <a:t>. </a:t>
            </a:r>
            <a:endParaRPr lang="es-CO" sz="1400" dirty="0">
              <a:latin typeface="Segoe UI Light" panose="020B0502040204020203" pitchFamily="34" charset="0"/>
              <a:cs typeface="Segoe UI Light" panose="020B0502040204020203" pitchFamily="34" charset="0"/>
            </a:endParaRPr>
          </a:p>
        </p:txBody>
      </p:sp>
      <p:pic>
        <p:nvPicPr>
          <p:cNvPr id="17" name="Imagen 16">
            <a:extLst>
              <a:ext uri="{FF2B5EF4-FFF2-40B4-BE49-F238E27FC236}">
                <a16:creationId xmlns:a16="http://schemas.microsoft.com/office/drawing/2014/main" id="{1B816973-0AE0-4593-B9D4-214C60681A95}"/>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509262" y="2199903"/>
            <a:ext cx="4629150" cy="3486150"/>
          </a:xfrm>
          <a:prstGeom prst="rect">
            <a:avLst/>
          </a:prstGeom>
        </p:spPr>
      </p:pic>
      <p:pic>
        <p:nvPicPr>
          <p:cNvPr id="20" name="Imagen 19">
            <a:extLst>
              <a:ext uri="{FF2B5EF4-FFF2-40B4-BE49-F238E27FC236}">
                <a16:creationId xmlns:a16="http://schemas.microsoft.com/office/drawing/2014/main" id="{ABCC256D-66A9-4ACE-A728-A0AF8A43B7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16120" y="4883053"/>
            <a:ext cx="360000" cy="360000"/>
          </a:xfrm>
          <a:prstGeom prst="rect">
            <a:avLst/>
          </a:prstGeom>
        </p:spPr>
      </p:pic>
      <p:pic>
        <p:nvPicPr>
          <p:cNvPr id="21" name="Imagen 20">
            <a:extLst>
              <a:ext uri="{FF2B5EF4-FFF2-40B4-BE49-F238E27FC236}">
                <a16:creationId xmlns:a16="http://schemas.microsoft.com/office/drawing/2014/main" id="{38F680DC-03CA-44E0-8CE8-7493D68C3978}"/>
              </a:ext>
            </a:extLst>
          </p:cNvPr>
          <p:cNvPicPr>
            <a:picLocks noChangeAspect="1"/>
          </p:cNvPicPr>
          <p:nvPr/>
        </p:nvPicPr>
        <p:blipFill>
          <a:blip r:embed="rId6">
            <a:grayscl/>
          </a:blip>
          <a:stretch>
            <a:fillRect/>
          </a:stretch>
        </p:blipFill>
        <p:spPr>
          <a:xfrm>
            <a:off x="3490337" y="5872311"/>
            <a:ext cx="2667000" cy="581025"/>
          </a:xfrm>
          <a:prstGeom prst="rect">
            <a:avLst/>
          </a:prstGeom>
        </p:spPr>
      </p:pic>
      <p:sp>
        <p:nvSpPr>
          <p:cNvPr id="22" name="7 CuadroTexto">
            <a:extLst>
              <a:ext uri="{FF2B5EF4-FFF2-40B4-BE49-F238E27FC236}">
                <a16:creationId xmlns:a16="http://schemas.microsoft.com/office/drawing/2014/main" id="{1748CB39-96D6-4A35-BB45-9D36E2FF14D0}"/>
              </a:ext>
            </a:extLst>
          </p:cNvPr>
          <p:cNvSpPr txBox="1"/>
          <p:nvPr/>
        </p:nvSpPr>
        <p:spPr>
          <a:xfrm>
            <a:off x="7657304" y="3254861"/>
            <a:ext cx="3096344" cy="1077218"/>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Las diferentes propiedades calculadas podrán ser consultadas en detalle como se explica a continuación.</a:t>
            </a:r>
            <a:endParaRPr lang="es-CO" sz="1400" dirty="0">
              <a:latin typeface="Segoe UI Light" panose="020B0502040204020203" pitchFamily="34" charset="0"/>
              <a:cs typeface="Segoe UI Light" panose="020B0502040204020203" pitchFamily="34" charset="0"/>
            </a:endParaRPr>
          </a:p>
        </p:txBody>
      </p:sp>
      <p:sp>
        <p:nvSpPr>
          <p:cNvPr id="9" name="1 Título">
            <a:extLst>
              <a:ext uri="{FF2B5EF4-FFF2-40B4-BE49-F238E27FC236}">
                <a16:creationId xmlns:a16="http://schemas.microsoft.com/office/drawing/2014/main" id="{721C5732-07B7-42D7-B7B1-226FB782C9A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Cálculo de las tablas de propiedades hidráulicas y geométricas</a:t>
            </a:r>
          </a:p>
        </p:txBody>
      </p:sp>
      <p:pic>
        <p:nvPicPr>
          <p:cNvPr id="11" name="Imagen 10">
            <a:extLst>
              <a:ext uri="{FF2B5EF4-FFF2-40B4-BE49-F238E27FC236}">
                <a16:creationId xmlns:a16="http://schemas.microsoft.com/office/drawing/2014/main" id="{D99D1EA6-BC92-46CA-A3B2-13B86842EA8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763800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F45547C-44AF-451E-855E-E16B2BA2BA18}"/>
              </a:ext>
            </a:extLst>
          </p:cNvPr>
          <p:cNvPicPr>
            <a:picLocks noChangeAspect="1"/>
          </p:cNvPicPr>
          <p:nvPr/>
        </p:nvPicPr>
        <p:blipFill>
          <a:blip r:embed="rId3">
            <a:grayscl/>
          </a:blip>
          <a:stretch>
            <a:fillRect/>
          </a:stretch>
        </p:blipFill>
        <p:spPr>
          <a:xfrm>
            <a:off x="767408" y="2184579"/>
            <a:ext cx="4746826" cy="3980725"/>
          </a:xfrm>
          <a:prstGeom prst="rect">
            <a:avLst/>
          </a:prstGeom>
        </p:spPr>
      </p:pic>
      <p:sp>
        <p:nvSpPr>
          <p:cNvPr id="8" name="7 CuadroTexto"/>
          <p:cNvSpPr txBox="1"/>
          <p:nvPr/>
        </p:nvSpPr>
        <p:spPr>
          <a:xfrm>
            <a:off x="767408" y="654169"/>
            <a:ext cx="10717306"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Cada celda y cada cara se identifica con un código o Índice único numérico.</a:t>
            </a:r>
            <a:endParaRPr lang="es-CO" sz="1600">
              <a:latin typeface="Segoe UI Light" panose="020B0502040204020203" pitchFamily="34" charset="0"/>
              <a:cs typeface="Segoe UI Light" panose="020B0502040204020203" pitchFamily="34" charset="0"/>
            </a:endParaRPr>
          </a:p>
          <a:p>
            <a:pPr algn="just"/>
            <a:endParaRPr lang="en-US" sz="1600">
              <a:latin typeface="Segoe UI Light" panose="020B0502040204020203" pitchFamily="34" charset="0"/>
              <a:cs typeface="Segoe UI Light" panose="020B0502040204020203" pitchFamily="34" charset="0"/>
            </a:endParaRPr>
          </a:p>
          <a:p>
            <a:pPr algn="just"/>
            <a:r>
              <a:rPr lang="en-US" sz="1600" i="1">
                <a:latin typeface="Segoe UI Light" panose="020B0502040204020203" pitchFamily="34" charset="0"/>
                <a:cs typeface="Segoe UI Light" panose="020B0502040204020203" pitchFamily="34" charset="0"/>
              </a:rPr>
              <a:t>Clic derecho 2D Flow Area Editor – Layer Properties – Visualization and Information</a:t>
            </a:r>
            <a:r>
              <a:rPr lang="en-US" sz="1600">
                <a:latin typeface="Segoe UI Light" panose="020B0502040204020203" pitchFamily="34" charset="0"/>
                <a:cs typeface="Segoe UI Light" panose="020B0502040204020203" pitchFamily="34" charset="0"/>
              </a:rPr>
              <a:t>. </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En Additional Option, active las casillas </a:t>
            </a:r>
            <a:r>
              <a:rPr lang="en-US" sz="1600" i="1">
                <a:latin typeface="Segoe UI Light" panose="020B0502040204020203" pitchFamily="34" charset="0"/>
                <a:cs typeface="Segoe UI Light" panose="020B0502040204020203" pitchFamily="34" charset="0"/>
              </a:rPr>
              <a:t>Mesh Cell Numbers</a:t>
            </a:r>
            <a:r>
              <a:rPr lang="en-US" sz="1600">
                <a:latin typeface="Segoe UI Light" panose="020B0502040204020203" pitchFamily="34" charset="0"/>
                <a:cs typeface="Segoe UI Light" panose="020B0502040204020203" pitchFamily="34" charset="0"/>
              </a:rPr>
              <a:t> y </a:t>
            </a:r>
            <a:r>
              <a:rPr lang="en-US" sz="1600" i="1">
                <a:latin typeface="Segoe UI Light" panose="020B0502040204020203" pitchFamily="34" charset="0"/>
                <a:cs typeface="Segoe UI Light" panose="020B0502040204020203" pitchFamily="34" charset="0"/>
              </a:rPr>
              <a:t>Mesh Face Numbers</a:t>
            </a:r>
            <a:r>
              <a:rPr lang="en-US" sz="160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20" name="Imagen 19">
            <a:extLst>
              <a:ext uri="{FF2B5EF4-FFF2-40B4-BE49-F238E27FC236}">
                <a16:creationId xmlns:a16="http://schemas.microsoft.com/office/drawing/2014/main" id="{ABCC256D-66A9-4ACE-A728-A0AF8A43B7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1544" y="3696747"/>
            <a:ext cx="360000" cy="360000"/>
          </a:xfrm>
          <a:prstGeom prst="rect">
            <a:avLst/>
          </a:prstGeom>
        </p:spPr>
      </p:pic>
      <p:pic>
        <p:nvPicPr>
          <p:cNvPr id="2" name="Imagen 1">
            <a:extLst>
              <a:ext uri="{FF2B5EF4-FFF2-40B4-BE49-F238E27FC236}">
                <a16:creationId xmlns:a16="http://schemas.microsoft.com/office/drawing/2014/main" id="{84EA6E56-DDB7-4C29-9096-B4CEDA6FE728}"/>
              </a:ext>
            </a:extLst>
          </p:cNvPr>
          <p:cNvPicPr>
            <a:picLocks noChangeAspect="1"/>
          </p:cNvPicPr>
          <p:nvPr/>
        </p:nvPicPr>
        <p:blipFill>
          <a:blip r:embed="rId5">
            <a:grayscl/>
          </a:blip>
          <a:stretch>
            <a:fillRect/>
          </a:stretch>
        </p:blipFill>
        <p:spPr>
          <a:xfrm>
            <a:off x="5906979" y="2184579"/>
            <a:ext cx="5577735" cy="3980725"/>
          </a:xfrm>
          <a:prstGeom prst="rect">
            <a:avLst/>
          </a:prstGeom>
        </p:spPr>
      </p:pic>
      <p:pic>
        <p:nvPicPr>
          <p:cNvPr id="11" name="Imagen 10">
            <a:extLst>
              <a:ext uri="{FF2B5EF4-FFF2-40B4-BE49-F238E27FC236}">
                <a16:creationId xmlns:a16="http://schemas.microsoft.com/office/drawing/2014/main" id="{4F5FD412-D3A2-4C4A-BD49-6A8D15B247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04512" y="3120723"/>
            <a:ext cx="360000" cy="360000"/>
          </a:xfrm>
          <a:prstGeom prst="rect">
            <a:avLst/>
          </a:prstGeom>
        </p:spPr>
      </p:pic>
      <p:pic>
        <p:nvPicPr>
          <p:cNvPr id="12" name="Imagen 11">
            <a:extLst>
              <a:ext uri="{FF2B5EF4-FFF2-40B4-BE49-F238E27FC236}">
                <a16:creationId xmlns:a16="http://schemas.microsoft.com/office/drawing/2014/main" id="{E697A674-D92C-4E98-B448-54E269D6C9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D17D8784-29E9-4CFC-96E9-2B7987237C1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Cálculo de las tablas de propiedades hidráulicas y geométricas</a:t>
            </a:r>
          </a:p>
        </p:txBody>
      </p:sp>
    </p:spTree>
    <p:extLst>
      <p:ext uri="{BB962C8B-B14F-4D97-AF65-F5344CB8AC3E}">
        <p14:creationId xmlns:p14="http://schemas.microsoft.com/office/powerpoint/2010/main" val="1141748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11424" y="1020531"/>
            <a:ext cx="10369152"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En Additional Option, active las casillas </a:t>
            </a:r>
            <a:r>
              <a:rPr lang="en-US" sz="1600" i="1">
                <a:latin typeface="Segoe UI Light" panose="020B0502040204020203" pitchFamily="34" charset="0"/>
                <a:cs typeface="Segoe UI Light" panose="020B0502040204020203" pitchFamily="34" charset="0"/>
              </a:rPr>
              <a:t>Mesh Face Minumum Elevation </a:t>
            </a:r>
            <a:r>
              <a:rPr lang="en-US" sz="1600">
                <a:latin typeface="Segoe UI Light" panose="020B0502040204020203" pitchFamily="34" charset="0"/>
                <a:cs typeface="Segoe UI Light" panose="020B0502040204020203" pitchFamily="34" charset="0"/>
              </a:rPr>
              <a:t>y </a:t>
            </a:r>
            <a:r>
              <a:rPr lang="en-US" sz="1600" i="1">
                <a:latin typeface="Segoe UI Light" panose="020B0502040204020203" pitchFamily="34" charset="0"/>
                <a:cs typeface="Segoe UI Light" panose="020B0502040204020203" pitchFamily="34" charset="0"/>
              </a:rPr>
              <a:t>Mesh Face Point Numbers</a:t>
            </a:r>
            <a:r>
              <a:rPr lang="en-US" sz="1600">
                <a:latin typeface="Segoe UI Light" panose="020B0502040204020203" pitchFamily="34" charset="0"/>
                <a:cs typeface="Segoe UI Light" panose="020B0502040204020203" pitchFamily="34" charset="0"/>
              </a:rPr>
              <a:t>.</a:t>
            </a:r>
            <a:endParaRPr lang="es-CO" sz="14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F5D0AA34-DEA2-4774-BB21-B0EC5FCDAE44}"/>
              </a:ext>
            </a:extLst>
          </p:cNvPr>
          <p:cNvPicPr>
            <a:picLocks noChangeAspect="1"/>
          </p:cNvPicPr>
          <p:nvPr/>
        </p:nvPicPr>
        <p:blipFill>
          <a:blip r:embed="rId3">
            <a:grayscl/>
          </a:blip>
          <a:stretch>
            <a:fillRect/>
          </a:stretch>
        </p:blipFill>
        <p:spPr>
          <a:xfrm>
            <a:off x="911424" y="1988840"/>
            <a:ext cx="4984821" cy="4180309"/>
          </a:xfrm>
          <a:prstGeom prst="rect">
            <a:avLst/>
          </a:prstGeom>
        </p:spPr>
      </p:pic>
      <p:pic>
        <p:nvPicPr>
          <p:cNvPr id="5" name="Imagen 4">
            <a:extLst>
              <a:ext uri="{FF2B5EF4-FFF2-40B4-BE49-F238E27FC236}">
                <a16:creationId xmlns:a16="http://schemas.microsoft.com/office/drawing/2014/main" id="{70B4C610-5739-4BA4-83A7-BBEE8607680B}"/>
              </a:ext>
            </a:extLst>
          </p:cNvPr>
          <p:cNvPicPr>
            <a:picLocks noChangeAspect="1"/>
          </p:cNvPicPr>
          <p:nvPr/>
        </p:nvPicPr>
        <p:blipFill>
          <a:blip r:embed="rId4">
            <a:grayscl/>
          </a:blip>
          <a:stretch>
            <a:fillRect/>
          </a:stretch>
        </p:blipFill>
        <p:spPr>
          <a:xfrm>
            <a:off x="6295754" y="1988840"/>
            <a:ext cx="4984822" cy="4180309"/>
          </a:xfrm>
          <a:prstGeom prst="rect">
            <a:avLst/>
          </a:prstGeom>
        </p:spPr>
      </p:pic>
      <p:pic>
        <p:nvPicPr>
          <p:cNvPr id="9" name="Imagen 8">
            <a:extLst>
              <a:ext uri="{FF2B5EF4-FFF2-40B4-BE49-F238E27FC236}">
                <a16:creationId xmlns:a16="http://schemas.microsoft.com/office/drawing/2014/main" id="{3B42E09A-8DCF-4F45-AD86-54E987281E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A62D24A2-EC0A-40C4-8DE1-BA60C76D843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Cálculo de las tablas de propiedades hidráulicas y geométricas</a:t>
            </a:r>
          </a:p>
        </p:txBody>
      </p:sp>
    </p:spTree>
    <p:extLst>
      <p:ext uri="{BB962C8B-B14F-4D97-AF65-F5344CB8AC3E}">
        <p14:creationId xmlns:p14="http://schemas.microsoft.com/office/powerpoint/2010/main" val="2756904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11724" y="3244334"/>
            <a:ext cx="4968552"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Estudio de propiedades en celdas y sus caras</a:t>
            </a:r>
          </a:p>
        </p:txBody>
      </p:sp>
      <p:pic>
        <p:nvPicPr>
          <p:cNvPr id="4" name="Imagen 3">
            <a:extLst>
              <a:ext uri="{FF2B5EF4-FFF2-40B4-BE49-F238E27FC236}">
                <a16:creationId xmlns:a16="http://schemas.microsoft.com/office/drawing/2014/main" id="{6318F936-FE81-420D-A760-98A3F8FB0F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53664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487488" y="425359"/>
            <a:ext cx="9491092"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En RAS Mapper, activar la casilla Computation Points, acercarse y dar clic en una de las celdas en la zona del canal sinuoso dominante.</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Sobre la celda seleccionada, clic derecho – Plot Property Table.</a:t>
            </a:r>
            <a:endParaRPr lang="es-CO" sz="1400" dirty="0">
              <a:latin typeface="Segoe UI Light" panose="020B0502040204020203" pitchFamily="34" charset="0"/>
              <a:cs typeface="Segoe UI Light" panose="020B0502040204020203" pitchFamily="34" charset="0"/>
            </a:endParaRPr>
          </a:p>
        </p:txBody>
      </p:sp>
      <p:grpSp>
        <p:nvGrpSpPr>
          <p:cNvPr id="11" name="Grupo 10">
            <a:extLst>
              <a:ext uri="{FF2B5EF4-FFF2-40B4-BE49-F238E27FC236}">
                <a16:creationId xmlns:a16="http://schemas.microsoft.com/office/drawing/2014/main" id="{9F331F2A-FF64-480E-BD78-DDF08DE73682}"/>
              </a:ext>
            </a:extLst>
          </p:cNvPr>
          <p:cNvGrpSpPr/>
          <p:nvPr/>
        </p:nvGrpSpPr>
        <p:grpSpPr>
          <a:xfrm>
            <a:off x="1415480" y="1490077"/>
            <a:ext cx="9563100" cy="5257800"/>
            <a:chOff x="1883974" y="1490077"/>
            <a:chExt cx="9563100" cy="5257800"/>
          </a:xfrm>
        </p:grpSpPr>
        <p:pic>
          <p:nvPicPr>
            <p:cNvPr id="6" name="Imagen 5">
              <a:extLst>
                <a:ext uri="{FF2B5EF4-FFF2-40B4-BE49-F238E27FC236}">
                  <a16:creationId xmlns:a16="http://schemas.microsoft.com/office/drawing/2014/main" id="{7ADAF609-4B96-4F68-89A8-15067AFC05A4}"/>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883974" y="1490077"/>
              <a:ext cx="9563100" cy="5257800"/>
            </a:xfrm>
            <a:prstGeom prst="rect">
              <a:avLst/>
            </a:prstGeom>
          </p:spPr>
        </p:pic>
        <p:pic>
          <p:nvPicPr>
            <p:cNvPr id="20" name="Imagen 19">
              <a:extLst>
                <a:ext uri="{FF2B5EF4-FFF2-40B4-BE49-F238E27FC236}">
                  <a16:creationId xmlns:a16="http://schemas.microsoft.com/office/drawing/2014/main" id="{ABCC256D-66A9-4ACE-A728-A0AF8A43B7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01166" y="3758977"/>
              <a:ext cx="360000" cy="360000"/>
            </a:xfrm>
            <a:prstGeom prst="rect">
              <a:avLst/>
            </a:prstGeom>
          </p:spPr>
        </p:pic>
        <p:sp>
          <p:nvSpPr>
            <p:cNvPr id="4" name="Rectángulo 3">
              <a:extLst>
                <a:ext uri="{FF2B5EF4-FFF2-40B4-BE49-F238E27FC236}">
                  <a16:creationId xmlns:a16="http://schemas.microsoft.com/office/drawing/2014/main" id="{242C0608-678B-4DA1-8DD7-F6B3CF25EAA0}"/>
                </a:ext>
              </a:extLst>
            </p:cNvPr>
            <p:cNvSpPr/>
            <p:nvPr/>
          </p:nvSpPr>
          <p:spPr>
            <a:xfrm>
              <a:off x="6118856" y="3976381"/>
              <a:ext cx="589156" cy="559542"/>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latin typeface="Segoe UI Light" panose="020B0502040204020203" pitchFamily="34" charset="0"/>
                <a:cs typeface="Segoe UI Light" panose="020B0502040204020203" pitchFamily="34" charset="0"/>
              </a:endParaRPr>
            </a:p>
          </p:txBody>
        </p:sp>
      </p:grpSp>
      <p:pic>
        <p:nvPicPr>
          <p:cNvPr id="18" name="Imagen 17">
            <a:extLst>
              <a:ext uri="{FF2B5EF4-FFF2-40B4-BE49-F238E27FC236}">
                <a16:creationId xmlns:a16="http://schemas.microsoft.com/office/drawing/2014/main" id="{38C05217-F1C1-48A3-ABE5-068670A134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59518" y="4147106"/>
            <a:ext cx="360000" cy="360000"/>
          </a:xfrm>
          <a:prstGeom prst="rect">
            <a:avLst/>
          </a:prstGeom>
        </p:spPr>
      </p:pic>
      <p:sp>
        <p:nvSpPr>
          <p:cNvPr id="12" name="1 Título">
            <a:extLst>
              <a:ext uri="{FF2B5EF4-FFF2-40B4-BE49-F238E27FC236}">
                <a16:creationId xmlns:a16="http://schemas.microsoft.com/office/drawing/2014/main" id="{5645D034-4492-4702-8266-D83E6AF7454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Estudio de propiedades en celdas y sus caras</a:t>
            </a:r>
          </a:p>
        </p:txBody>
      </p:sp>
      <p:pic>
        <p:nvPicPr>
          <p:cNvPr id="10" name="Imagen 9">
            <a:extLst>
              <a:ext uri="{FF2B5EF4-FFF2-40B4-BE49-F238E27FC236}">
                <a16:creationId xmlns:a16="http://schemas.microsoft.com/office/drawing/2014/main" id="{E3923B66-C814-41BC-B779-2B12C9E5070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231134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00F35AE-48B0-497E-ACFA-5E0FE1AB68EB}"/>
              </a:ext>
            </a:extLst>
          </p:cNvPr>
          <p:cNvPicPr>
            <a:picLocks noChangeAspect="1"/>
          </p:cNvPicPr>
          <p:nvPr/>
        </p:nvPicPr>
        <p:blipFill>
          <a:blip r:embed="rId3">
            <a:grayscl/>
          </a:blip>
          <a:stretch>
            <a:fillRect/>
          </a:stretch>
        </p:blipFill>
        <p:spPr>
          <a:xfrm>
            <a:off x="911424" y="2622261"/>
            <a:ext cx="5024726" cy="4141687"/>
          </a:xfrm>
          <a:prstGeom prst="rect">
            <a:avLst/>
          </a:prstGeom>
        </p:spPr>
      </p:pic>
      <p:sp>
        <p:nvSpPr>
          <p:cNvPr id="8" name="7 CuadroTexto"/>
          <p:cNvSpPr txBox="1"/>
          <p:nvPr/>
        </p:nvSpPr>
        <p:spPr>
          <a:xfrm>
            <a:off x="911424" y="464408"/>
            <a:ext cx="10268659" cy="2092881"/>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Cell: </a:t>
            </a:r>
            <a:r>
              <a:rPr lang="es-CO" dirty="0" err="1">
                <a:latin typeface="Segoe UI Light" panose="020B0502040204020203" pitchFamily="34" charset="0"/>
                <a:cs typeface="Segoe UI Light" panose="020B0502040204020203" pitchFamily="34" charset="0"/>
              </a:rPr>
              <a:t>Volume</a:t>
            </a:r>
            <a:r>
              <a:rPr lang="es-CO" dirty="0">
                <a:latin typeface="Segoe UI Light" panose="020B0502040204020203" pitchFamily="34" charset="0"/>
                <a:cs typeface="Segoe UI Light" panose="020B0502040204020203" pitchFamily="34" charset="0"/>
              </a:rPr>
              <a:t> - </a:t>
            </a:r>
            <a:r>
              <a:rPr lang="es-CO" dirty="0" err="1">
                <a:latin typeface="Segoe UI Light" panose="020B0502040204020203" pitchFamily="34" charset="0"/>
                <a:cs typeface="Segoe UI Light" panose="020B0502040204020203" pitchFamily="34" charset="0"/>
              </a:rPr>
              <a:t>Elevation</a:t>
            </a:r>
            <a:endParaRPr lang="es-CO"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Presenta una gráfica y tabla con el cálculo del volumen almacenado desde el punto más bajo hasta el punto más alto de la celda a partir de las elevaciones del modelo de terreno. Para la celda seleccionada con lados de 50 x 50m, el volumen almacenado máximo es de 3204.16m³.</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Las demás propiedades aplicables a las caras de la celda podrán ser consultadas a través de la pestaña de propiedades o a través de clic derecho en la cara requerida.</a:t>
            </a:r>
            <a:endParaRPr lang="es-CO" sz="14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B16ECA5A-F882-469E-B3A5-73AF4B9F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07568" y="2959721"/>
            <a:ext cx="360000" cy="360000"/>
          </a:xfrm>
          <a:prstGeom prst="rect">
            <a:avLst/>
          </a:prstGeom>
        </p:spPr>
      </p:pic>
      <p:pic>
        <p:nvPicPr>
          <p:cNvPr id="3" name="Imagen 2">
            <a:extLst>
              <a:ext uri="{FF2B5EF4-FFF2-40B4-BE49-F238E27FC236}">
                <a16:creationId xmlns:a16="http://schemas.microsoft.com/office/drawing/2014/main" id="{44E9B39E-90D5-472F-AF82-2B1FDB1E3D68}"/>
              </a:ext>
            </a:extLst>
          </p:cNvPr>
          <p:cNvPicPr>
            <a:picLocks noChangeAspect="1"/>
          </p:cNvPicPr>
          <p:nvPr/>
        </p:nvPicPr>
        <p:blipFill>
          <a:blip r:embed="rId5">
            <a:grayscl/>
          </a:blip>
          <a:stretch>
            <a:fillRect/>
          </a:stretch>
        </p:blipFill>
        <p:spPr>
          <a:xfrm>
            <a:off x="6155357" y="2622260"/>
            <a:ext cx="5024726" cy="4141687"/>
          </a:xfrm>
          <a:prstGeom prst="rect">
            <a:avLst/>
          </a:prstGeom>
        </p:spPr>
      </p:pic>
      <p:pic>
        <p:nvPicPr>
          <p:cNvPr id="10" name="Imagen 9">
            <a:extLst>
              <a:ext uri="{FF2B5EF4-FFF2-40B4-BE49-F238E27FC236}">
                <a16:creationId xmlns:a16="http://schemas.microsoft.com/office/drawing/2014/main" id="{0F161262-52A9-409E-88EE-572B9ABFE74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FE30397E-8803-45E0-B2CE-9938C2DC797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Estudio de propiedades en celdas y sus caras</a:t>
            </a:r>
          </a:p>
        </p:txBody>
      </p:sp>
    </p:spTree>
    <p:extLst>
      <p:ext uri="{BB962C8B-B14F-4D97-AF65-F5344CB8AC3E}">
        <p14:creationId xmlns:p14="http://schemas.microsoft.com/office/powerpoint/2010/main" val="3215476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39095" y="930786"/>
            <a:ext cx="8874986" cy="615553"/>
          </a:xfrm>
          <a:prstGeom prst="rect">
            <a:avLst/>
          </a:prstGeom>
          <a:noFill/>
        </p:spPr>
        <p:txBody>
          <a:bodyPr wrap="square" rtlCol="0">
            <a:spAutoFit/>
          </a:bodyPr>
          <a:lstStyle/>
          <a:p>
            <a:pPr algn="just"/>
            <a:r>
              <a:rPr lang="en-US" dirty="0">
                <a:latin typeface="Segoe UI Light" panose="020B0502040204020203" pitchFamily="34" charset="0"/>
                <a:cs typeface="Segoe UI Light" panose="020B0502040204020203" pitchFamily="34" charset="0"/>
              </a:rPr>
              <a:t>Face: Profile</a:t>
            </a:r>
          </a:p>
          <a:p>
            <a:pPr algn="just"/>
            <a:r>
              <a:rPr lang="en-US" sz="1600" dirty="0" err="1">
                <a:latin typeface="Segoe UI Light" panose="020B0502040204020203" pitchFamily="34" charset="0"/>
                <a:cs typeface="Segoe UI Light" panose="020B0502040204020203" pitchFamily="34" charset="0"/>
              </a:rPr>
              <a:t>Perfil</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terreno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cara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seleccionada</a:t>
            </a:r>
            <a:r>
              <a:rPr lang="en-US" sz="1600" dirty="0">
                <a:latin typeface="Segoe UI Light" panose="020B0502040204020203" pitchFamily="34" charset="0"/>
                <a:cs typeface="Segoe UI Light" panose="020B0502040204020203" pitchFamily="34" charset="0"/>
              </a:rPr>
              <a:t>.</a:t>
            </a:r>
            <a:endParaRPr lang="es-CO" sz="14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EF44C323-44FF-49BE-A67E-51CF7790F19B}"/>
              </a:ext>
            </a:extLst>
          </p:cNvPr>
          <p:cNvPicPr>
            <a:picLocks noChangeAspect="1"/>
          </p:cNvPicPr>
          <p:nvPr/>
        </p:nvPicPr>
        <p:blipFill>
          <a:blip r:embed="rId3">
            <a:grayscl/>
          </a:blip>
          <a:stretch>
            <a:fillRect/>
          </a:stretch>
        </p:blipFill>
        <p:spPr>
          <a:xfrm>
            <a:off x="119336" y="2214358"/>
            <a:ext cx="3908968" cy="3278090"/>
          </a:xfrm>
          <a:prstGeom prst="rect">
            <a:avLst/>
          </a:prstGeom>
        </p:spPr>
      </p:pic>
      <p:pic>
        <p:nvPicPr>
          <p:cNvPr id="5" name="Imagen 4">
            <a:extLst>
              <a:ext uri="{FF2B5EF4-FFF2-40B4-BE49-F238E27FC236}">
                <a16:creationId xmlns:a16="http://schemas.microsoft.com/office/drawing/2014/main" id="{F09AFFA4-2641-4316-A083-9A0FD855AF8B}"/>
              </a:ext>
            </a:extLst>
          </p:cNvPr>
          <p:cNvPicPr>
            <a:picLocks noChangeAspect="1"/>
          </p:cNvPicPr>
          <p:nvPr/>
        </p:nvPicPr>
        <p:blipFill>
          <a:blip r:embed="rId4">
            <a:grayscl/>
          </a:blip>
          <a:stretch>
            <a:fillRect/>
          </a:stretch>
        </p:blipFill>
        <p:spPr>
          <a:xfrm>
            <a:off x="4088087" y="2214359"/>
            <a:ext cx="3977002" cy="3278090"/>
          </a:xfrm>
          <a:prstGeom prst="rect">
            <a:avLst/>
          </a:prstGeom>
        </p:spPr>
      </p:pic>
      <p:pic>
        <p:nvPicPr>
          <p:cNvPr id="6" name="Imagen 5">
            <a:extLst>
              <a:ext uri="{FF2B5EF4-FFF2-40B4-BE49-F238E27FC236}">
                <a16:creationId xmlns:a16="http://schemas.microsoft.com/office/drawing/2014/main" id="{E2072828-FF36-4F73-947A-D6ED7D593A55}"/>
              </a:ext>
            </a:extLst>
          </p:cNvPr>
          <p:cNvPicPr>
            <a:picLocks noChangeAspect="1"/>
          </p:cNvPicPr>
          <p:nvPr/>
        </p:nvPicPr>
        <p:blipFill>
          <a:blip r:embed="rId5">
            <a:grayscl/>
          </a:blip>
          <a:stretch>
            <a:fillRect/>
          </a:stretch>
        </p:blipFill>
        <p:spPr>
          <a:xfrm>
            <a:off x="8124872" y="2214359"/>
            <a:ext cx="3977003" cy="3278090"/>
          </a:xfrm>
          <a:prstGeom prst="rect">
            <a:avLst/>
          </a:prstGeom>
        </p:spPr>
      </p:pic>
      <p:cxnSp>
        <p:nvCxnSpPr>
          <p:cNvPr id="9" name="Conector recto 8">
            <a:extLst>
              <a:ext uri="{FF2B5EF4-FFF2-40B4-BE49-F238E27FC236}">
                <a16:creationId xmlns:a16="http://schemas.microsoft.com/office/drawing/2014/main" id="{902CA817-6835-4042-B6BD-76E30F53EA69}"/>
              </a:ext>
            </a:extLst>
          </p:cNvPr>
          <p:cNvCxnSpPr>
            <a:cxnSpLocks/>
          </p:cNvCxnSpPr>
          <p:nvPr/>
        </p:nvCxnSpPr>
        <p:spPr>
          <a:xfrm>
            <a:off x="3441131" y="3626170"/>
            <a:ext cx="0" cy="7920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21A6F906-F268-422C-A447-15A56A9B4C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FE00762F-EC33-4E6D-8A96-BB4095BB928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Estudio de propiedades en celdas y sus caras</a:t>
            </a:r>
          </a:p>
        </p:txBody>
      </p:sp>
    </p:spTree>
    <p:extLst>
      <p:ext uri="{BB962C8B-B14F-4D97-AF65-F5344CB8AC3E}">
        <p14:creationId xmlns:p14="http://schemas.microsoft.com/office/powerpoint/2010/main" val="1551351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58507" y="930786"/>
            <a:ext cx="8874986" cy="615553"/>
          </a:xfrm>
          <a:prstGeom prst="rect">
            <a:avLst/>
          </a:prstGeom>
          <a:noFill/>
        </p:spPr>
        <p:txBody>
          <a:bodyPr wrap="square" rtlCol="0">
            <a:spAutoFit/>
          </a:bodyPr>
          <a:lstStyle/>
          <a:p>
            <a:pPr algn="just"/>
            <a:r>
              <a:rPr lang="en-US">
                <a:latin typeface="Segoe UI Light" panose="020B0502040204020203" pitchFamily="34" charset="0"/>
                <a:cs typeface="Segoe UI Light" panose="020B0502040204020203" pitchFamily="34" charset="0"/>
              </a:rPr>
              <a:t>Face: Area vs Elevation</a:t>
            </a:r>
          </a:p>
          <a:p>
            <a:pPr algn="just"/>
            <a:r>
              <a:rPr lang="en-US" sz="1600">
                <a:latin typeface="Segoe UI Light" panose="020B0502040204020203" pitchFamily="34" charset="0"/>
                <a:cs typeface="Segoe UI Light" panose="020B0502040204020203" pitchFamily="34" charset="0"/>
              </a:rPr>
              <a:t>Corresponde al área hidráulica en función de la elevación.</a:t>
            </a:r>
            <a:endParaRPr lang="es-CO" sz="14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EF44C323-44FF-49BE-A67E-51CF7790F19B}"/>
              </a:ext>
            </a:extLst>
          </p:cNvPr>
          <p:cNvPicPr>
            <a:picLocks noChangeAspect="1"/>
          </p:cNvPicPr>
          <p:nvPr/>
        </p:nvPicPr>
        <p:blipFill>
          <a:blip r:embed="rId3">
            <a:grayscl/>
          </a:blip>
          <a:stretch>
            <a:fillRect/>
          </a:stretch>
        </p:blipFill>
        <p:spPr>
          <a:xfrm>
            <a:off x="119336" y="2214358"/>
            <a:ext cx="3908968" cy="3278090"/>
          </a:xfrm>
          <a:prstGeom prst="rect">
            <a:avLst/>
          </a:prstGeom>
        </p:spPr>
      </p:pic>
      <p:cxnSp>
        <p:nvCxnSpPr>
          <p:cNvPr id="9" name="Conector recto 8">
            <a:extLst>
              <a:ext uri="{FF2B5EF4-FFF2-40B4-BE49-F238E27FC236}">
                <a16:creationId xmlns:a16="http://schemas.microsoft.com/office/drawing/2014/main" id="{902CA817-6835-4042-B6BD-76E30F53EA69}"/>
              </a:ext>
            </a:extLst>
          </p:cNvPr>
          <p:cNvCxnSpPr>
            <a:cxnSpLocks/>
          </p:cNvCxnSpPr>
          <p:nvPr/>
        </p:nvCxnSpPr>
        <p:spPr>
          <a:xfrm>
            <a:off x="3441131" y="3626170"/>
            <a:ext cx="0" cy="7920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79E5438B-D6B1-4198-B628-CE29AF90D0F1}"/>
              </a:ext>
            </a:extLst>
          </p:cNvPr>
          <p:cNvPicPr>
            <a:picLocks noChangeAspect="1"/>
          </p:cNvPicPr>
          <p:nvPr/>
        </p:nvPicPr>
        <p:blipFill>
          <a:blip r:embed="rId4">
            <a:grayscl/>
          </a:blip>
          <a:stretch>
            <a:fillRect/>
          </a:stretch>
        </p:blipFill>
        <p:spPr>
          <a:xfrm>
            <a:off x="4078659" y="2214358"/>
            <a:ext cx="3977003" cy="3278090"/>
          </a:xfrm>
          <a:prstGeom prst="rect">
            <a:avLst/>
          </a:prstGeom>
        </p:spPr>
      </p:pic>
      <p:pic>
        <p:nvPicPr>
          <p:cNvPr id="3" name="Imagen 2">
            <a:extLst>
              <a:ext uri="{FF2B5EF4-FFF2-40B4-BE49-F238E27FC236}">
                <a16:creationId xmlns:a16="http://schemas.microsoft.com/office/drawing/2014/main" id="{04274144-2A9B-40A2-9385-34A252BB8ACC}"/>
              </a:ext>
            </a:extLst>
          </p:cNvPr>
          <p:cNvPicPr>
            <a:picLocks noChangeAspect="1"/>
          </p:cNvPicPr>
          <p:nvPr/>
        </p:nvPicPr>
        <p:blipFill>
          <a:blip r:embed="rId5">
            <a:grayscl/>
          </a:blip>
          <a:stretch>
            <a:fillRect/>
          </a:stretch>
        </p:blipFill>
        <p:spPr>
          <a:xfrm>
            <a:off x="8119366" y="2214358"/>
            <a:ext cx="3977004" cy="3278090"/>
          </a:xfrm>
          <a:prstGeom prst="rect">
            <a:avLst/>
          </a:prstGeom>
        </p:spPr>
      </p:pic>
      <p:pic>
        <p:nvPicPr>
          <p:cNvPr id="11" name="Imagen 10">
            <a:extLst>
              <a:ext uri="{FF2B5EF4-FFF2-40B4-BE49-F238E27FC236}">
                <a16:creationId xmlns:a16="http://schemas.microsoft.com/office/drawing/2014/main" id="{668C56AD-1999-483F-8EB0-008CD3C5D42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0AB8FC0F-B353-4BC9-9536-61CDF11E0E0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Estudio de propiedades en celdas y sus caras</a:t>
            </a:r>
          </a:p>
        </p:txBody>
      </p:sp>
    </p:spTree>
    <p:extLst>
      <p:ext uri="{BB962C8B-B14F-4D97-AF65-F5344CB8AC3E}">
        <p14:creationId xmlns:p14="http://schemas.microsoft.com/office/powerpoint/2010/main" val="1117395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30224" y="859359"/>
            <a:ext cx="9146295" cy="861774"/>
          </a:xfrm>
          <a:prstGeom prst="rect">
            <a:avLst/>
          </a:prstGeom>
          <a:noFill/>
        </p:spPr>
        <p:txBody>
          <a:bodyPr wrap="square" rtlCol="0">
            <a:spAutoFit/>
          </a:bodyPr>
          <a:lstStyle/>
          <a:p>
            <a:pPr algn="just"/>
            <a:r>
              <a:rPr lang="en-US" dirty="0">
                <a:latin typeface="Segoe UI Light" panose="020B0502040204020203" pitchFamily="34" charset="0"/>
                <a:cs typeface="Segoe UI Light" panose="020B0502040204020203" pitchFamily="34" charset="0"/>
              </a:rPr>
              <a:t>Face: Manning vs Elevation.</a:t>
            </a:r>
          </a:p>
          <a:p>
            <a:pPr algn="just"/>
            <a:r>
              <a:rPr lang="en-US" sz="1600">
                <a:latin typeface="Segoe UI Light" panose="020B0502040204020203" pitchFamily="34" charset="0"/>
                <a:cs typeface="Segoe UI Light" panose="020B0502040204020203" pitchFamily="34" charset="0"/>
              </a:rPr>
              <a:t>Corresponde </a:t>
            </a:r>
            <a:r>
              <a:rPr lang="en-US" sz="1600" dirty="0">
                <a:latin typeface="Segoe UI Light" panose="020B0502040204020203" pitchFamily="34" charset="0"/>
                <a:cs typeface="Segoe UI Light" panose="020B0502040204020203" pitchFamily="34" charset="0"/>
              </a:rPr>
              <a:t>al </a:t>
            </a:r>
            <a:r>
              <a:rPr lang="en-US" sz="1600" dirty="0" err="1">
                <a:latin typeface="Segoe UI Light" panose="020B0502040204020203" pitchFamily="34" charset="0"/>
                <a:cs typeface="Segoe UI Light" panose="020B0502040204020203" pitchFamily="34" charset="0"/>
              </a:rPr>
              <a:t>coeficiente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rugosidad</a:t>
            </a:r>
            <a:r>
              <a:rPr lang="en-US" sz="1600" dirty="0">
                <a:latin typeface="Segoe UI Light" panose="020B0502040204020203" pitchFamily="34" charset="0"/>
                <a:cs typeface="Segoe UI Light" panose="020B0502040204020203" pitchFamily="34" charset="0"/>
              </a:rPr>
              <a:t> de Manning (n)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función</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presenta</a:t>
            </a:r>
            <a:r>
              <a:rPr lang="en-US" sz="1600" dirty="0">
                <a:latin typeface="Segoe UI Light" panose="020B0502040204020203" pitchFamily="34" charset="0"/>
                <a:cs typeface="Segoe UI Light" panose="020B0502040204020203" pitchFamily="34" charset="0"/>
              </a:rPr>
              <a:t> un valor </a:t>
            </a:r>
            <a:r>
              <a:rPr lang="en-US" sz="1600" dirty="0" err="1">
                <a:latin typeface="Segoe UI Light" panose="020B0502040204020203" pitchFamily="34" charset="0"/>
                <a:cs typeface="Segoe UI Light" panose="020B0502040204020203" pitchFamily="34" charset="0"/>
              </a:rPr>
              <a:t>constante</a:t>
            </a:r>
            <a:r>
              <a:rPr lang="en-US" sz="1600" dirty="0">
                <a:latin typeface="Segoe UI Light" panose="020B0502040204020203" pitchFamily="34" charset="0"/>
                <a:cs typeface="Segoe UI Light" panose="020B0502040204020203" pitchFamily="34" charset="0"/>
              </a:rPr>
              <a:t> de 0.025 </a:t>
            </a:r>
            <a:r>
              <a:rPr lang="en-US" sz="1600" dirty="0" err="1">
                <a:latin typeface="Segoe UI Light" panose="020B0502040204020203" pitchFamily="34" charset="0"/>
                <a:cs typeface="Segoe UI Light" panose="020B0502040204020203" pitchFamily="34" charset="0"/>
              </a:rPr>
              <a:t>debido</a:t>
            </a:r>
            <a:r>
              <a:rPr lang="en-US" sz="1600" dirty="0">
                <a:latin typeface="Segoe UI Light" panose="020B0502040204020203" pitchFamily="34" charset="0"/>
                <a:cs typeface="Segoe UI Light" panose="020B0502040204020203" pitchFamily="34" charset="0"/>
              </a:rPr>
              <a:t> a que </a:t>
            </a:r>
            <a:r>
              <a:rPr lang="en-US" sz="1600" dirty="0" err="1">
                <a:latin typeface="Segoe UI Light" panose="020B0502040204020203" pitchFamily="34" charset="0"/>
                <a:cs typeface="Segoe UI Light" panose="020B0502040204020203" pitchFamily="34" charset="0"/>
              </a:rPr>
              <a:t>aún</a:t>
            </a:r>
            <a:r>
              <a:rPr lang="en-US" sz="1600" dirty="0">
                <a:latin typeface="Segoe UI Light" panose="020B0502040204020203" pitchFamily="34" charset="0"/>
                <a:cs typeface="Segoe UI Light" panose="020B0502040204020203" pitchFamily="34" charset="0"/>
              </a:rPr>
              <a:t> no se </a:t>
            </a:r>
            <a:r>
              <a:rPr lang="en-US" sz="1600" dirty="0" err="1">
                <a:latin typeface="Segoe UI Light" panose="020B0502040204020203" pitchFamily="34" charset="0"/>
                <a:cs typeface="Segoe UI Light" panose="020B0502040204020203" pitchFamily="34" charset="0"/>
              </a:rPr>
              <a:t>han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definido</a:t>
            </a:r>
            <a:r>
              <a:rPr lang="en-US" sz="1600" dirty="0">
                <a:latin typeface="Segoe UI Light" panose="020B0502040204020203" pitchFamily="34" charset="0"/>
                <a:cs typeface="Segoe UI Light" panose="020B0502040204020203" pitchFamily="34" charset="0"/>
              </a:rPr>
              <a:t> las zonas de </a:t>
            </a:r>
            <a:r>
              <a:rPr lang="en-US" sz="1600" dirty="0" err="1">
                <a:latin typeface="Segoe UI Light" panose="020B0502040204020203" pitchFamily="34" charset="0"/>
                <a:cs typeface="Segoe UI Light" panose="020B0502040204020203" pitchFamily="34" charset="0"/>
              </a:rPr>
              <a:t>uso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suelo</a:t>
            </a:r>
            <a:r>
              <a:rPr lang="en-US" sz="1600" dirty="0">
                <a:latin typeface="Segoe UI Light" panose="020B0502040204020203" pitchFamily="34" charset="0"/>
                <a:cs typeface="Segoe UI Light" panose="020B0502040204020203" pitchFamily="34" charset="0"/>
              </a:rPr>
              <a:t>.</a:t>
            </a:r>
            <a:endParaRPr lang="es-CO" sz="14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EF44C323-44FF-49BE-A67E-51CF7790F19B}"/>
              </a:ext>
            </a:extLst>
          </p:cNvPr>
          <p:cNvPicPr>
            <a:picLocks noChangeAspect="1"/>
          </p:cNvPicPr>
          <p:nvPr/>
        </p:nvPicPr>
        <p:blipFill>
          <a:blip r:embed="rId3">
            <a:grayscl/>
          </a:blip>
          <a:stretch>
            <a:fillRect/>
          </a:stretch>
        </p:blipFill>
        <p:spPr>
          <a:xfrm>
            <a:off x="119336" y="2214358"/>
            <a:ext cx="3908968" cy="3278090"/>
          </a:xfrm>
          <a:prstGeom prst="rect">
            <a:avLst/>
          </a:prstGeom>
        </p:spPr>
      </p:pic>
      <p:cxnSp>
        <p:nvCxnSpPr>
          <p:cNvPr id="9" name="Conector recto 8">
            <a:extLst>
              <a:ext uri="{FF2B5EF4-FFF2-40B4-BE49-F238E27FC236}">
                <a16:creationId xmlns:a16="http://schemas.microsoft.com/office/drawing/2014/main" id="{902CA817-6835-4042-B6BD-76E30F53EA69}"/>
              </a:ext>
            </a:extLst>
          </p:cNvPr>
          <p:cNvCxnSpPr>
            <a:cxnSpLocks/>
          </p:cNvCxnSpPr>
          <p:nvPr/>
        </p:nvCxnSpPr>
        <p:spPr>
          <a:xfrm>
            <a:off x="3441131" y="3626170"/>
            <a:ext cx="0" cy="7920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068A25E8-AB0A-42CE-8F9B-E1E5DF1AD1DD}"/>
              </a:ext>
            </a:extLst>
          </p:cNvPr>
          <p:cNvPicPr>
            <a:picLocks noChangeAspect="1"/>
          </p:cNvPicPr>
          <p:nvPr/>
        </p:nvPicPr>
        <p:blipFill>
          <a:blip r:embed="rId4">
            <a:grayscl/>
          </a:blip>
          <a:stretch>
            <a:fillRect/>
          </a:stretch>
        </p:blipFill>
        <p:spPr>
          <a:xfrm>
            <a:off x="4079217" y="2214358"/>
            <a:ext cx="3977003" cy="3278090"/>
          </a:xfrm>
          <a:prstGeom prst="rect">
            <a:avLst/>
          </a:prstGeom>
        </p:spPr>
      </p:pic>
      <p:pic>
        <p:nvPicPr>
          <p:cNvPr id="11" name="Imagen 10">
            <a:extLst>
              <a:ext uri="{FF2B5EF4-FFF2-40B4-BE49-F238E27FC236}">
                <a16:creationId xmlns:a16="http://schemas.microsoft.com/office/drawing/2014/main" id="{406841D8-84FB-4F16-9DBC-EF2B75579F93}"/>
              </a:ext>
            </a:extLst>
          </p:cNvPr>
          <p:cNvPicPr>
            <a:picLocks noChangeAspect="1"/>
          </p:cNvPicPr>
          <p:nvPr/>
        </p:nvPicPr>
        <p:blipFill>
          <a:blip r:embed="rId5">
            <a:grayscl/>
          </a:blip>
          <a:stretch>
            <a:fillRect/>
          </a:stretch>
        </p:blipFill>
        <p:spPr>
          <a:xfrm>
            <a:off x="8125987" y="2214358"/>
            <a:ext cx="3977004" cy="3278090"/>
          </a:xfrm>
          <a:prstGeom prst="rect">
            <a:avLst/>
          </a:prstGeom>
        </p:spPr>
      </p:pic>
      <p:pic>
        <p:nvPicPr>
          <p:cNvPr id="12" name="Imagen 11">
            <a:extLst>
              <a:ext uri="{FF2B5EF4-FFF2-40B4-BE49-F238E27FC236}">
                <a16:creationId xmlns:a16="http://schemas.microsoft.com/office/drawing/2014/main" id="{0C003047-5DA4-4328-80D6-3B74B9E0AE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D7E85A40-7B08-4F34-BD13-C00BB0804D3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Estudio de propiedades en celdas y sus caras</a:t>
            </a:r>
          </a:p>
        </p:txBody>
      </p:sp>
    </p:spTree>
    <p:extLst>
      <p:ext uri="{BB962C8B-B14F-4D97-AF65-F5344CB8AC3E}">
        <p14:creationId xmlns:p14="http://schemas.microsoft.com/office/powerpoint/2010/main" val="1669242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58507" y="859359"/>
            <a:ext cx="8874986" cy="861774"/>
          </a:xfrm>
          <a:prstGeom prst="rect">
            <a:avLst/>
          </a:prstGeom>
          <a:noFill/>
        </p:spPr>
        <p:txBody>
          <a:bodyPr wrap="square" rtlCol="0">
            <a:spAutoFit/>
          </a:bodyPr>
          <a:lstStyle/>
          <a:p>
            <a:pPr algn="just"/>
            <a:r>
              <a:rPr lang="en-US" dirty="0">
                <a:latin typeface="Segoe UI Light" panose="020B0502040204020203" pitchFamily="34" charset="0"/>
                <a:cs typeface="Segoe UI Light" panose="020B0502040204020203" pitchFamily="34" charset="0"/>
              </a:rPr>
              <a:t>Face: Conveyance vs Elevation.</a:t>
            </a:r>
          </a:p>
          <a:p>
            <a:pPr algn="just"/>
            <a:r>
              <a:rPr lang="en-US" sz="1600" dirty="0" err="1">
                <a:latin typeface="Segoe UI Light" panose="020B0502040204020203" pitchFamily="34" charset="0"/>
                <a:cs typeface="Segoe UI Light" panose="020B0502040204020203" pitchFamily="34" charset="0"/>
              </a:rPr>
              <a:t>Corresponde</a:t>
            </a:r>
            <a:r>
              <a:rPr lang="en-US" sz="1600" dirty="0">
                <a:latin typeface="Segoe UI Light" panose="020B0502040204020203" pitchFamily="34" charset="0"/>
                <a:cs typeface="Segoe UI Light" panose="020B0502040204020203" pitchFamily="34" charset="0"/>
              </a:rPr>
              <a:t> a la </a:t>
            </a:r>
            <a:r>
              <a:rPr lang="en-US" sz="1600" dirty="0" err="1">
                <a:latin typeface="Segoe UI Light" panose="020B0502040204020203" pitchFamily="34" charset="0"/>
                <a:cs typeface="Segoe UI Light" panose="020B0502040204020203" pitchFamily="34" charset="0"/>
              </a:rPr>
              <a:t>capacidad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transporte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m³/s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función</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cambio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diferentes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presentes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cara</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a:t>
            </a:r>
            <a:endParaRPr lang="es-CO" sz="14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EF44C323-44FF-49BE-A67E-51CF7790F19B}"/>
              </a:ext>
            </a:extLst>
          </p:cNvPr>
          <p:cNvPicPr>
            <a:picLocks noChangeAspect="1"/>
          </p:cNvPicPr>
          <p:nvPr/>
        </p:nvPicPr>
        <p:blipFill>
          <a:blip r:embed="rId3">
            <a:grayscl/>
          </a:blip>
          <a:stretch>
            <a:fillRect/>
          </a:stretch>
        </p:blipFill>
        <p:spPr>
          <a:xfrm>
            <a:off x="119336" y="2214358"/>
            <a:ext cx="3908968" cy="3278090"/>
          </a:xfrm>
          <a:prstGeom prst="rect">
            <a:avLst/>
          </a:prstGeom>
        </p:spPr>
      </p:pic>
      <p:cxnSp>
        <p:nvCxnSpPr>
          <p:cNvPr id="9" name="Conector recto 8">
            <a:extLst>
              <a:ext uri="{FF2B5EF4-FFF2-40B4-BE49-F238E27FC236}">
                <a16:creationId xmlns:a16="http://schemas.microsoft.com/office/drawing/2014/main" id="{902CA817-6835-4042-B6BD-76E30F53EA69}"/>
              </a:ext>
            </a:extLst>
          </p:cNvPr>
          <p:cNvCxnSpPr>
            <a:cxnSpLocks/>
          </p:cNvCxnSpPr>
          <p:nvPr/>
        </p:nvCxnSpPr>
        <p:spPr>
          <a:xfrm>
            <a:off x="3441131" y="3626170"/>
            <a:ext cx="0" cy="7920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713FA002-EB7B-42DD-A671-2C70DA1BF8D2}"/>
              </a:ext>
            </a:extLst>
          </p:cNvPr>
          <p:cNvPicPr>
            <a:picLocks noChangeAspect="1"/>
          </p:cNvPicPr>
          <p:nvPr/>
        </p:nvPicPr>
        <p:blipFill>
          <a:blip r:embed="rId4">
            <a:grayscl/>
          </a:blip>
          <a:stretch>
            <a:fillRect/>
          </a:stretch>
        </p:blipFill>
        <p:spPr>
          <a:xfrm>
            <a:off x="4079776" y="2214358"/>
            <a:ext cx="3977004" cy="3278090"/>
          </a:xfrm>
          <a:prstGeom prst="rect">
            <a:avLst/>
          </a:prstGeom>
        </p:spPr>
      </p:pic>
      <p:pic>
        <p:nvPicPr>
          <p:cNvPr id="3" name="Imagen 2">
            <a:extLst>
              <a:ext uri="{FF2B5EF4-FFF2-40B4-BE49-F238E27FC236}">
                <a16:creationId xmlns:a16="http://schemas.microsoft.com/office/drawing/2014/main" id="{7E9B9CC9-2F29-4D17-B2C4-C67A959E3C1F}"/>
              </a:ext>
            </a:extLst>
          </p:cNvPr>
          <p:cNvPicPr>
            <a:picLocks noChangeAspect="1"/>
          </p:cNvPicPr>
          <p:nvPr/>
        </p:nvPicPr>
        <p:blipFill>
          <a:blip r:embed="rId5">
            <a:grayscl/>
          </a:blip>
          <a:stretch>
            <a:fillRect/>
          </a:stretch>
        </p:blipFill>
        <p:spPr>
          <a:xfrm>
            <a:off x="8113508" y="2214358"/>
            <a:ext cx="3977004" cy="3278090"/>
          </a:xfrm>
          <a:prstGeom prst="rect">
            <a:avLst/>
          </a:prstGeom>
        </p:spPr>
      </p:pic>
      <p:pic>
        <p:nvPicPr>
          <p:cNvPr id="12" name="Imagen 11">
            <a:extLst>
              <a:ext uri="{FF2B5EF4-FFF2-40B4-BE49-F238E27FC236}">
                <a16:creationId xmlns:a16="http://schemas.microsoft.com/office/drawing/2014/main" id="{4B6D0427-354F-43D6-B4B2-17853D1D711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8DA14D8C-3206-4771-99DA-CD49F1BC4B7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Estudio de propiedades en celdas y sus caras</a:t>
            </a:r>
          </a:p>
        </p:txBody>
      </p:sp>
    </p:spTree>
    <p:extLst>
      <p:ext uri="{BB962C8B-B14F-4D97-AF65-F5344CB8AC3E}">
        <p14:creationId xmlns:p14="http://schemas.microsoft.com/office/powerpoint/2010/main" val="662509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v.20201118</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Refinamiento de la malla compuesta</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5D8A5BAB-D928-465C-9515-73282290EC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696429B2-4B80-4D3A-A239-D80301DC2C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509101" y="1397674"/>
            <a:ext cx="7173797" cy="4062651"/>
          </a:xfrm>
          <a:prstGeom prst="rect">
            <a:avLst/>
          </a:prstGeom>
          <a:noFill/>
        </p:spPr>
        <p:txBody>
          <a:bodyPr wrap="square" rtlCol="0">
            <a:spAutoFit/>
          </a:bodyPr>
          <a:lstStyle/>
          <a:p>
            <a:r>
              <a:rPr lang="en-US" dirty="0" err="1">
                <a:latin typeface="Segoe UI Light" panose="020B0502040204020203" pitchFamily="34" charset="0"/>
                <a:cs typeface="Segoe UI Light" panose="020B0502040204020203" pitchFamily="34" charset="0"/>
              </a:rPr>
              <a:t>Conceptos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generales</a:t>
            </a:r>
            <a:endParaRPr lang="en-US"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Después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crear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grilla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computacional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agregar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regiones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su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Generalmente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corte</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utiliza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las zonas de corona de </a:t>
            </a:r>
            <a:r>
              <a:rPr lang="en-US" sz="1600" dirty="0" err="1">
                <a:latin typeface="Segoe UI Light" panose="020B0502040204020203" pitchFamily="34" charset="0"/>
                <a:cs typeface="Segoe UI Light" panose="020B0502040204020203" pitchFamily="34" charset="0"/>
              </a:rPr>
              <a:t>taludes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diques</a:t>
            </a:r>
            <a:r>
              <a:rPr lang="en-US" sz="1600" dirty="0">
                <a:latin typeface="Segoe UI Light" panose="020B0502040204020203" pitchFamily="34" charset="0"/>
                <a:cs typeface="Segoe UI Light" panose="020B0502040204020203" pitchFamily="34" charset="0"/>
              </a:rPr>
              <a:t> o bancas y a lo largo de las </a:t>
            </a:r>
            <a:r>
              <a:rPr lang="en-US" sz="1600" dirty="0" err="1">
                <a:latin typeface="Segoe UI Light" panose="020B0502040204020203" pitchFamily="34" charset="0"/>
                <a:cs typeface="Segoe UI Light" panose="020B0502040204020203" pitchFamily="34" charset="0"/>
              </a:rPr>
              <a:t>vías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definir</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límites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(similar a los </a:t>
            </a:r>
            <a:r>
              <a:rPr lang="en-US" sz="1600" dirty="0" err="1">
                <a:latin typeface="Segoe UI Light" panose="020B0502040204020203" pitchFamily="34" charset="0"/>
                <a:cs typeface="Segoe UI Light" panose="020B0502040204020203" pitchFamily="34" charset="0"/>
              </a:rPr>
              <a:t>diques</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leeves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un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1D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o para </a:t>
            </a:r>
            <a:r>
              <a:rPr lang="en-US" sz="1600" dirty="0" err="1">
                <a:latin typeface="Segoe UI Light" panose="020B0502040204020203" pitchFamily="34" charset="0"/>
                <a:cs typeface="Segoe UI Light" panose="020B0502040204020203" pitchFamily="34" charset="0"/>
              </a:rPr>
              <a:t>controlar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dirección</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Las </a:t>
            </a:r>
            <a:r>
              <a:rPr lang="en-US" sz="1600" dirty="0" err="1">
                <a:latin typeface="Segoe UI Light" panose="020B0502040204020203" pitchFamily="34" charset="0"/>
                <a:cs typeface="Segoe UI Light" panose="020B0502040204020203" pitchFamily="34" charset="0"/>
              </a:rPr>
              <a:t>regiones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funcionan</a:t>
            </a:r>
            <a:r>
              <a:rPr lang="en-US" sz="1600" dirty="0">
                <a:latin typeface="Segoe UI Light" panose="020B0502040204020203" pitchFamily="34" charset="0"/>
                <a:cs typeface="Segoe UI Light" panose="020B0502040204020203" pitchFamily="34" charset="0"/>
              </a:rPr>
              <a:t> similar a las </a:t>
            </a:r>
            <a:r>
              <a:rPr lang="en-US" sz="1600" dirty="0" err="1">
                <a:latin typeface="Segoe UI Light" panose="020B0502040204020203" pitchFamily="34" charset="0"/>
                <a:cs typeface="Segoe UI Light" panose="020B0502040204020203" pitchFamily="34" charset="0"/>
              </a:rPr>
              <a:t>lineas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corte</a:t>
            </a:r>
            <a:r>
              <a:rPr lang="en-US" sz="1600" dirty="0">
                <a:latin typeface="Segoe UI Light" panose="020B0502040204020203" pitchFamily="34" charset="0"/>
                <a:cs typeface="Segoe UI Light" panose="020B0502040204020203" pitchFamily="34" charset="0"/>
              </a:rPr>
              <a:t> y son </a:t>
            </a:r>
            <a:r>
              <a:rPr lang="en-US" sz="1600" dirty="0" err="1">
                <a:latin typeface="Segoe UI Light" panose="020B0502040204020203" pitchFamily="34" charset="0"/>
                <a:cs typeface="Segoe UI Light" panose="020B0502040204020203" pitchFamily="34" charset="0"/>
              </a:rPr>
              <a:t>mayormente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cuando</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lineas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encuentran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próximas</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cuando</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quiere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cambiar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tamaño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interno</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y de </a:t>
            </a:r>
            <a:r>
              <a:rPr lang="en-US" sz="1600" dirty="0" err="1">
                <a:latin typeface="Segoe UI Light" panose="020B0502040204020203" pitchFamily="34" charset="0"/>
                <a:cs typeface="Segoe UI Light" panose="020B0502040204020203" pitchFamily="34" charset="0"/>
              </a:rPr>
              <a:t>su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contorno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una </a:t>
            </a:r>
            <a:r>
              <a:rPr lang="en-US" sz="1600" dirty="0" err="1">
                <a:latin typeface="Segoe UI Light" panose="020B0502040204020203" pitchFamily="34" charset="0"/>
                <a:cs typeface="Segoe UI Light" panose="020B0502040204020203" pitchFamily="34" charset="0"/>
              </a:rPr>
              <a:t>región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determinada</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zonas de </a:t>
            </a:r>
            <a:r>
              <a:rPr lang="en-US" sz="1600" dirty="0" err="1">
                <a:latin typeface="Segoe UI Light" panose="020B0502040204020203" pitchFamily="34" charset="0"/>
                <a:cs typeface="Segoe UI Light" panose="020B0502040204020203" pitchFamily="34" charset="0"/>
              </a:rPr>
              <a:t>amortiguación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embalses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estructuras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hidráulicas</a:t>
            </a:r>
            <a:r>
              <a:rPr lang="en-US" sz="1600" dirty="0">
                <a:latin typeface="Segoe UI Light" panose="020B0502040204020203" pitchFamily="34" charset="0"/>
                <a:cs typeface="Segoe UI Light" panose="020B0502040204020203" pitchFamily="34" charset="0"/>
              </a:rPr>
              <a:t>, a lo largo de </a:t>
            </a:r>
            <a:r>
              <a:rPr lang="en-US" sz="1600" dirty="0" err="1">
                <a:latin typeface="Segoe UI Light" panose="020B0502040204020203" pitchFamily="34" charset="0"/>
                <a:cs typeface="Segoe UI Light" panose="020B0502040204020203" pitchFamily="34" charset="0"/>
              </a:rPr>
              <a:t>todo</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valle</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zonas con </a:t>
            </a:r>
            <a:r>
              <a:rPr lang="en-US" sz="1600" dirty="0" err="1">
                <a:latin typeface="Segoe UI Light" panose="020B0502040204020203" pitchFamily="34" charset="0"/>
                <a:cs typeface="Segoe UI Light" panose="020B0502040204020203" pitchFamily="34" charset="0"/>
              </a:rPr>
              <a:t>contornos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curvos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cerrados</a:t>
            </a:r>
            <a:r>
              <a:rPr lang="en-US" sz="1600" dirty="0">
                <a:latin typeface="Segoe UI Light" panose="020B0502040204020203" pitchFamily="34" charset="0"/>
                <a:cs typeface="Segoe UI Light" panose="020B0502040204020203" pitchFamily="34" charset="0"/>
              </a:rPr>
              <a:t>.</a:t>
            </a:r>
          </a:p>
        </p:txBody>
      </p:sp>
      <p:pic>
        <p:nvPicPr>
          <p:cNvPr id="4" name="Imagen 3">
            <a:extLst>
              <a:ext uri="{FF2B5EF4-FFF2-40B4-BE49-F238E27FC236}">
                <a16:creationId xmlns:a16="http://schemas.microsoft.com/office/drawing/2014/main" id="{B1E99DFE-ED5E-421A-9862-1CA082B411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505268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799619" y="3105834"/>
            <a:ext cx="4592761"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Exportación de líneas para refinamiento de celdas a partir de los ejes trazados en Civil 3D</a:t>
            </a:r>
          </a:p>
        </p:txBody>
      </p:sp>
      <p:pic>
        <p:nvPicPr>
          <p:cNvPr id="4" name="Imagen 3">
            <a:extLst>
              <a:ext uri="{FF2B5EF4-FFF2-40B4-BE49-F238E27FC236}">
                <a16:creationId xmlns:a16="http://schemas.microsoft.com/office/drawing/2014/main" id="{D530EF41-FE87-40AC-BF2F-93E9A2FD9F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478256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B029D43-9EDE-4CEF-80F4-7CD87F7C8E6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03684" y="2575971"/>
            <a:ext cx="11784632" cy="4065774"/>
          </a:xfrm>
          <a:prstGeom prst="rect">
            <a:avLst/>
          </a:prstGeom>
        </p:spPr>
      </p:pic>
      <p:sp>
        <p:nvSpPr>
          <p:cNvPr id="8" name="7 CuadroTexto"/>
          <p:cNvSpPr txBox="1"/>
          <p:nvPr/>
        </p:nvSpPr>
        <p:spPr>
          <a:xfrm>
            <a:off x="1901534" y="692696"/>
            <a:ext cx="8874986" cy="1815882"/>
          </a:xfrm>
          <a:prstGeom prst="rect">
            <a:avLst/>
          </a:prstGeom>
          <a:noFill/>
        </p:spPr>
        <p:txBody>
          <a:bodyPr wrap="square" rtlCol="0">
            <a:spAutoFit/>
          </a:bodyPr>
          <a:lstStyle/>
          <a:p>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ArcMAP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agregue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archivo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formas</a:t>
            </a:r>
            <a:r>
              <a:rPr lang="en-US" sz="1600" dirty="0">
                <a:latin typeface="Segoe UI Light" panose="020B0502040204020203" pitchFamily="34" charset="0"/>
                <a:cs typeface="Segoe UI Light" panose="020B0502040204020203" pitchFamily="34" charset="0"/>
              </a:rPr>
              <a:t> CIVIL3D_Ejes_v0.shp.</a:t>
            </a:r>
          </a:p>
          <a:p>
            <a:endParaRPr lang="en-US" sz="1600" dirty="0">
              <a:latin typeface="Segoe UI Light" panose="020B0502040204020203" pitchFamily="34" charset="0"/>
              <a:cs typeface="Segoe UI Light" panose="020B0502040204020203" pitchFamily="34" charset="0"/>
            </a:endParaRPr>
          </a:p>
          <a:p>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de corona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dominante</a:t>
            </a:r>
            <a:r>
              <a:rPr lang="en-US" sz="1600" dirty="0">
                <a:latin typeface="Segoe UI Light" panose="020B0502040204020203" pitchFamily="34" charset="0"/>
                <a:cs typeface="Segoe UI Light" panose="020B0502040204020203" pitchFamily="34" charset="0"/>
              </a:rPr>
              <a:t> y corona del </a:t>
            </a:r>
            <a:r>
              <a:rPr lang="en-US" sz="1600" dirty="0" err="1">
                <a:latin typeface="Segoe UI Light" panose="020B0502040204020203" pitchFamily="34" charset="0"/>
                <a:cs typeface="Segoe UI Light" panose="020B0502040204020203" pitchFamily="34" charset="0"/>
              </a:rPr>
              <a:t>valle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correpondiente</a:t>
            </a:r>
            <a:r>
              <a:rPr lang="en-US" sz="1600" dirty="0">
                <a:latin typeface="Segoe UI Light" panose="020B0502040204020203" pitchFamily="34" charset="0"/>
                <a:cs typeface="Segoe UI Light" panose="020B0502040204020203" pitchFamily="34" charset="0"/>
              </a:rPr>
              <a:t> a la banca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hidráulico</a:t>
            </a:r>
            <a:r>
              <a:rPr lang="en-US" sz="1600" dirty="0">
                <a:latin typeface="Segoe UI Light" panose="020B0502040204020203" pitchFamily="34" charset="0"/>
                <a:cs typeface="Segoe UI Light" panose="020B0502040204020203" pitchFamily="34" charset="0"/>
              </a:rPr>
              <a:t>.</a:t>
            </a:r>
          </a:p>
          <a:p>
            <a:endParaRPr lang="en-US" sz="1600" dirty="0">
              <a:latin typeface="Segoe UI Light" panose="020B0502040204020203" pitchFamily="34" charset="0"/>
              <a:cs typeface="Segoe UI Light" panose="020B0502040204020203" pitchFamily="34" charset="0"/>
            </a:endParaRPr>
          </a:p>
          <a:p>
            <a:r>
              <a:rPr lang="en-US" sz="1600" dirty="0" err="1">
                <a:latin typeface="Segoe UI Light" panose="020B0502040204020203" pitchFamily="34" charset="0"/>
                <a:cs typeface="Segoe UI Light" panose="020B0502040204020203" pitchFamily="34" charset="0"/>
              </a:rPr>
              <a:t>Exporte</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seleccionadas</a:t>
            </a:r>
            <a:r>
              <a:rPr lang="en-US" sz="1600" dirty="0">
                <a:latin typeface="Segoe UI Light" panose="020B0502040204020203" pitchFamily="34" charset="0"/>
                <a:cs typeface="Segoe UI Light" panose="020B0502040204020203" pitchFamily="34" charset="0"/>
              </a:rPr>
              <a:t> a un nuevo </a:t>
            </a:r>
            <a:r>
              <a:rPr lang="en-US" sz="1600" dirty="0" err="1">
                <a:latin typeface="Segoe UI Light" panose="020B0502040204020203" pitchFamily="34" charset="0"/>
                <a:cs typeface="Segoe UI Light" panose="020B0502040204020203" pitchFamily="34" charset="0"/>
              </a:rPr>
              <a:t>archivo</a:t>
            </a:r>
            <a:r>
              <a:rPr lang="en-US" sz="1600" dirty="0">
                <a:latin typeface="Segoe UI Light" panose="020B0502040204020203" pitchFamily="34" charset="0"/>
                <a:cs typeface="Segoe UI Light" panose="020B0502040204020203" pitchFamily="34" charset="0"/>
              </a:rPr>
              <a:t> shapefile. </a:t>
            </a:r>
            <a:r>
              <a:rPr lang="en-US" sz="1600" dirty="0" err="1">
                <a:latin typeface="Segoe UI Light" panose="020B0502040204020203" pitchFamily="34" charset="0"/>
                <a:cs typeface="Segoe UI Light" panose="020B0502040204020203" pitchFamily="34" charset="0"/>
              </a:rPr>
              <a:t>Guarde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archivo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CIVIL3D_EjesCoronas_v0.shp.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CIVIL3D_Ejes_v0.shp – </a:t>
            </a:r>
            <a:r>
              <a:rPr lang="en-US" sz="1600" i="1" dirty="0">
                <a:latin typeface="Segoe UI Light" panose="020B0502040204020203" pitchFamily="34" charset="0"/>
                <a:cs typeface="Segoe UI Light" panose="020B0502040204020203" pitchFamily="34" charset="0"/>
              </a:rPr>
              <a:t>Data – Export Data</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43472" y="4608858"/>
            <a:ext cx="360000" cy="360000"/>
          </a:xfrm>
          <a:prstGeom prst="rect">
            <a:avLst/>
          </a:prstGeom>
        </p:spPr>
      </p:pic>
      <p:sp>
        <p:nvSpPr>
          <p:cNvPr id="9" name="1 Título">
            <a:extLst>
              <a:ext uri="{FF2B5EF4-FFF2-40B4-BE49-F238E27FC236}">
                <a16:creationId xmlns:a16="http://schemas.microsoft.com/office/drawing/2014/main" id="{34A6AE50-A4D3-40FF-BFD6-01EB1F259F2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Exportación de líneas para refinamiento de celdas a partir de los ejes trazados en Civil 3D</a:t>
            </a:r>
          </a:p>
        </p:txBody>
      </p:sp>
      <p:pic>
        <p:nvPicPr>
          <p:cNvPr id="11" name="Imagen 10">
            <a:extLst>
              <a:ext uri="{FF2B5EF4-FFF2-40B4-BE49-F238E27FC236}">
                <a16:creationId xmlns:a16="http://schemas.microsoft.com/office/drawing/2014/main" id="{F2B026CE-7864-4927-9F8F-26C5DDE998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40007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04241" y="3105834"/>
            <a:ext cx="4383518"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Creación de regiones de refinamiento a partir de los ejes trazados en Civil 3D</a:t>
            </a:r>
          </a:p>
        </p:txBody>
      </p:sp>
      <p:pic>
        <p:nvPicPr>
          <p:cNvPr id="4" name="Imagen 3">
            <a:extLst>
              <a:ext uri="{FF2B5EF4-FFF2-40B4-BE49-F238E27FC236}">
                <a16:creationId xmlns:a16="http://schemas.microsoft.com/office/drawing/2014/main" id="{1315936F-3604-4984-BF62-E4D52DC850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969285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A1E78EA-011D-4B91-A51C-3F96DA5C3662}"/>
              </a:ext>
            </a:extLst>
          </p:cNvPr>
          <p:cNvPicPr>
            <a:picLocks noChangeAspect="1"/>
          </p:cNvPicPr>
          <p:nvPr/>
        </p:nvPicPr>
        <p:blipFill>
          <a:blip r:embed="rId3">
            <a:grayscl/>
          </a:blip>
          <a:stretch>
            <a:fillRect/>
          </a:stretch>
        </p:blipFill>
        <p:spPr>
          <a:xfrm>
            <a:off x="167680" y="2675195"/>
            <a:ext cx="11856640" cy="4090618"/>
          </a:xfrm>
          <a:prstGeom prst="rect">
            <a:avLst/>
          </a:prstGeom>
        </p:spPr>
      </p:pic>
      <p:sp>
        <p:nvSpPr>
          <p:cNvPr id="8" name="7 CuadroTexto"/>
          <p:cNvSpPr txBox="1"/>
          <p:nvPr/>
        </p:nvSpPr>
        <p:spPr>
          <a:xfrm>
            <a:off x="167680" y="352118"/>
            <a:ext cx="11856640" cy="2308324"/>
          </a:xfrm>
          <a:prstGeom prst="rect">
            <a:avLst/>
          </a:prstGeom>
          <a:noFill/>
        </p:spPr>
        <p:txBody>
          <a:bodyPr wrap="square" rtlCol="0">
            <a:spAutoFit/>
          </a:bodyPr>
          <a:lstStyle/>
          <a:p>
            <a:r>
              <a:rPr lang="en-US" sz="1600">
                <a:latin typeface="Segoe UI Light" panose="020B0502040204020203" pitchFamily="34" charset="0"/>
                <a:cs typeface="Segoe UI Light" panose="020B0502040204020203" pitchFamily="34" charset="0"/>
              </a:rPr>
              <a:t>En ArcMAP, a partir de los ejes del archivo de formas CIVIL3D_Ejes_v0.shp, cree las siguientes 4 regiones:</a:t>
            </a:r>
          </a:p>
          <a:p>
            <a:endParaRPr lang="en-US" sz="1600">
              <a:latin typeface="Segoe UI Light" panose="020B0502040204020203" pitchFamily="34" charset="0"/>
              <a:cs typeface="Segoe UI Light" panose="020B0502040204020203" pitchFamily="34" charset="0"/>
            </a:endParaRPr>
          </a:p>
          <a:p>
            <a:r>
              <a:rPr lang="en-US" sz="1600">
                <a:latin typeface="Segoe UI Light" panose="020B0502040204020203" pitchFamily="34" charset="0"/>
                <a:cs typeface="Segoe UI Light" panose="020B0502040204020203" pitchFamily="34" charset="0"/>
              </a:rPr>
              <a:t>0. Huella de mecanización izquierda. </a:t>
            </a:r>
          </a:p>
          <a:p>
            <a:r>
              <a:rPr lang="en-US" sz="1600">
                <a:latin typeface="Segoe UI Light" panose="020B0502040204020203" pitchFamily="34" charset="0"/>
                <a:cs typeface="Segoe UI Light" panose="020B0502040204020203" pitchFamily="34" charset="0"/>
              </a:rPr>
              <a:t>1. Zona de valle</a:t>
            </a:r>
          </a:p>
          <a:p>
            <a:r>
              <a:rPr lang="en-US" sz="1600">
                <a:latin typeface="Segoe UI Light" panose="020B0502040204020203" pitchFamily="34" charset="0"/>
                <a:cs typeface="Segoe UI Light" panose="020B0502040204020203" pitchFamily="34" charset="0"/>
              </a:rPr>
              <a:t>2. Zona de cauce dominante.</a:t>
            </a:r>
          </a:p>
          <a:p>
            <a:r>
              <a:rPr lang="en-US" sz="1600">
                <a:latin typeface="Segoe UI Light" panose="020B0502040204020203" pitchFamily="34" charset="0"/>
                <a:cs typeface="Segoe UI Light" panose="020B0502040204020203" pitchFamily="34" charset="0"/>
              </a:rPr>
              <a:t>3. Huella de mecanización derecha.</a:t>
            </a:r>
          </a:p>
          <a:p>
            <a:endParaRPr lang="en-US" sz="1600">
              <a:latin typeface="Segoe UI Light" panose="020B0502040204020203" pitchFamily="34" charset="0"/>
              <a:cs typeface="Segoe UI Light" panose="020B0502040204020203" pitchFamily="34" charset="0"/>
            </a:endParaRPr>
          </a:p>
          <a:p>
            <a:r>
              <a:rPr lang="en-US" sz="1600">
                <a:latin typeface="Segoe UI Light" panose="020B0502040204020203" pitchFamily="34" charset="0"/>
                <a:cs typeface="Segoe UI Light" panose="020B0502040204020203" pitchFamily="34" charset="0"/>
              </a:rPr>
              <a:t>Se recomienda crear primero una capa temporal con todas las líneas del contorno, incluyendo las caras de la zona de inicio y entrega, luego utilizar la herramienta </a:t>
            </a:r>
            <a:r>
              <a:rPr lang="en-US" sz="1600" i="1">
                <a:latin typeface="Segoe UI Light" panose="020B0502040204020203" pitchFamily="34" charset="0"/>
                <a:cs typeface="Segoe UI Light" panose="020B0502040204020203" pitchFamily="34" charset="0"/>
              </a:rPr>
              <a:t>ArcToolBox – Data Management Tools – Features - Feature To Polygon.</a:t>
            </a: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8507" y="4149080"/>
            <a:ext cx="360000" cy="360000"/>
          </a:xfrm>
          <a:prstGeom prst="rect">
            <a:avLst/>
          </a:prstGeom>
        </p:spPr>
      </p:pic>
      <p:pic>
        <p:nvPicPr>
          <p:cNvPr id="9" name="Imagen 8">
            <a:extLst>
              <a:ext uri="{FF2B5EF4-FFF2-40B4-BE49-F238E27FC236}">
                <a16:creationId xmlns:a16="http://schemas.microsoft.com/office/drawing/2014/main" id="{7736A5F3-5DE5-42BD-AA20-5E6B4700B5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51784" y="6357070"/>
            <a:ext cx="360000" cy="360000"/>
          </a:xfrm>
          <a:prstGeom prst="rect">
            <a:avLst/>
          </a:prstGeom>
        </p:spPr>
      </p:pic>
      <p:pic>
        <p:nvPicPr>
          <p:cNvPr id="4" name="Imagen 3">
            <a:extLst>
              <a:ext uri="{FF2B5EF4-FFF2-40B4-BE49-F238E27FC236}">
                <a16:creationId xmlns:a16="http://schemas.microsoft.com/office/drawing/2014/main" id="{02BB296E-AF89-49B7-8348-012642BE0558}"/>
              </a:ext>
            </a:extLst>
          </p:cNvPr>
          <p:cNvPicPr>
            <a:picLocks noChangeAspect="1"/>
          </p:cNvPicPr>
          <p:nvPr/>
        </p:nvPicPr>
        <p:blipFill>
          <a:blip r:embed="rId5">
            <a:grayscl/>
          </a:blip>
          <a:stretch>
            <a:fillRect/>
          </a:stretch>
        </p:blipFill>
        <p:spPr>
          <a:xfrm>
            <a:off x="5879976" y="4077072"/>
            <a:ext cx="3295650" cy="2085975"/>
          </a:xfrm>
          <a:prstGeom prst="rect">
            <a:avLst/>
          </a:prstGeom>
        </p:spPr>
      </p:pic>
      <p:sp>
        <p:nvSpPr>
          <p:cNvPr id="11" name="1 Título">
            <a:extLst>
              <a:ext uri="{FF2B5EF4-FFF2-40B4-BE49-F238E27FC236}">
                <a16:creationId xmlns:a16="http://schemas.microsoft.com/office/drawing/2014/main" id="{A6349643-85F0-45A7-ACFB-CBC4B97D675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Creación de regiones de refinamiento a partir de los ejes trazados en Civil 3D</a:t>
            </a:r>
          </a:p>
        </p:txBody>
      </p:sp>
      <p:pic>
        <p:nvPicPr>
          <p:cNvPr id="12" name="Imagen 11">
            <a:extLst>
              <a:ext uri="{FF2B5EF4-FFF2-40B4-BE49-F238E27FC236}">
                <a16:creationId xmlns:a16="http://schemas.microsoft.com/office/drawing/2014/main" id="{9B5F1CAC-6E99-40A9-B78E-00A4598A9EB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288594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4083151" y="3105834"/>
            <a:ext cx="4025697"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Importación de líneas y refinamiento de la malla en RAS </a:t>
            </a:r>
            <a:r>
              <a:rPr lang="es-CO" dirty="0" err="1">
                <a:latin typeface="Segoe UI Light" panose="020B0502040204020203" pitchFamily="34" charset="0"/>
                <a:cs typeface="Segoe UI Light" panose="020B0502040204020203" pitchFamily="34" charset="0"/>
              </a:rPr>
              <a:t>Mapper</a:t>
            </a:r>
            <a:endParaRPr lang="es-CO" dirty="0">
              <a:latin typeface="Segoe UI Light" panose="020B0502040204020203" pitchFamily="34" charset="0"/>
              <a:cs typeface="Segoe UI Light" panose="020B0502040204020203" pitchFamily="34" charset="0"/>
            </a:endParaRPr>
          </a:p>
        </p:txBody>
      </p:sp>
      <p:pic>
        <p:nvPicPr>
          <p:cNvPr id="5" name="Imagen 4">
            <a:extLst>
              <a:ext uri="{FF2B5EF4-FFF2-40B4-BE49-F238E27FC236}">
                <a16:creationId xmlns:a16="http://schemas.microsoft.com/office/drawing/2014/main" id="{AC16CF1F-8B09-4126-B601-42710EF65E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155390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0B97655-BA01-4F8F-BF0C-AA66A68AD835}"/>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395987" y="476672"/>
            <a:ext cx="6388645" cy="2252407"/>
          </a:xfrm>
          <a:prstGeom prst="rect">
            <a:avLst/>
          </a:prstGeom>
        </p:spPr>
      </p:pic>
      <p:sp>
        <p:nvSpPr>
          <p:cNvPr id="8" name="7 CuadroTexto"/>
          <p:cNvSpPr txBox="1"/>
          <p:nvPr/>
        </p:nvSpPr>
        <p:spPr>
          <a:xfrm>
            <a:off x="179158" y="476672"/>
            <a:ext cx="5092898" cy="2554545"/>
          </a:xfrm>
          <a:prstGeom prst="rect">
            <a:avLst/>
          </a:prstGeom>
          <a:noFill/>
        </p:spPr>
        <p:txBody>
          <a:bodyPr wrap="square" rtlCol="0">
            <a:spAutoFit/>
          </a:bodyPr>
          <a:lstStyle/>
          <a:p>
            <a:r>
              <a:rPr lang="en-US" sz="1600" dirty="0">
                <a:latin typeface="Segoe UI Light" panose="020B0502040204020203" pitchFamily="34" charset="0"/>
                <a:cs typeface="Segoe UI Light" panose="020B0502040204020203" pitchFamily="34" charset="0"/>
              </a:rPr>
              <a:t>a.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RAS Mapper –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Break Lines – Edit Geometry (BETA)</a:t>
            </a:r>
            <a:r>
              <a:rPr lang="en-US" sz="1600" dirty="0">
                <a:latin typeface="Segoe UI Light" panose="020B0502040204020203" pitchFamily="34" charset="0"/>
                <a:cs typeface="Segoe UI Light" panose="020B0502040204020203" pitchFamily="34" charset="0"/>
              </a:rPr>
              <a:t>.</a:t>
            </a:r>
          </a:p>
          <a:p>
            <a:endParaRPr lang="en-US" sz="1600" i="1"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b. </a:t>
            </a:r>
            <a:r>
              <a:rPr lang="en-US" sz="1600" dirty="0" err="1">
                <a:latin typeface="Segoe UI Light" panose="020B0502040204020203" pitchFamily="34" charset="0"/>
                <a:cs typeface="Segoe UI Light" panose="020B0502040204020203" pitchFamily="34" charset="0"/>
              </a:rPr>
              <a:t>Nuevamente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Break Lines – Layer Properties – Features – Import Features.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archivo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formas</a:t>
            </a:r>
            <a:r>
              <a:rPr lang="en-US" sz="1600" dirty="0">
                <a:latin typeface="Segoe UI Light" panose="020B0502040204020203" pitchFamily="34" charset="0"/>
                <a:cs typeface="Segoe UI Light" panose="020B0502040204020203" pitchFamily="34" charset="0"/>
              </a:rPr>
              <a:t> CIVIL3D_EjesCoronasSinglePart_v0.shp. </a:t>
            </a:r>
            <a:r>
              <a:rPr lang="en-US" sz="1600" dirty="0" err="1">
                <a:latin typeface="Segoe UI Light" panose="020B0502040204020203" pitchFamily="34" charset="0"/>
                <a:cs typeface="Segoe UI Light" panose="020B0502040204020203" pitchFamily="34" charset="0"/>
              </a:rPr>
              <a:t>Definir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espaciamiento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proximidad</a:t>
            </a:r>
            <a:r>
              <a:rPr lang="en-US" sz="1600" dirty="0">
                <a:latin typeface="Segoe UI Light" panose="020B0502040204020203" pitchFamily="34" charset="0"/>
                <a:cs typeface="Segoe UI Light" panose="020B0502040204020203" pitchFamily="34" charset="0"/>
              </a:rPr>
              <a:t> (Near Spacing)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20 metros para </a:t>
            </a:r>
            <a:r>
              <a:rPr lang="en-US" sz="1600" dirty="0" err="1">
                <a:latin typeface="Segoe UI Light" panose="020B0502040204020203" pitchFamily="34" charset="0"/>
                <a:cs typeface="Segoe UI Light" panose="020B0502040204020203" pitchFamily="34" charset="0"/>
              </a:rPr>
              <a:t>todos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ejes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Cierre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ventana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observará</a:t>
            </a:r>
            <a:r>
              <a:rPr lang="en-US" sz="1600" dirty="0">
                <a:latin typeface="Segoe UI Light" panose="020B0502040204020203" pitchFamily="34" charset="0"/>
                <a:cs typeface="Segoe UI Light" panose="020B0502040204020203" pitchFamily="34" charset="0"/>
              </a:rPr>
              <a:t> que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realizó</a:t>
            </a:r>
            <a:r>
              <a:rPr lang="en-US" sz="1600" dirty="0">
                <a:latin typeface="Segoe UI Light" panose="020B0502040204020203" pitchFamily="34" charset="0"/>
                <a:cs typeface="Segoe UI Light" panose="020B0502040204020203" pitchFamily="34" charset="0"/>
              </a:rPr>
              <a:t> un primer </a:t>
            </a:r>
            <a:r>
              <a:rPr lang="en-US" sz="1600" dirty="0" err="1">
                <a:latin typeface="Segoe UI Light" panose="020B0502040204020203" pitchFamily="34" charset="0"/>
                <a:cs typeface="Segoe UI Light" panose="020B0502040204020203" pitchFamily="34" charset="0"/>
              </a:rPr>
              <a:t>ajuste</a:t>
            </a:r>
            <a:r>
              <a:rPr lang="en-US" sz="1600" dirty="0">
                <a:latin typeface="Segoe UI Light" panose="020B0502040204020203" pitchFamily="34" charset="0"/>
                <a:cs typeface="Segoe UI Light" panose="020B0502040204020203" pitchFamily="34" charset="0"/>
              </a:rPr>
              <a:t> a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a:t>
            </a: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1089" y="2500995"/>
            <a:ext cx="360000" cy="360000"/>
          </a:xfrm>
          <a:prstGeom prst="rect">
            <a:avLst/>
          </a:prstGeom>
        </p:spPr>
      </p:pic>
      <p:pic>
        <p:nvPicPr>
          <p:cNvPr id="12" name="Imagen 11">
            <a:extLst>
              <a:ext uri="{FF2B5EF4-FFF2-40B4-BE49-F238E27FC236}">
                <a16:creationId xmlns:a16="http://schemas.microsoft.com/office/drawing/2014/main" id="{43131341-5181-444E-BF88-CB98CC21847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34825" y="1810259"/>
            <a:ext cx="360000" cy="360000"/>
          </a:xfrm>
          <a:prstGeom prst="rect">
            <a:avLst/>
          </a:prstGeom>
        </p:spPr>
      </p:pic>
      <p:pic>
        <p:nvPicPr>
          <p:cNvPr id="5" name="Imagen 4">
            <a:extLst>
              <a:ext uri="{FF2B5EF4-FFF2-40B4-BE49-F238E27FC236}">
                <a16:creationId xmlns:a16="http://schemas.microsoft.com/office/drawing/2014/main" id="{B2CA7399-7927-4284-81B3-590D8D6C9C96}"/>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6528048" y="2845751"/>
            <a:ext cx="4248472" cy="3829405"/>
          </a:xfrm>
          <a:prstGeom prst="rect">
            <a:avLst/>
          </a:prstGeom>
        </p:spPr>
      </p:pic>
      <p:sp>
        <p:nvSpPr>
          <p:cNvPr id="9" name="1 Título">
            <a:extLst>
              <a:ext uri="{FF2B5EF4-FFF2-40B4-BE49-F238E27FC236}">
                <a16:creationId xmlns:a16="http://schemas.microsoft.com/office/drawing/2014/main" id="{41CE1437-106F-423A-8231-A6711FCCE73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Importación de líneas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749003BA-B6F0-45A3-BEC7-57B9EDA2FB8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27621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E3F2FF8-0F5F-4688-8AEB-7431201CC1F4}"/>
              </a:ext>
            </a:extLst>
          </p:cNvPr>
          <p:cNvPicPr>
            <a:picLocks noChangeAspect="1"/>
          </p:cNvPicPr>
          <p:nvPr/>
        </p:nvPicPr>
        <p:blipFill>
          <a:blip r:embed="rId3">
            <a:grayscl/>
          </a:blip>
          <a:stretch>
            <a:fillRect/>
          </a:stretch>
        </p:blipFill>
        <p:spPr>
          <a:xfrm>
            <a:off x="8229608" y="2464299"/>
            <a:ext cx="3816422" cy="3439973"/>
          </a:xfrm>
          <a:prstGeom prst="rect">
            <a:avLst/>
          </a:prstGeom>
        </p:spPr>
      </p:pic>
      <p:pic>
        <p:nvPicPr>
          <p:cNvPr id="4" name="Imagen 3">
            <a:extLst>
              <a:ext uri="{FF2B5EF4-FFF2-40B4-BE49-F238E27FC236}">
                <a16:creationId xmlns:a16="http://schemas.microsoft.com/office/drawing/2014/main" id="{4EB397F0-9441-43E5-8867-681A1B10578C}"/>
              </a:ext>
            </a:extLst>
          </p:cNvPr>
          <p:cNvPicPr>
            <a:picLocks noChangeAspect="1"/>
          </p:cNvPicPr>
          <p:nvPr/>
        </p:nvPicPr>
        <p:blipFill>
          <a:blip r:embed="rId4">
            <a:grayscl/>
          </a:blip>
          <a:stretch>
            <a:fillRect/>
          </a:stretch>
        </p:blipFill>
        <p:spPr>
          <a:xfrm>
            <a:off x="145970" y="2465642"/>
            <a:ext cx="4104456" cy="3440902"/>
          </a:xfrm>
          <a:prstGeom prst="rect">
            <a:avLst/>
          </a:prstGeom>
        </p:spPr>
      </p:pic>
      <p:pic>
        <p:nvPicPr>
          <p:cNvPr id="3" name="Imagen 2">
            <a:extLst>
              <a:ext uri="{FF2B5EF4-FFF2-40B4-BE49-F238E27FC236}">
                <a16:creationId xmlns:a16="http://schemas.microsoft.com/office/drawing/2014/main" id="{E06AEAD5-C0DD-444C-B819-EE72C50159F8}"/>
              </a:ext>
            </a:extLst>
          </p:cNvPr>
          <p:cNvPicPr>
            <a:picLocks noChangeAspect="1"/>
          </p:cNvPicPr>
          <p:nvPr/>
        </p:nvPicPr>
        <p:blipFill>
          <a:blip r:embed="rId5">
            <a:grayscl/>
          </a:blip>
          <a:stretch>
            <a:fillRect/>
          </a:stretch>
        </p:blipFill>
        <p:spPr>
          <a:xfrm>
            <a:off x="4322474" y="2464712"/>
            <a:ext cx="3816424" cy="3439973"/>
          </a:xfrm>
          <a:prstGeom prst="rect">
            <a:avLst/>
          </a:prstGeom>
        </p:spPr>
      </p:pic>
      <p:sp>
        <p:nvSpPr>
          <p:cNvPr id="8" name="7 CuadroTexto"/>
          <p:cNvSpPr txBox="1"/>
          <p:nvPr/>
        </p:nvSpPr>
        <p:spPr>
          <a:xfrm>
            <a:off x="1901534" y="1124744"/>
            <a:ext cx="8874986" cy="584775"/>
          </a:xfrm>
          <a:prstGeom prst="rect">
            <a:avLst/>
          </a:prstGeom>
          <a:noFill/>
        </p:spPr>
        <p:txBody>
          <a:bodyPr wrap="square" rtlCol="0">
            <a:spAutoFit/>
          </a:bodyPr>
          <a:lstStyle/>
          <a:p>
            <a:r>
              <a:rPr lang="en-US" sz="1600">
                <a:latin typeface="Segoe UI Light" panose="020B0502040204020203" pitchFamily="34" charset="0"/>
                <a:cs typeface="Segoe UI Light" panose="020B0502040204020203" pitchFamily="34" charset="0"/>
              </a:rPr>
              <a:t>c. Clic derecho en </a:t>
            </a:r>
            <a:r>
              <a:rPr lang="en-US" sz="1600" i="1">
                <a:latin typeface="Segoe UI Light" panose="020B0502040204020203" pitchFamily="34" charset="0"/>
                <a:cs typeface="Segoe UI Light" panose="020B0502040204020203" pitchFamily="34" charset="0"/>
              </a:rPr>
              <a:t>Break Lines – Layer Properties – Visualization and Information. </a:t>
            </a:r>
            <a:r>
              <a:rPr lang="en-US" sz="1600">
                <a:latin typeface="Segoe UI Light" panose="020B0502040204020203" pitchFamily="34" charset="0"/>
                <a:cs typeface="Segoe UI Light" panose="020B0502040204020203" pitchFamily="34" charset="0"/>
              </a:rPr>
              <a:t>Active y desactive las opciones adicionales de visualización y observe los cambios en pantalla.</a:t>
            </a:r>
          </a:p>
        </p:txBody>
      </p:sp>
      <p:pic>
        <p:nvPicPr>
          <p:cNvPr id="12" name="Imagen 11">
            <a:extLst>
              <a:ext uri="{FF2B5EF4-FFF2-40B4-BE49-F238E27FC236}">
                <a16:creationId xmlns:a16="http://schemas.microsoft.com/office/drawing/2014/main" id="{43131341-5181-444E-BF88-CB98CC2184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95208" y="3581894"/>
            <a:ext cx="360000" cy="360000"/>
          </a:xfrm>
          <a:prstGeom prst="rect">
            <a:avLst/>
          </a:prstGeom>
        </p:spPr>
      </p:pic>
      <p:pic>
        <p:nvPicPr>
          <p:cNvPr id="9" name="Imagen 8">
            <a:extLst>
              <a:ext uri="{FF2B5EF4-FFF2-40B4-BE49-F238E27FC236}">
                <a16:creationId xmlns:a16="http://schemas.microsoft.com/office/drawing/2014/main" id="{D0FA3706-1F0B-465F-A77E-687E05368BD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33764CD3-D16B-4ED4-B60C-28400D2D5DA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Importación de líneas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493988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6334A42-B728-4ED3-A0FC-B49F9817C2AA}"/>
              </a:ext>
            </a:extLst>
          </p:cNvPr>
          <p:cNvPicPr>
            <a:picLocks noChangeAspect="1"/>
          </p:cNvPicPr>
          <p:nvPr/>
        </p:nvPicPr>
        <p:blipFill>
          <a:blip r:embed="rId3">
            <a:grayscl/>
          </a:blip>
          <a:stretch>
            <a:fillRect/>
          </a:stretch>
        </p:blipFill>
        <p:spPr>
          <a:xfrm>
            <a:off x="82840" y="1688926"/>
            <a:ext cx="5667375" cy="5124450"/>
          </a:xfrm>
          <a:prstGeom prst="rect">
            <a:avLst/>
          </a:prstGeom>
        </p:spPr>
      </p:pic>
      <p:sp>
        <p:nvSpPr>
          <p:cNvPr id="8" name="7 CuadroTexto"/>
          <p:cNvSpPr txBox="1"/>
          <p:nvPr/>
        </p:nvSpPr>
        <p:spPr>
          <a:xfrm>
            <a:off x="996933" y="428889"/>
            <a:ext cx="10198133" cy="1323439"/>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d. Para </a:t>
            </a:r>
            <a:r>
              <a:rPr lang="en-US" sz="1600" dirty="0" err="1">
                <a:latin typeface="Segoe UI Light" panose="020B0502040204020203" pitchFamily="34" charset="0"/>
                <a:cs typeface="Segoe UI Light" panose="020B0502040204020203" pitchFamily="34" charset="0"/>
              </a:rPr>
              <a:t>forzar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modificación</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criterio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proximidad</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establecido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20 metros.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Break Lines – Enforce All </a:t>
            </a:r>
            <a:r>
              <a:rPr lang="en-US" sz="1600" i="1" dirty="0" err="1">
                <a:latin typeface="Segoe UI Light" panose="020B0502040204020203" pitchFamily="34" charset="0"/>
                <a:cs typeface="Segoe UI Light" panose="020B0502040204020203" pitchFamily="34" charset="0"/>
              </a:rPr>
              <a:t>Breaklines</a:t>
            </a:r>
            <a:r>
              <a:rPr lang="en-US" sz="1600" i="1" dirty="0">
                <a:latin typeface="Segoe UI Light" panose="020B0502040204020203" pitchFamily="34" charset="0"/>
                <a:cs typeface="Segoe UI Light" panose="020B0502040204020203" pitchFamily="34" charset="0"/>
              </a:rPr>
              <a: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Observará</a:t>
            </a:r>
            <a:r>
              <a:rPr lang="en-US" sz="1600" dirty="0">
                <a:latin typeface="Segoe UI Light" panose="020B0502040204020203" pitchFamily="34" charset="0"/>
                <a:cs typeface="Segoe UI Light" panose="020B0502040204020203" pitchFamily="34" charset="0"/>
              </a:rPr>
              <a:t> que No </a:t>
            </a:r>
            <a:r>
              <a:rPr lang="en-US" sz="1600" dirty="0" err="1">
                <a:latin typeface="Segoe UI Light" panose="020B0502040204020203" pitchFamily="34" charset="0"/>
                <a:cs typeface="Segoe UI Light" panose="020B0502040204020203" pitchFamily="34" charset="0"/>
              </a:rPr>
              <a:t>todas</a:t>
            </a:r>
            <a:r>
              <a:rPr lang="en-US" sz="1600" dirty="0">
                <a:latin typeface="Segoe UI Light" panose="020B0502040204020203" pitchFamily="34" charset="0"/>
                <a:cs typeface="Segoe UI Light" panose="020B0502040204020203" pitchFamily="34" charset="0"/>
              </a:rPr>
              <a:t> las zonas de las </a:t>
            </a:r>
            <a:r>
              <a:rPr lang="en-US" sz="1600" dirty="0" err="1">
                <a:latin typeface="Segoe UI Light" panose="020B0502040204020203" pitchFamily="34" charset="0"/>
                <a:cs typeface="Segoe UI Light" panose="020B0502040204020203" pitchFamily="34" charset="0"/>
              </a:rPr>
              <a:t>curvas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internas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sinuoso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podido</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refinadas</a:t>
            </a:r>
            <a:r>
              <a:rPr lang="en-US" sz="1600" dirty="0">
                <a:latin typeface="Segoe UI Light" panose="020B0502040204020203" pitchFamily="34" charset="0"/>
                <a:cs typeface="Segoe UI Light" panose="020B0502040204020203" pitchFamily="34" charset="0"/>
              </a:rPr>
              <a:t>. Para el </a:t>
            </a:r>
            <a:r>
              <a:rPr lang="en-US" sz="1600" dirty="0" err="1">
                <a:latin typeface="Segoe UI Light" panose="020B0502040204020203" pitchFamily="34" charset="0"/>
                <a:cs typeface="Segoe UI Light" panose="020B0502040204020203" pitchFamily="34" charset="0"/>
              </a:rPr>
              <a:t>óptimo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clotoides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optar</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reducir</a:t>
            </a:r>
            <a:r>
              <a:rPr lang="en-US" sz="1600" dirty="0">
                <a:latin typeface="Segoe UI Light" panose="020B0502040204020203" pitchFamily="34" charset="0"/>
                <a:cs typeface="Segoe UI Light" panose="020B0502040204020203" pitchFamily="34" charset="0"/>
              </a:rPr>
              <a:t> el radio de </a:t>
            </a:r>
            <a:r>
              <a:rPr lang="en-US" sz="1600" dirty="0" err="1">
                <a:latin typeface="Segoe UI Light" panose="020B0502040204020203" pitchFamily="34" charset="0"/>
                <a:cs typeface="Segoe UI Light" panose="020B0502040204020203" pitchFamily="34" charset="0"/>
              </a:rPr>
              <a:t>proximidad</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10 metros, sin embargo el </a:t>
            </a:r>
            <a:r>
              <a:rPr lang="en-US" sz="1600" dirty="0" err="1">
                <a:latin typeface="Segoe UI Light" panose="020B0502040204020203" pitchFamily="34" charset="0"/>
                <a:cs typeface="Segoe UI Light" panose="020B0502040204020203" pitchFamily="34" charset="0"/>
              </a:rPr>
              <a:t>número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mucho</a:t>
            </a:r>
            <a:r>
              <a:rPr lang="en-US" sz="1600" dirty="0">
                <a:latin typeface="Segoe UI Light" panose="020B0502040204020203" pitchFamily="34" charset="0"/>
                <a:cs typeface="Segoe UI Light" panose="020B0502040204020203" pitchFamily="34" charset="0"/>
              </a:rPr>
              <a:t> mayor.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version 6.3.1 de HEC-RAS,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ajuste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permite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obtener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correctamente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 que se </a:t>
            </a:r>
            <a:r>
              <a:rPr lang="en-US" sz="1600" dirty="0" err="1">
                <a:latin typeface="Segoe UI Light" panose="020B0502040204020203" pitchFamily="34" charset="0"/>
                <a:cs typeface="Segoe UI Light" panose="020B0502040204020203" pitchFamily="34" charset="0"/>
              </a:rPr>
              <a:t>adaptan</a:t>
            </a:r>
            <a:r>
              <a:rPr lang="en-US" sz="1600" dirty="0">
                <a:latin typeface="Segoe UI Light" panose="020B0502040204020203" pitchFamily="34" charset="0"/>
                <a:cs typeface="Segoe UI Light" panose="020B0502040204020203" pitchFamily="34" charset="0"/>
              </a:rPr>
              <a:t> al contorno </a:t>
            </a:r>
            <a:r>
              <a:rPr lang="en-US" sz="1600" dirty="0" err="1">
                <a:latin typeface="Segoe UI Light" panose="020B0502040204020203" pitchFamily="34" charset="0"/>
                <a:cs typeface="Segoe UI Light" panose="020B0502040204020203" pitchFamily="34" charset="0"/>
              </a:rPr>
              <a:t>sinuoso</a:t>
            </a:r>
            <a:r>
              <a:rPr lang="en-US" sz="1600" dirty="0">
                <a:latin typeface="Segoe UI Light" panose="020B0502040204020203" pitchFamily="34" charset="0"/>
                <a:cs typeface="Segoe UI Light" panose="020B0502040204020203" pitchFamily="34" charset="0"/>
              </a:rPr>
              <a:t>)</a:t>
            </a:r>
          </a:p>
        </p:txBody>
      </p:sp>
      <p:pic>
        <p:nvPicPr>
          <p:cNvPr id="12" name="Imagen 11">
            <a:extLst>
              <a:ext uri="{FF2B5EF4-FFF2-40B4-BE49-F238E27FC236}">
                <a16:creationId xmlns:a16="http://schemas.microsoft.com/office/drawing/2014/main" id="{43131341-5181-444E-BF88-CB98CC21847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35168" y="5133321"/>
            <a:ext cx="360000" cy="360000"/>
          </a:xfrm>
          <a:prstGeom prst="rect">
            <a:avLst/>
          </a:prstGeom>
        </p:spPr>
      </p:pic>
      <p:pic>
        <p:nvPicPr>
          <p:cNvPr id="6" name="Imagen 5">
            <a:extLst>
              <a:ext uri="{FF2B5EF4-FFF2-40B4-BE49-F238E27FC236}">
                <a16:creationId xmlns:a16="http://schemas.microsoft.com/office/drawing/2014/main" id="{7970FC9E-74DC-47EB-A229-1AA7A2E6920E}"/>
              </a:ext>
            </a:extLst>
          </p:cNvPr>
          <p:cNvPicPr>
            <a:picLocks noChangeAspect="1"/>
          </p:cNvPicPr>
          <p:nvPr/>
        </p:nvPicPr>
        <p:blipFill>
          <a:blip r:embed="rId5">
            <a:grayscl/>
          </a:blip>
          <a:stretch>
            <a:fillRect/>
          </a:stretch>
        </p:blipFill>
        <p:spPr>
          <a:xfrm>
            <a:off x="5830663" y="1748944"/>
            <a:ext cx="6221270" cy="5026331"/>
          </a:xfrm>
          <a:prstGeom prst="rect">
            <a:avLst/>
          </a:prstGeom>
        </p:spPr>
      </p:pic>
      <p:pic>
        <p:nvPicPr>
          <p:cNvPr id="11" name="Imagen 10">
            <a:extLst>
              <a:ext uri="{FF2B5EF4-FFF2-40B4-BE49-F238E27FC236}">
                <a16:creationId xmlns:a16="http://schemas.microsoft.com/office/drawing/2014/main" id="{9CE5BB6E-6E00-4F07-B8C2-9F6088BCF29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821C8C2A-B753-49E9-8718-18C56426DF2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Importación de líneas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669056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9852" y="746267"/>
            <a:ext cx="11512295" cy="1323439"/>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refinada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utilizando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longitud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aproximación</a:t>
            </a:r>
            <a:r>
              <a:rPr lang="en-US" sz="1600" dirty="0">
                <a:latin typeface="Segoe UI Light" panose="020B0502040204020203" pitchFamily="34" charset="0"/>
                <a:cs typeface="Segoe UI Light" panose="020B0502040204020203" pitchFamily="34" charset="0"/>
              </a:rPr>
              <a:t> de 10 metros.</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Después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común</a:t>
            </a:r>
            <a:r>
              <a:rPr lang="en-US" sz="1600" dirty="0">
                <a:latin typeface="Segoe UI Light" panose="020B0502040204020203" pitchFamily="34" charset="0"/>
                <a:cs typeface="Segoe UI Light" panose="020B0502040204020203" pitchFamily="34" charset="0"/>
              </a:rPr>
              <a:t> que </a:t>
            </a:r>
            <a:r>
              <a:rPr lang="en-US" sz="1600" dirty="0" err="1">
                <a:latin typeface="Segoe UI Light" panose="020B0502040204020203" pitchFamily="34" charset="0"/>
                <a:cs typeface="Segoe UI Light" panose="020B0502040204020203" pitchFamily="34" charset="0"/>
              </a:rPr>
              <a:t>algunas</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identificadas</a:t>
            </a:r>
            <a:r>
              <a:rPr lang="en-US" sz="1600" dirty="0">
                <a:latin typeface="Segoe UI Light" panose="020B0502040204020203" pitchFamily="34" charset="0"/>
                <a:cs typeface="Segoe UI Light" panose="020B0502040204020203" pitchFamily="34" charset="0"/>
              </a:rPr>
              <a:t> con error (Punto </a:t>
            </a:r>
            <a:r>
              <a:rPr lang="en-US" sz="1600" dirty="0" err="1">
                <a:latin typeface="Segoe UI Light" panose="020B0502040204020203" pitchFamily="34" charset="0"/>
                <a:cs typeface="Segoe UI Light" panose="020B0502040204020203" pitchFamily="34" charset="0"/>
              </a:rPr>
              <a:t>resaltado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punto central de la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Esto</a:t>
            </a:r>
            <a:r>
              <a:rPr lang="en-US" sz="1600" dirty="0">
                <a:latin typeface="Segoe UI Light" panose="020B0502040204020203" pitchFamily="34" charset="0"/>
                <a:cs typeface="Segoe UI Light" panose="020B0502040204020203" pitchFamily="34" charset="0"/>
              </a:rPr>
              <a:t> se debe a que </a:t>
            </a:r>
            <a:r>
              <a:rPr lang="en-US" sz="1600" dirty="0" err="1">
                <a:latin typeface="Segoe UI Light" panose="020B0502040204020203" pitchFamily="34" charset="0"/>
                <a:cs typeface="Segoe UI Light" panose="020B0502040204020203" pitchFamily="34" charset="0"/>
              </a:rPr>
              <a:t>estas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resueltas</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más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ocho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necesario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subdividirlas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obtener</a:t>
            </a:r>
            <a:r>
              <a:rPr lang="en-US" sz="1600" dirty="0">
                <a:latin typeface="Segoe UI Light" panose="020B0502040204020203" pitchFamily="34" charset="0"/>
                <a:cs typeface="Segoe UI Light" panose="020B0502040204020203" pitchFamily="34" charset="0"/>
              </a:rPr>
              <a:t> dos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menor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número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 Este </a:t>
            </a:r>
            <a:r>
              <a:rPr lang="en-US" sz="1600" dirty="0" err="1">
                <a:latin typeface="Segoe UI Light" panose="020B0502040204020203" pitchFamily="34" charset="0"/>
                <a:cs typeface="Segoe UI Light" panose="020B0502040204020203" pitchFamily="34" charset="0"/>
              </a:rPr>
              <a:t>procedimiento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explicado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más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adelante</a:t>
            </a:r>
            <a:r>
              <a:rPr lang="en-US" sz="1600" dirty="0">
                <a:latin typeface="Segoe UI Light" panose="020B0502040204020203" pitchFamily="34" charset="0"/>
                <a:cs typeface="Segoe UI Light" panose="020B0502040204020203" pitchFamily="34" charset="0"/>
              </a:rPr>
              <a:t>.</a:t>
            </a:r>
          </a:p>
        </p:txBody>
      </p:sp>
      <p:pic>
        <p:nvPicPr>
          <p:cNvPr id="3" name="Imagen 2">
            <a:extLst>
              <a:ext uri="{FF2B5EF4-FFF2-40B4-BE49-F238E27FC236}">
                <a16:creationId xmlns:a16="http://schemas.microsoft.com/office/drawing/2014/main" id="{78F936B9-65F4-435C-84B6-1B4E38A64A6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39852" y="2242489"/>
            <a:ext cx="11512295" cy="4210847"/>
          </a:xfrm>
          <a:prstGeom prst="rect">
            <a:avLst/>
          </a:prstGeom>
        </p:spPr>
      </p:pic>
      <p:pic>
        <p:nvPicPr>
          <p:cNvPr id="6" name="Imagen 5">
            <a:extLst>
              <a:ext uri="{FF2B5EF4-FFF2-40B4-BE49-F238E27FC236}">
                <a16:creationId xmlns:a16="http://schemas.microsoft.com/office/drawing/2014/main" id="{1FAF3DF4-09B8-445C-9571-1CED26FBF5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B7BC0C01-536E-4BDB-A909-F69127E11C0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Importación de líneas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683960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586498" y="972006"/>
            <a:ext cx="9190021" cy="830997"/>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Un error </a:t>
            </a:r>
            <a:r>
              <a:rPr lang="en-US" sz="1600" dirty="0" err="1">
                <a:latin typeface="Segoe UI Light" panose="020B0502040204020203" pitchFamily="34" charset="0"/>
                <a:cs typeface="Segoe UI Light" panose="020B0502040204020203" pitchFamily="34" charset="0"/>
              </a:rPr>
              <a:t>común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RAS Mapper, </a:t>
            </a:r>
            <a:r>
              <a:rPr lang="en-US" sz="1600" dirty="0" err="1">
                <a:latin typeface="Segoe UI Light" panose="020B0502040204020203" pitchFamily="34" charset="0"/>
                <a:cs typeface="Segoe UI Light" panose="020B0502040204020203" pitchFamily="34" charset="0"/>
              </a:rPr>
              <a:t>relacionado</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ejes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curvos</a:t>
            </a:r>
            <a:r>
              <a:rPr lang="en-US" sz="1600" dirty="0">
                <a:latin typeface="Segoe UI Light" panose="020B0502040204020203" pitchFamily="34" charset="0"/>
                <a:cs typeface="Segoe UI Light" panose="020B0502040204020203" pitchFamily="34" charset="0"/>
              </a:rPr>
              <a:t>, es la </a:t>
            </a:r>
            <a:r>
              <a:rPr lang="en-US" sz="1600" dirty="0" err="1">
                <a:latin typeface="Segoe UI Light" panose="020B0502040204020203" pitchFamily="34" charset="0"/>
                <a:cs typeface="Segoe UI Light" panose="020B0502040204020203" pitchFamily="34" charset="0"/>
              </a:rPr>
              <a:t>inclusión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ejes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cambio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dirección</a:t>
            </a:r>
            <a:r>
              <a:rPr lang="en-US" sz="1600" dirty="0">
                <a:latin typeface="Segoe UI Light" panose="020B0502040204020203" pitchFamily="34" charset="0"/>
                <a:cs typeface="Segoe UI Light" panose="020B0502040204020203" pitchFamily="34" charset="0"/>
              </a:rPr>
              <a:t> No </a:t>
            </a:r>
            <a:r>
              <a:rPr lang="en-US" sz="1600" dirty="0" err="1">
                <a:latin typeface="Segoe UI Light" panose="020B0502040204020203" pitchFamily="34" charset="0"/>
                <a:cs typeface="Segoe UI Light" panose="020B0502040204020203" pitchFamily="34" charset="0"/>
              </a:rPr>
              <a:t>existentes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refinadas</a:t>
            </a:r>
            <a:r>
              <a:rPr lang="en-US" sz="1600" dirty="0">
                <a:latin typeface="Segoe UI Light" panose="020B0502040204020203" pitchFamily="34" charset="0"/>
                <a:cs typeface="Segoe UI Light" panose="020B0502040204020203" pitchFamily="34" charset="0"/>
              </a:rPr>
              <a:t> no </a:t>
            </a:r>
            <a:r>
              <a:rPr lang="en-US" sz="1600" dirty="0" err="1">
                <a:latin typeface="Segoe UI Light" panose="020B0502040204020203" pitchFamily="34" charset="0"/>
                <a:cs typeface="Segoe UI Light" panose="020B0502040204020203" pitchFamily="34" charset="0"/>
              </a:rPr>
              <a:t>requeridas</a:t>
            </a:r>
            <a:r>
              <a:rPr lang="en-US" sz="1600" dirty="0">
                <a:latin typeface="Segoe UI Light" panose="020B0502040204020203" pitchFamily="34" charset="0"/>
                <a:cs typeface="Segoe UI Light" panose="020B0502040204020203" pitchFamily="34" charset="0"/>
              </a:rPr>
              <a:t>. Este </a:t>
            </a:r>
            <a:r>
              <a:rPr lang="en-US" sz="1600" dirty="0" err="1">
                <a:latin typeface="Segoe UI Light" panose="020B0502040204020203" pitchFamily="34" charset="0"/>
                <a:cs typeface="Segoe UI Light" panose="020B0502040204020203" pitchFamily="34" charset="0"/>
              </a:rPr>
              <a:t>tipo</a:t>
            </a:r>
            <a:r>
              <a:rPr lang="en-US" sz="1600" dirty="0">
                <a:latin typeface="Segoe UI Light" panose="020B0502040204020203" pitchFamily="34" charset="0"/>
                <a:cs typeface="Segoe UI Light" panose="020B0502040204020203" pitchFamily="34" charset="0"/>
              </a:rPr>
              <a:t> de error es visible </a:t>
            </a:r>
            <a:r>
              <a:rPr lang="en-US" sz="1600" dirty="0" err="1">
                <a:latin typeface="Segoe UI Light" panose="020B0502040204020203" pitchFamily="34" charset="0"/>
                <a:cs typeface="Segoe UI Light" panose="020B0502040204020203" pitchFamily="34" charset="0"/>
              </a:rPr>
              <a:t>una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vez</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haya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detenido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modo de </a:t>
            </a:r>
            <a:r>
              <a:rPr lang="en-US" sz="1600" dirty="0" err="1">
                <a:latin typeface="Segoe UI Light" panose="020B0502040204020203" pitchFamily="34" charset="0"/>
                <a:cs typeface="Segoe UI Light" panose="020B0502040204020203" pitchFamily="34" charset="0"/>
              </a:rPr>
              <a:t>edición</a:t>
            </a:r>
            <a:r>
              <a:rPr lang="en-US" sz="1600" dirty="0">
                <a:latin typeface="Segoe UI Light" panose="020B0502040204020203" pitchFamily="34" charset="0"/>
                <a:cs typeface="Segoe UI Light" panose="020B0502040204020203" pitchFamily="34" charset="0"/>
              </a:rPr>
              <a:t> y se </a:t>
            </a:r>
            <a:r>
              <a:rPr lang="en-US" sz="1600" dirty="0" err="1">
                <a:latin typeface="Segoe UI Light" panose="020B0502040204020203" pitchFamily="34" charset="0"/>
                <a:cs typeface="Segoe UI Light" panose="020B0502040204020203" pitchFamily="34" charset="0"/>
              </a:rPr>
              <a:t>haya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guardado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proyecto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ocurre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version 5.0.7)</a:t>
            </a:r>
          </a:p>
        </p:txBody>
      </p:sp>
      <p:grpSp>
        <p:nvGrpSpPr>
          <p:cNvPr id="2" name="Grupo 1">
            <a:extLst>
              <a:ext uri="{FF2B5EF4-FFF2-40B4-BE49-F238E27FC236}">
                <a16:creationId xmlns:a16="http://schemas.microsoft.com/office/drawing/2014/main" id="{C581236E-46F3-430D-9ACE-45441CE691BB}"/>
              </a:ext>
            </a:extLst>
          </p:cNvPr>
          <p:cNvGrpSpPr/>
          <p:nvPr/>
        </p:nvGrpSpPr>
        <p:grpSpPr>
          <a:xfrm>
            <a:off x="203684" y="2182811"/>
            <a:ext cx="11784632" cy="4294830"/>
            <a:chOff x="0" y="2400272"/>
            <a:chExt cx="12192000" cy="4459462"/>
          </a:xfrm>
        </p:grpSpPr>
        <p:pic>
          <p:nvPicPr>
            <p:cNvPr id="5" name="Imagen 4">
              <a:extLst>
                <a:ext uri="{FF2B5EF4-FFF2-40B4-BE49-F238E27FC236}">
                  <a16:creationId xmlns:a16="http://schemas.microsoft.com/office/drawing/2014/main" id="{F441D42F-0EE7-4105-9A18-CAFB13E8074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0" y="2400272"/>
              <a:ext cx="12192000" cy="4459462"/>
            </a:xfrm>
            <a:prstGeom prst="rect">
              <a:avLst/>
            </a:prstGeom>
          </p:spPr>
        </p:pic>
        <p:cxnSp>
          <p:nvCxnSpPr>
            <p:cNvPr id="7" name="Conector recto 6">
              <a:extLst>
                <a:ext uri="{FF2B5EF4-FFF2-40B4-BE49-F238E27FC236}">
                  <a16:creationId xmlns:a16="http://schemas.microsoft.com/office/drawing/2014/main" id="{4E910AB9-350C-4237-9FA0-87E7B7FEF7B7}"/>
                </a:ext>
              </a:extLst>
            </p:cNvPr>
            <p:cNvCxnSpPr/>
            <p:nvPr/>
          </p:nvCxnSpPr>
          <p:spPr>
            <a:xfrm>
              <a:off x="2711624" y="3356992"/>
              <a:ext cx="9361040" cy="360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900DDDD1-77F4-429C-9981-D72F59694A26}"/>
                </a:ext>
              </a:extLst>
            </p:cNvPr>
            <p:cNvCxnSpPr>
              <a:cxnSpLocks/>
            </p:cNvCxnSpPr>
            <p:nvPr/>
          </p:nvCxnSpPr>
          <p:spPr>
            <a:xfrm>
              <a:off x="2423592" y="4816840"/>
              <a:ext cx="9649072" cy="41236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F9B701D6-F991-43E8-815E-AEAA14B572FB}"/>
                </a:ext>
              </a:extLst>
            </p:cNvPr>
            <p:cNvCxnSpPr>
              <a:cxnSpLocks/>
            </p:cNvCxnSpPr>
            <p:nvPr/>
          </p:nvCxnSpPr>
          <p:spPr>
            <a:xfrm>
              <a:off x="3143672" y="4834596"/>
              <a:ext cx="1152128" cy="48436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7EB5739F-FE8D-4E2E-B6EE-A2334881EC9C}"/>
                </a:ext>
              </a:extLst>
            </p:cNvPr>
            <p:cNvCxnSpPr>
              <a:cxnSpLocks/>
            </p:cNvCxnSpPr>
            <p:nvPr/>
          </p:nvCxnSpPr>
          <p:spPr>
            <a:xfrm>
              <a:off x="5231904" y="5589240"/>
              <a:ext cx="1179131" cy="2330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531E35CF-12EF-42DE-A9AA-EAC0FAE007E9}"/>
                </a:ext>
              </a:extLst>
            </p:cNvPr>
            <p:cNvCxnSpPr>
              <a:cxnSpLocks/>
            </p:cNvCxnSpPr>
            <p:nvPr/>
          </p:nvCxnSpPr>
          <p:spPr>
            <a:xfrm>
              <a:off x="7392144" y="5927923"/>
              <a:ext cx="131980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C35E73EB-07AC-4785-BA78-DC0A5DED5D3B}"/>
                </a:ext>
              </a:extLst>
            </p:cNvPr>
            <p:cNvCxnSpPr>
              <a:cxnSpLocks/>
            </p:cNvCxnSpPr>
            <p:nvPr/>
          </p:nvCxnSpPr>
          <p:spPr>
            <a:xfrm flipV="1">
              <a:off x="9606636" y="5633631"/>
              <a:ext cx="1296144" cy="23308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6" name="Imagen 15">
            <a:extLst>
              <a:ext uri="{FF2B5EF4-FFF2-40B4-BE49-F238E27FC236}">
                <a16:creationId xmlns:a16="http://schemas.microsoft.com/office/drawing/2014/main" id="{F476FFD2-492D-4966-AE4C-80CCAB5383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61931E32-8415-4AFA-BBF0-E8ADC420ECF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Importación de líneas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317282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97634" y="3105834"/>
            <a:ext cx="419673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4. Importación de regiones y refinamiento de la malla en RAS </a:t>
            </a:r>
            <a:r>
              <a:rPr lang="es-CO" dirty="0" err="1">
                <a:latin typeface="Segoe UI Light" panose="020B0502040204020203" pitchFamily="34" charset="0"/>
                <a:cs typeface="Segoe UI Light" panose="020B0502040204020203" pitchFamily="34" charset="0"/>
              </a:rPr>
              <a:t>Mapper</a:t>
            </a:r>
            <a:endParaRPr lang="es-CO"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BFEA428F-2CCC-489E-9E41-34DC2EED2B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052311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1A2F9F9-7650-4CF6-B8F7-5B34EC45C66D}"/>
              </a:ext>
            </a:extLst>
          </p:cNvPr>
          <p:cNvPicPr>
            <a:picLocks noChangeAspect="1"/>
          </p:cNvPicPr>
          <p:nvPr/>
        </p:nvPicPr>
        <p:blipFill>
          <a:blip r:embed="rId3">
            <a:grayscl/>
          </a:blip>
          <a:stretch>
            <a:fillRect/>
          </a:stretch>
        </p:blipFill>
        <p:spPr>
          <a:xfrm>
            <a:off x="6240016" y="620688"/>
            <a:ext cx="5591175" cy="2324100"/>
          </a:xfrm>
          <a:prstGeom prst="rect">
            <a:avLst/>
          </a:prstGeom>
        </p:spPr>
      </p:pic>
      <p:sp>
        <p:nvSpPr>
          <p:cNvPr id="8" name="7 CuadroTexto"/>
          <p:cNvSpPr txBox="1"/>
          <p:nvPr/>
        </p:nvSpPr>
        <p:spPr>
          <a:xfrm>
            <a:off x="360809" y="620688"/>
            <a:ext cx="5663183" cy="304698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Refinamiento a partir de regiones, es el método recomendado para zonas con límites curvos consecutivos, tal como sucede en la implantación de clotoides para el trazado de cauces sinuosos.</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a. En RAS Mapper, elimine las lineas de corte utilizadas en el numeral anterior. Para ello, active el modo de edición, clic derecho en </a:t>
            </a:r>
            <a:r>
              <a:rPr lang="en-US" sz="1600" i="1">
                <a:latin typeface="Segoe UI Light" panose="020B0502040204020203" pitchFamily="34" charset="0"/>
                <a:cs typeface="Segoe UI Light" panose="020B0502040204020203" pitchFamily="34" charset="0"/>
              </a:rPr>
              <a:t>Break Lines -  Edit Breakline Properties</a:t>
            </a:r>
            <a:r>
              <a:rPr lang="en-US" sz="1600">
                <a:latin typeface="Segoe UI Light" panose="020B0502040204020203" pitchFamily="34" charset="0"/>
                <a:cs typeface="Segoe UI Light" panose="020B0502040204020203" pitchFamily="34" charset="0"/>
              </a:rPr>
              <a:t> – Seleccione todos los ejes y de clic en el ícono </a:t>
            </a:r>
            <a:r>
              <a:rPr lang="en-US" sz="1600" i="1">
                <a:latin typeface="Segoe UI Light" panose="020B0502040204020203" pitchFamily="34" charset="0"/>
                <a:cs typeface="Segoe UI Light" panose="020B0502040204020203" pitchFamily="34" charset="0"/>
              </a:rPr>
              <a:t>eliminar</a:t>
            </a:r>
            <a:r>
              <a:rPr lang="en-US" sz="1600">
                <a:latin typeface="Segoe UI Light" panose="020B0502040204020203" pitchFamily="34" charset="0"/>
                <a:cs typeface="Segoe UI Light" panose="020B0502040204020203" pitchFamily="34" charset="0"/>
              </a:rPr>
              <a:t>. Luego regenere nuevamente la malla original para eliminar las celdas refinadas, clic derecho en </a:t>
            </a:r>
            <a:r>
              <a:rPr lang="en-US" sz="1600" i="1">
                <a:latin typeface="Segoe UI Light" panose="020B0502040204020203" pitchFamily="34" charset="0"/>
                <a:cs typeface="Segoe UI Light" panose="020B0502040204020203" pitchFamily="34" charset="0"/>
              </a:rPr>
              <a:t>Perimeters – Edit 2D Area Properties – Generate Computation Points</a:t>
            </a:r>
            <a:r>
              <a:rPr lang="en-US" sz="1600">
                <a:latin typeface="Segoe UI Light" panose="020B0502040204020203" pitchFamily="34" charset="0"/>
                <a:cs typeface="Segoe UI Light" panose="020B0502040204020203" pitchFamily="34" charset="0"/>
              </a:rPr>
              <a:t>. (Repita este procedimiento cada vez que requiera generar la malla original)</a:t>
            </a: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82729" y="1095937"/>
            <a:ext cx="360000" cy="360000"/>
          </a:xfrm>
          <a:prstGeom prst="rect">
            <a:avLst/>
          </a:prstGeom>
        </p:spPr>
      </p:pic>
      <p:pic>
        <p:nvPicPr>
          <p:cNvPr id="3" name="Imagen 2">
            <a:extLst>
              <a:ext uri="{FF2B5EF4-FFF2-40B4-BE49-F238E27FC236}">
                <a16:creationId xmlns:a16="http://schemas.microsoft.com/office/drawing/2014/main" id="{D63DF73B-3F53-45EB-8B28-BA970824CE85}"/>
              </a:ext>
            </a:extLst>
          </p:cNvPr>
          <p:cNvPicPr>
            <a:picLocks noChangeAspect="1"/>
          </p:cNvPicPr>
          <p:nvPr/>
        </p:nvPicPr>
        <p:blipFill>
          <a:blip r:embed="rId5">
            <a:grayscl/>
          </a:blip>
          <a:stretch>
            <a:fillRect/>
          </a:stretch>
        </p:blipFill>
        <p:spPr>
          <a:xfrm>
            <a:off x="6591389" y="3135786"/>
            <a:ext cx="5049227" cy="3321234"/>
          </a:xfrm>
          <a:prstGeom prst="rect">
            <a:avLst/>
          </a:prstGeom>
        </p:spPr>
      </p:pic>
      <p:sp>
        <p:nvSpPr>
          <p:cNvPr id="9" name="1 Título">
            <a:extLst>
              <a:ext uri="{FF2B5EF4-FFF2-40B4-BE49-F238E27FC236}">
                <a16:creationId xmlns:a16="http://schemas.microsoft.com/office/drawing/2014/main" id="{530112D8-7BFE-49F3-9C84-23C7BF58871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Importación de regiones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4EDE334D-4D6C-43DD-89A5-C75E056FD2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008114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DEA71EC-A8E1-4F14-AF70-2224718CFAEC}"/>
              </a:ext>
            </a:extLst>
          </p:cNvPr>
          <p:cNvPicPr>
            <a:picLocks noChangeAspect="1"/>
          </p:cNvPicPr>
          <p:nvPr/>
        </p:nvPicPr>
        <p:blipFill>
          <a:blip r:embed="rId3">
            <a:grayscl/>
          </a:blip>
          <a:stretch>
            <a:fillRect/>
          </a:stretch>
        </p:blipFill>
        <p:spPr>
          <a:xfrm>
            <a:off x="263352" y="3307547"/>
            <a:ext cx="7139493" cy="1723548"/>
          </a:xfrm>
          <a:prstGeom prst="rect">
            <a:avLst/>
          </a:prstGeom>
        </p:spPr>
      </p:pic>
      <p:sp>
        <p:nvSpPr>
          <p:cNvPr id="8" name="7 CuadroTexto"/>
          <p:cNvSpPr txBox="1"/>
          <p:nvPr/>
        </p:nvSpPr>
        <p:spPr>
          <a:xfrm>
            <a:off x="1658507" y="548680"/>
            <a:ext cx="8874986" cy="1569660"/>
          </a:xfrm>
          <a:prstGeom prst="rect">
            <a:avLst/>
          </a:prstGeom>
          <a:noFill/>
        </p:spPr>
        <p:txBody>
          <a:bodyPr wrap="square" rtlCol="0">
            <a:spAutoFit/>
          </a:bodyPr>
          <a:lstStyle/>
          <a:p>
            <a:r>
              <a:rPr lang="en-US" sz="1600">
                <a:latin typeface="Segoe UI Light" panose="020B0502040204020203" pitchFamily="34" charset="0"/>
                <a:cs typeface="Segoe UI Light" panose="020B0502040204020203" pitchFamily="34" charset="0"/>
              </a:rPr>
              <a:t>b. Para importar las regiones, clic derecho en </a:t>
            </a:r>
            <a:r>
              <a:rPr lang="en-US" sz="1600" i="1">
                <a:latin typeface="Segoe UI Light" panose="020B0502040204020203" pitchFamily="34" charset="0"/>
                <a:cs typeface="Segoe UI Light" panose="020B0502040204020203" pitchFamily="34" charset="0"/>
              </a:rPr>
              <a:t>Refinement Regions – Layer Properties – Features – Import Features. </a:t>
            </a:r>
            <a:r>
              <a:rPr lang="en-US" sz="1600">
                <a:latin typeface="Segoe UI Light" panose="020B0502040204020203" pitchFamily="34" charset="0"/>
                <a:cs typeface="Segoe UI Light" panose="020B0502040204020203" pitchFamily="34" charset="0"/>
              </a:rPr>
              <a:t>Seleccione el archivo RefRegPol_v0.shp. Definir el espaciamiento perimetral en 20 metros y la cara más larga de la celda en 50 metros.</a:t>
            </a:r>
          </a:p>
          <a:p>
            <a:endParaRPr lang="en-US" sz="1600" i="1">
              <a:latin typeface="Segoe UI Light" panose="020B0502040204020203" pitchFamily="34" charset="0"/>
              <a:cs typeface="Segoe UI Light" panose="020B0502040204020203" pitchFamily="34" charset="0"/>
            </a:endParaRPr>
          </a:p>
          <a:p>
            <a:r>
              <a:rPr lang="en-US" sz="1600">
                <a:latin typeface="Segoe UI Light" panose="020B0502040204020203" pitchFamily="34" charset="0"/>
                <a:cs typeface="Segoe UI Light" panose="020B0502040204020203" pitchFamily="34" charset="0"/>
              </a:rPr>
              <a:t>c. Para forzar el refinamiento a partir de los valores ingresados, clic derecho en </a:t>
            </a:r>
            <a:r>
              <a:rPr lang="en-US" sz="1600" i="1">
                <a:latin typeface="Segoe UI Light" panose="020B0502040204020203" pitchFamily="34" charset="0"/>
                <a:cs typeface="Segoe UI Light" panose="020B0502040204020203" pitchFamily="34" charset="0"/>
              </a:rPr>
              <a:t>Refinement Regions – Enforce All Regions.</a:t>
            </a: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63952" y="4459635"/>
            <a:ext cx="360000" cy="360000"/>
          </a:xfrm>
          <a:prstGeom prst="rect">
            <a:avLst/>
          </a:prstGeom>
        </p:spPr>
      </p:pic>
      <p:pic>
        <p:nvPicPr>
          <p:cNvPr id="9" name="Imagen 8">
            <a:extLst>
              <a:ext uri="{FF2B5EF4-FFF2-40B4-BE49-F238E27FC236}">
                <a16:creationId xmlns:a16="http://schemas.microsoft.com/office/drawing/2014/main" id="{74E1FF6B-5DDE-4E0F-AE3A-80EC27A61E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16129" y="4476320"/>
            <a:ext cx="360000" cy="360000"/>
          </a:xfrm>
          <a:prstGeom prst="rect">
            <a:avLst/>
          </a:prstGeom>
        </p:spPr>
      </p:pic>
      <p:pic>
        <p:nvPicPr>
          <p:cNvPr id="5" name="Imagen 4">
            <a:extLst>
              <a:ext uri="{FF2B5EF4-FFF2-40B4-BE49-F238E27FC236}">
                <a16:creationId xmlns:a16="http://schemas.microsoft.com/office/drawing/2014/main" id="{A4DB2147-70FD-4459-8DEE-CD069A109C34}"/>
              </a:ext>
            </a:extLst>
          </p:cNvPr>
          <p:cNvPicPr>
            <a:picLocks noChangeAspect="1"/>
          </p:cNvPicPr>
          <p:nvPr/>
        </p:nvPicPr>
        <p:blipFill>
          <a:blip r:embed="rId5">
            <a:grayscl/>
          </a:blip>
          <a:stretch>
            <a:fillRect/>
          </a:stretch>
        </p:blipFill>
        <p:spPr>
          <a:xfrm>
            <a:off x="7536160" y="2171278"/>
            <a:ext cx="4562475" cy="4210050"/>
          </a:xfrm>
          <a:prstGeom prst="rect">
            <a:avLst/>
          </a:prstGeom>
        </p:spPr>
      </p:pic>
      <p:pic>
        <p:nvPicPr>
          <p:cNvPr id="11" name="Imagen 10">
            <a:extLst>
              <a:ext uri="{FF2B5EF4-FFF2-40B4-BE49-F238E27FC236}">
                <a16:creationId xmlns:a16="http://schemas.microsoft.com/office/drawing/2014/main" id="{4DCEBD77-8900-4A68-BEF1-B4C8BBC3D9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92344" y="4096303"/>
            <a:ext cx="360000" cy="360000"/>
          </a:xfrm>
          <a:prstGeom prst="rect">
            <a:avLst/>
          </a:prstGeom>
        </p:spPr>
      </p:pic>
      <p:pic>
        <p:nvPicPr>
          <p:cNvPr id="12" name="Imagen 11">
            <a:extLst>
              <a:ext uri="{FF2B5EF4-FFF2-40B4-BE49-F238E27FC236}">
                <a16:creationId xmlns:a16="http://schemas.microsoft.com/office/drawing/2014/main" id="{9FCAE8D0-3867-4249-B092-0C04D8990A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36560" y="5179755"/>
            <a:ext cx="360000" cy="360000"/>
          </a:xfrm>
          <a:prstGeom prst="rect">
            <a:avLst/>
          </a:prstGeom>
        </p:spPr>
      </p:pic>
      <p:pic>
        <p:nvPicPr>
          <p:cNvPr id="15" name="Imagen 14">
            <a:extLst>
              <a:ext uri="{FF2B5EF4-FFF2-40B4-BE49-F238E27FC236}">
                <a16:creationId xmlns:a16="http://schemas.microsoft.com/office/drawing/2014/main" id="{40BD31F6-6654-4A3B-80CF-D5BB01EE712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70C69C1A-D34D-4F84-9289-F94C4C92630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Importación de regiones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62349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658507" y="476672"/>
            <a:ext cx="8874986"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Resultado obtenido.</a:t>
            </a:r>
            <a:endParaRPr lang="en-US" sz="1600" i="1">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BC7315C5-8C6D-40A4-80B1-0442B859EA71}"/>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39852" y="984923"/>
            <a:ext cx="11512295" cy="5573189"/>
          </a:xfrm>
          <a:prstGeom prst="rect">
            <a:avLst/>
          </a:prstGeom>
        </p:spPr>
      </p:pic>
      <p:pic>
        <p:nvPicPr>
          <p:cNvPr id="7" name="Imagen 6">
            <a:extLst>
              <a:ext uri="{FF2B5EF4-FFF2-40B4-BE49-F238E27FC236}">
                <a16:creationId xmlns:a16="http://schemas.microsoft.com/office/drawing/2014/main" id="{292D7C77-CB19-48F8-B83D-9B672755D56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E693F696-EA08-4D3F-BAD8-5077E543BEE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Importación de regiones y refinamiento de la malla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069597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546703" y="3105834"/>
            <a:ext cx="3098594"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5. Corrección de celdas erradas con más de 8 caras</a:t>
            </a:r>
          </a:p>
        </p:txBody>
      </p:sp>
      <p:pic>
        <p:nvPicPr>
          <p:cNvPr id="4" name="Imagen 3">
            <a:extLst>
              <a:ext uri="{FF2B5EF4-FFF2-40B4-BE49-F238E27FC236}">
                <a16:creationId xmlns:a16="http://schemas.microsoft.com/office/drawing/2014/main" id="{F94A661D-6975-468C-A063-207DF90FDF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84975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055440" y="400596"/>
            <a:ext cx="9865096" cy="2308324"/>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Debido</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proceso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algunas</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han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resuelto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geométricamente</a:t>
            </a:r>
            <a:r>
              <a:rPr lang="en-US" sz="1600" dirty="0">
                <a:latin typeface="Segoe UI Light" panose="020B0502040204020203" pitchFamily="34" charset="0"/>
                <a:cs typeface="Segoe UI Light" panose="020B0502040204020203" pitchFamily="34" charset="0"/>
              </a:rPr>
              <a:t> con un mayor </a:t>
            </a:r>
            <a:r>
              <a:rPr lang="en-US" sz="1600" dirty="0" err="1">
                <a:latin typeface="Segoe UI Light" panose="020B0502040204020203" pitchFamily="34" charset="0"/>
                <a:cs typeface="Segoe UI Light" panose="020B0502040204020203" pitchFamily="34" charset="0"/>
              </a:rPr>
              <a:t>número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máximo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permitido</a:t>
            </a:r>
            <a:r>
              <a:rPr lang="en-US" sz="1600" dirty="0">
                <a:latin typeface="Segoe UI Light" panose="020B0502040204020203" pitchFamily="34" charset="0"/>
                <a:cs typeface="Segoe UI Light" panose="020B0502040204020203" pitchFamily="34" charset="0"/>
              </a:rPr>
              <a:t> de 8, la </a:t>
            </a:r>
            <a:r>
              <a:rPr lang="en-US" sz="1600" dirty="0" err="1">
                <a:latin typeface="Segoe UI Light" panose="020B0502040204020203" pitchFamily="34" charset="0"/>
                <a:cs typeface="Segoe UI Light" panose="020B0502040204020203" pitchFamily="34" charset="0"/>
              </a:rPr>
              <a:t>corrección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estas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deberá</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realizada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manualmente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dividiendo</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2 o </a:t>
            </a:r>
            <a:r>
              <a:rPr lang="en-US" sz="1600" dirty="0" err="1">
                <a:latin typeface="Segoe UI Light" panose="020B0502040204020203" pitchFamily="34" charset="0"/>
                <a:cs typeface="Segoe UI Light" panose="020B0502040204020203" pitchFamily="34" charset="0"/>
              </a:rPr>
              <a:t>más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inclusión</a:t>
            </a:r>
            <a:r>
              <a:rPr lang="en-US" sz="1600" dirty="0">
                <a:latin typeface="Segoe UI Light" panose="020B0502040204020203" pitchFamily="34" charset="0"/>
                <a:cs typeface="Segoe UI Light" panose="020B0502040204020203" pitchFamily="34" charset="0"/>
              </a:rPr>
              <a:t> de Puntos </a:t>
            </a:r>
            <a:r>
              <a:rPr lang="en-US" sz="1600" dirty="0" err="1">
                <a:latin typeface="Segoe UI Light" panose="020B0502040204020203" pitchFamily="34" charset="0"/>
                <a:cs typeface="Segoe UI Light" panose="020B0502040204020203" pitchFamily="34" charset="0"/>
              </a:rPr>
              <a:t>Computacionales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adicionales</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erradas</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identifican</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resaldo</a:t>
            </a:r>
            <a:r>
              <a:rPr lang="en-US" sz="1600" dirty="0">
                <a:latin typeface="Segoe UI Light" panose="020B0502040204020203" pitchFamily="34" charset="0"/>
                <a:cs typeface="Segoe UI Light" panose="020B0502040204020203" pitchFamily="34" charset="0"/>
              </a:rPr>
              <a:t> de los puntos </a:t>
            </a:r>
            <a:r>
              <a:rPr lang="en-US" sz="1600" dirty="0" err="1">
                <a:latin typeface="Segoe UI Light" panose="020B0502040204020203" pitchFamily="34" charset="0"/>
                <a:cs typeface="Segoe UI Light" panose="020B0502040204020203" pitchFamily="34" charset="0"/>
              </a:rPr>
              <a:t>centrales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circulos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rojos</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marL="342900" indent="-342900" algn="just">
              <a:buAutoNum type="alphaLcPeriod"/>
            </a:pPr>
            <a:r>
              <a:rPr lang="en-US" sz="1600" dirty="0" err="1">
                <a:latin typeface="Segoe UI Light" panose="020B0502040204020203" pitchFamily="34" charset="0"/>
                <a:cs typeface="Segoe UI Light" panose="020B0502040204020203" pitchFamily="34" charset="0"/>
              </a:rPr>
              <a:t>Navege</a:t>
            </a:r>
            <a:r>
              <a:rPr lang="en-US" sz="1600" dirty="0">
                <a:latin typeface="Segoe UI Light" panose="020B0502040204020203" pitchFamily="34" charset="0"/>
                <a:cs typeface="Segoe UI Light" panose="020B0502040204020203" pitchFamily="34" charset="0"/>
              </a:rPr>
              <a:t> por la </a:t>
            </a:r>
            <a:r>
              <a:rPr lang="en-US" sz="1600" dirty="0" err="1">
                <a:latin typeface="Segoe UI Light" panose="020B0502040204020203" pitchFamily="34" charset="0"/>
                <a:cs typeface="Segoe UI Light" panose="020B0502040204020203" pitchFamily="34" charset="0"/>
              </a:rPr>
              <a:t>grilla</a:t>
            </a:r>
            <a:r>
              <a:rPr lang="en-US" sz="1600" dirty="0">
                <a:latin typeface="Segoe UI Light" panose="020B0502040204020203" pitchFamily="34" charset="0"/>
                <a:cs typeface="Segoe UI Light" panose="020B0502040204020203" pitchFamily="34" charset="0"/>
              </a:rPr>
              <a:t> e </a:t>
            </a:r>
            <a:r>
              <a:rPr lang="en-US" sz="1600" dirty="0" err="1">
                <a:latin typeface="Segoe UI Light" panose="020B0502040204020203" pitchFamily="34" charset="0"/>
                <a:cs typeface="Segoe UI Light" panose="020B0502040204020203" pitchFamily="34" charset="0"/>
              </a:rPr>
              <a:t>identifique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visualmente</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erradas</a:t>
            </a:r>
            <a:r>
              <a:rPr lang="en-US" sz="1600" dirty="0">
                <a:latin typeface="Segoe UI Light" panose="020B0502040204020203" pitchFamily="34" charset="0"/>
                <a:cs typeface="Segoe UI Light" panose="020B0502040204020203" pitchFamily="34" charset="0"/>
              </a:rPr>
              <a:t>.</a:t>
            </a:r>
          </a:p>
          <a:p>
            <a:pPr marL="342900" indent="-342900" algn="just">
              <a:buAutoNum type="alphaLcPeriod"/>
            </a:pPr>
            <a:r>
              <a:rPr lang="en-US" sz="1600" dirty="0" err="1">
                <a:latin typeface="Segoe UI Light" panose="020B0502040204020203" pitchFamily="34" charset="0"/>
                <a:cs typeface="Segoe UI Light" panose="020B0502040204020203" pitchFamily="34" charset="0"/>
              </a:rPr>
              <a:t>Acerquese</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cualquier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errada</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cuente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número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generado</a:t>
            </a:r>
            <a:r>
              <a:rPr lang="en-US" sz="1600" dirty="0">
                <a:latin typeface="Segoe UI Light" panose="020B0502040204020203" pitchFamily="34" charset="0"/>
                <a:cs typeface="Segoe UI Light" panose="020B0502040204020203" pitchFamily="34" charset="0"/>
              </a:rPr>
              <a:t>.</a:t>
            </a:r>
          </a:p>
          <a:p>
            <a:pPr marL="342900" indent="-342900" algn="just">
              <a:buAutoNum type="alphaLcPeriod"/>
            </a:pP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Computation Points – Edit Geometry (BETA). </a:t>
            </a:r>
            <a:r>
              <a:rPr lang="en-US" sz="1600" dirty="0" err="1">
                <a:latin typeface="Segoe UI Light" panose="020B0502040204020203" pitchFamily="34" charset="0"/>
                <a:cs typeface="Segoe UI Light" panose="020B0502040204020203" pitchFamily="34" charset="0"/>
              </a:rPr>
              <a:t>Utilizando</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barra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dibujo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agrege</a:t>
            </a:r>
            <a:r>
              <a:rPr lang="en-US" sz="1600" dirty="0">
                <a:latin typeface="Segoe UI Light" panose="020B0502040204020203" pitchFamily="34" charset="0"/>
                <a:cs typeface="Segoe UI Light" panose="020B0502040204020203" pitchFamily="34" charset="0"/>
              </a:rPr>
              <a:t> un nuevo punto dentro de la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cerca</a:t>
            </a:r>
            <a:r>
              <a:rPr lang="en-US" sz="1600" dirty="0">
                <a:latin typeface="Segoe UI Light" panose="020B0502040204020203" pitchFamily="34" charset="0"/>
                <a:cs typeface="Segoe UI Light" panose="020B0502040204020203" pitchFamily="34" charset="0"/>
              </a:rPr>
              <a:t> de la zona con mayor </a:t>
            </a:r>
            <a:r>
              <a:rPr lang="en-US" sz="1600" dirty="0" err="1">
                <a:latin typeface="Segoe UI Light" panose="020B0502040204020203" pitchFamily="34" charset="0"/>
                <a:cs typeface="Segoe UI Light" panose="020B0502040204020203" pitchFamily="34" charset="0"/>
              </a:rPr>
              <a:t>número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a:t>
            </a:r>
          </a:p>
        </p:txBody>
      </p:sp>
      <p:pic>
        <p:nvPicPr>
          <p:cNvPr id="4" name="Imagen 3">
            <a:extLst>
              <a:ext uri="{FF2B5EF4-FFF2-40B4-BE49-F238E27FC236}">
                <a16:creationId xmlns:a16="http://schemas.microsoft.com/office/drawing/2014/main" id="{692196D0-A20F-4FC5-9E54-B5182BE078EE}"/>
              </a:ext>
            </a:extLst>
          </p:cNvPr>
          <p:cNvPicPr>
            <a:picLocks noChangeAspect="1"/>
          </p:cNvPicPr>
          <p:nvPr/>
        </p:nvPicPr>
        <p:blipFill>
          <a:blip r:embed="rId3">
            <a:grayscl/>
          </a:blip>
          <a:stretch>
            <a:fillRect/>
          </a:stretch>
        </p:blipFill>
        <p:spPr>
          <a:xfrm>
            <a:off x="1004010" y="2708920"/>
            <a:ext cx="4587561" cy="4086114"/>
          </a:xfrm>
          <a:prstGeom prst="rect">
            <a:avLst/>
          </a:prstGeom>
        </p:spPr>
      </p:pic>
      <p:pic>
        <p:nvPicPr>
          <p:cNvPr id="5" name="Imagen 4">
            <a:extLst>
              <a:ext uri="{FF2B5EF4-FFF2-40B4-BE49-F238E27FC236}">
                <a16:creationId xmlns:a16="http://schemas.microsoft.com/office/drawing/2014/main" id="{8CA1C1EE-77B8-4A8A-B9F4-EC4529923F33}"/>
              </a:ext>
            </a:extLst>
          </p:cNvPr>
          <p:cNvPicPr>
            <a:picLocks noChangeAspect="1"/>
          </p:cNvPicPr>
          <p:nvPr/>
        </p:nvPicPr>
        <p:blipFill>
          <a:blip r:embed="rId4">
            <a:grayscl/>
          </a:blip>
          <a:stretch>
            <a:fillRect/>
          </a:stretch>
        </p:blipFill>
        <p:spPr>
          <a:xfrm>
            <a:off x="6378941" y="2708920"/>
            <a:ext cx="4541595" cy="4032447"/>
          </a:xfrm>
          <a:prstGeom prst="rect">
            <a:avLst/>
          </a:prstGeom>
        </p:spPr>
      </p:pic>
      <p:pic>
        <p:nvPicPr>
          <p:cNvPr id="11" name="Imagen 10">
            <a:extLst>
              <a:ext uri="{FF2B5EF4-FFF2-40B4-BE49-F238E27FC236}">
                <a16:creationId xmlns:a16="http://schemas.microsoft.com/office/drawing/2014/main" id="{FA15CD3F-7B02-49AA-8B34-D4135B7693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60296" y="3405499"/>
            <a:ext cx="360000" cy="360000"/>
          </a:xfrm>
          <a:prstGeom prst="rect">
            <a:avLst/>
          </a:prstGeom>
        </p:spPr>
      </p:pic>
      <p:pic>
        <p:nvPicPr>
          <p:cNvPr id="12" name="Imagen 11">
            <a:extLst>
              <a:ext uri="{FF2B5EF4-FFF2-40B4-BE49-F238E27FC236}">
                <a16:creationId xmlns:a16="http://schemas.microsoft.com/office/drawing/2014/main" id="{FD6BF8EB-BDFE-4285-AAD0-44BDD6B16E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30629" y="6070070"/>
            <a:ext cx="360000" cy="360000"/>
          </a:xfrm>
          <a:prstGeom prst="rect">
            <a:avLst/>
          </a:prstGeom>
        </p:spPr>
      </p:pic>
      <p:pic>
        <p:nvPicPr>
          <p:cNvPr id="13" name="Imagen 12">
            <a:extLst>
              <a:ext uri="{FF2B5EF4-FFF2-40B4-BE49-F238E27FC236}">
                <a16:creationId xmlns:a16="http://schemas.microsoft.com/office/drawing/2014/main" id="{2066F437-F0EB-422F-BBB8-DB8AB90159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97999" y="6235181"/>
            <a:ext cx="360000" cy="360000"/>
          </a:xfrm>
          <a:prstGeom prst="rect">
            <a:avLst/>
          </a:prstGeom>
        </p:spPr>
      </p:pic>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87688" y="4798441"/>
            <a:ext cx="360000" cy="360000"/>
          </a:xfrm>
          <a:prstGeom prst="rect">
            <a:avLst/>
          </a:prstGeom>
        </p:spPr>
      </p:pic>
      <p:sp>
        <p:nvSpPr>
          <p:cNvPr id="14" name="1 Título">
            <a:extLst>
              <a:ext uri="{FF2B5EF4-FFF2-40B4-BE49-F238E27FC236}">
                <a16:creationId xmlns:a16="http://schemas.microsoft.com/office/drawing/2014/main" id="{7A9C02AD-94A6-408C-A9F1-3132ED4D771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Corrección de celdas erradas con más de 8 caras</a:t>
            </a:r>
          </a:p>
        </p:txBody>
      </p:sp>
      <p:pic>
        <p:nvPicPr>
          <p:cNvPr id="15" name="Imagen 14">
            <a:extLst>
              <a:ext uri="{FF2B5EF4-FFF2-40B4-BE49-F238E27FC236}">
                <a16:creationId xmlns:a16="http://schemas.microsoft.com/office/drawing/2014/main" id="{88981FE7-2D8B-460F-8FA1-D29C9A2C1E9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0492268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6BF665F-2FE1-4C93-8852-595D2F09C44C}"/>
              </a:ext>
            </a:extLst>
          </p:cNvPr>
          <p:cNvPicPr>
            <a:picLocks noChangeAspect="1"/>
          </p:cNvPicPr>
          <p:nvPr/>
        </p:nvPicPr>
        <p:blipFill>
          <a:blip r:embed="rId3">
            <a:grayscl/>
          </a:blip>
          <a:stretch>
            <a:fillRect/>
          </a:stretch>
        </p:blipFill>
        <p:spPr>
          <a:xfrm>
            <a:off x="0" y="430671"/>
            <a:ext cx="12192000" cy="3085195"/>
          </a:xfrm>
          <a:prstGeom prst="rect">
            <a:avLst/>
          </a:prstGeom>
        </p:spPr>
      </p:pic>
      <p:pic>
        <p:nvPicPr>
          <p:cNvPr id="3" name="Imagen 2">
            <a:extLst>
              <a:ext uri="{FF2B5EF4-FFF2-40B4-BE49-F238E27FC236}">
                <a16:creationId xmlns:a16="http://schemas.microsoft.com/office/drawing/2014/main" id="{62F11F83-A940-4295-B97E-494E07B02A60}"/>
              </a:ext>
            </a:extLst>
          </p:cNvPr>
          <p:cNvPicPr>
            <a:picLocks noChangeAspect="1"/>
          </p:cNvPicPr>
          <p:nvPr/>
        </p:nvPicPr>
        <p:blipFill>
          <a:blip r:embed="rId4">
            <a:grayscl/>
          </a:blip>
          <a:stretch>
            <a:fillRect/>
          </a:stretch>
        </p:blipFill>
        <p:spPr>
          <a:xfrm>
            <a:off x="0" y="3728181"/>
            <a:ext cx="12192000" cy="3085195"/>
          </a:xfrm>
          <a:prstGeom prst="rect">
            <a:avLst/>
          </a:prstGeom>
        </p:spPr>
      </p:pic>
      <p:pic>
        <p:nvPicPr>
          <p:cNvPr id="14" name="Imagen 13">
            <a:extLst>
              <a:ext uri="{FF2B5EF4-FFF2-40B4-BE49-F238E27FC236}">
                <a16:creationId xmlns:a16="http://schemas.microsoft.com/office/drawing/2014/main" id="{E5D7E3FB-3FB4-4E02-A1CD-C06BCB7C26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3592" y="1491560"/>
            <a:ext cx="360000" cy="360000"/>
          </a:xfrm>
          <a:prstGeom prst="rect">
            <a:avLst/>
          </a:prstGeom>
        </p:spPr>
      </p:pic>
      <p:pic>
        <p:nvPicPr>
          <p:cNvPr id="16" name="Imagen 15">
            <a:extLst>
              <a:ext uri="{FF2B5EF4-FFF2-40B4-BE49-F238E27FC236}">
                <a16:creationId xmlns:a16="http://schemas.microsoft.com/office/drawing/2014/main" id="{6C30F647-2EA3-4C8B-AFDE-92A1DF08600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5146335">
            <a:off x="2783592" y="6134125"/>
            <a:ext cx="360000" cy="360000"/>
          </a:xfrm>
          <a:prstGeom prst="rect">
            <a:avLst/>
          </a:prstGeom>
        </p:spPr>
      </p:pic>
      <p:pic>
        <p:nvPicPr>
          <p:cNvPr id="17" name="Imagen 16">
            <a:extLst>
              <a:ext uri="{FF2B5EF4-FFF2-40B4-BE49-F238E27FC236}">
                <a16:creationId xmlns:a16="http://schemas.microsoft.com/office/drawing/2014/main" id="{BA62C467-AB46-401E-B92F-E061D65664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5146335">
            <a:off x="2769156" y="2860867"/>
            <a:ext cx="360000" cy="360000"/>
          </a:xfrm>
          <a:prstGeom prst="rect">
            <a:avLst/>
          </a:prstGeom>
        </p:spPr>
      </p:pic>
      <p:pic>
        <p:nvPicPr>
          <p:cNvPr id="18" name="Imagen 17">
            <a:extLst>
              <a:ext uri="{FF2B5EF4-FFF2-40B4-BE49-F238E27FC236}">
                <a16:creationId xmlns:a16="http://schemas.microsoft.com/office/drawing/2014/main" id="{454855F7-5928-41A0-BBF5-41D0360EFA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9896" y="2084380"/>
            <a:ext cx="360000" cy="360000"/>
          </a:xfrm>
          <a:prstGeom prst="rect">
            <a:avLst/>
          </a:prstGeom>
        </p:spPr>
      </p:pic>
      <p:pic>
        <p:nvPicPr>
          <p:cNvPr id="19" name="Imagen 18">
            <a:extLst>
              <a:ext uri="{FF2B5EF4-FFF2-40B4-BE49-F238E27FC236}">
                <a16:creationId xmlns:a16="http://schemas.microsoft.com/office/drawing/2014/main" id="{15BFE888-9098-4623-BAF5-F04E61CD18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23992" y="2680867"/>
            <a:ext cx="360000" cy="360000"/>
          </a:xfrm>
          <a:prstGeom prst="rect">
            <a:avLst/>
          </a:prstGeom>
        </p:spPr>
      </p:pic>
      <p:pic>
        <p:nvPicPr>
          <p:cNvPr id="20" name="Imagen 19">
            <a:extLst>
              <a:ext uri="{FF2B5EF4-FFF2-40B4-BE49-F238E27FC236}">
                <a16:creationId xmlns:a16="http://schemas.microsoft.com/office/drawing/2014/main" id="{2592FCA5-DD27-405C-BADC-5E3DC3CDEB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80176" y="3117714"/>
            <a:ext cx="360000" cy="360000"/>
          </a:xfrm>
          <a:prstGeom prst="rect">
            <a:avLst/>
          </a:prstGeom>
        </p:spPr>
      </p:pic>
      <p:pic>
        <p:nvPicPr>
          <p:cNvPr id="21" name="Imagen 20">
            <a:extLst>
              <a:ext uri="{FF2B5EF4-FFF2-40B4-BE49-F238E27FC236}">
                <a16:creationId xmlns:a16="http://schemas.microsoft.com/office/drawing/2014/main" id="{ED5660CA-22D0-42C5-A9C3-3516788D22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80576" y="2736024"/>
            <a:ext cx="360000" cy="360000"/>
          </a:xfrm>
          <a:prstGeom prst="rect">
            <a:avLst/>
          </a:prstGeom>
        </p:spPr>
      </p:pic>
      <p:pic>
        <p:nvPicPr>
          <p:cNvPr id="22" name="Imagen 21">
            <a:extLst>
              <a:ext uri="{FF2B5EF4-FFF2-40B4-BE49-F238E27FC236}">
                <a16:creationId xmlns:a16="http://schemas.microsoft.com/office/drawing/2014/main" id="{562C275E-DFE3-4576-ADED-BA30594B74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673ACA6C-8125-47A2-89B8-D92954F6B70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Corrección de celdas erradas con más de 8 caras</a:t>
            </a:r>
          </a:p>
        </p:txBody>
      </p:sp>
    </p:spTree>
    <p:extLst>
      <p:ext uri="{BB962C8B-B14F-4D97-AF65-F5344CB8AC3E}">
        <p14:creationId xmlns:p14="http://schemas.microsoft.com/office/powerpoint/2010/main" val="2407408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9C6FFA1-516C-4448-96B5-8EEEE27DA085}"/>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72976" y="1463481"/>
            <a:ext cx="11846047" cy="5226868"/>
          </a:xfrm>
          <a:prstGeom prst="rect">
            <a:avLst/>
          </a:prstGeom>
        </p:spPr>
      </p:pic>
      <p:sp>
        <p:nvSpPr>
          <p:cNvPr id="8" name="7 CuadroTexto"/>
          <p:cNvSpPr txBox="1"/>
          <p:nvPr/>
        </p:nvSpPr>
        <p:spPr>
          <a:xfrm>
            <a:off x="172976" y="554013"/>
            <a:ext cx="11846047" cy="830997"/>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Para </a:t>
            </a:r>
            <a:r>
              <a:rPr lang="en-US" sz="1600" dirty="0" err="1">
                <a:latin typeface="Segoe UI Light" panose="020B0502040204020203" pitchFamily="34" charset="0"/>
                <a:cs typeface="Segoe UI Light" panose="020B0502040204020203" pitchFamily="34" charset="0"/>
              </a:rPr>
              <a:t>terminar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proceso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Perimeters – 2D Flow Area Editor – Force Mesh </a:t>
            </a:r>
            <a:r>
              <a:rPr lang="en-US" sz="1600" dirty="0" err="1">
                <a:latin typeface="Segoe UI Light" panose="020B0502040204020203" pitchFamily="34" charset="0"/>
                <a:cs typeface="Segoe UI Light" panose="020B0502040204020203" pitchFamily="34" charset="0"/>
              </a:rPr>
              <a:t>Recomputation</a:t>
            </a:r>
            <a:r>
              <a:rPr lang="en-US" sz="1600" dirty="0">
                <a:latin typeface="Segoe UI Light" panose="020B0502040204020203" pitchFamily="34" charset="0"/>
                <a:cs typeface="Segoe UI Light" panose="020B0502040204020203" pitchFamily="34" charset="0"/>
              </a:rPr>
              <a:t> y Compute Properties Tables.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refinada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compuesta</a:t>
            </a:r>
            <a:r>
              <a:rPr lang="en-US" sz="1600" dirty="0">
                <a:latin typeface="Segoe UI Light" panose="020B0502040204020203" pitchFamily="34" charset="0"/>
                <a:cs typeface="Segoe UI Light" panose="020B0502040204020203" pitchFamily="34" charset="0"/>
              </a:rPr>
              <a:t> de al </a:t>
            </a:r>
            <a:r>
              <a:rPr lang="en-US" sz="1600" dirty="0" err="1">
                <a:latin typeface="Segoe UI Light" panose="020B0502040204020203" pitchFamily="34" charset="0"/>
                <a:cs typeface="Segoe UI Light" panose="020B0502040204020203" pitchFamily="34" charset="0"/>
              </a:rPr>
              <a:t>rededor</a:t>
            </a:r>
            <a:r>
              <a:rPr lang="en-US" sz="1600" dirty="0">
                <a:latin typeface="Segoe UI Light" panose="020B0502040204020203" pitchFamily="34" charset="0"/>
                <a:cs typeface="Segoe UI Light" panose="020B0502040204020203" pitchFamily="34" charset="0"/>
              </a:rPr>
              <a:t> de 5060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Detenga</a:t>
            </a:r>
            <a:r>
              <a:rPr lang="en-US" sz="1600" dirty="0">
                <a:latin typeface="Segoe UI Light" panose="020B0502040204020203" pitchFamily="34" charset="0"/>
                <a:cs typeface="Segoe UI Light" panose="020B0502040204020203" pitchFamily="34" charset="0"/>
              </a:rPr>
              <a:t> el Editor y </a:t>
            </a:r>
            <a:r>
              <a:rPr lang="en-US" sz="1600" dirty="0" err="1">
                <a:latin typeface="Segoe UI Light" panose="020B0502040204020203" pitchFamily="34" charset="0"/>
                <a:cs typeface="Segoe UI Light" panose="020B0502040204020203" pitchFamily="34" charset="0"/>
              </a:rPr>
              <a:t>guarde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Atención</a:t>
            </a:r>
            <a:r>
              <a:rPr lang="en-US" sz="1600" dirty="0">
                <a:latin typeface="Segoe UI Light" panose="020B0502040204020203" pitchFamily="34" charset="0"/>
                <a:cs typeface="Segoe UI Light" panose="020B0502040204020203" pitchFamily="34" charset="0"/>
              </a:rPr>
              <a:t>: No </a:t>
            </a:r>
            <a:r>
              <a:rPr lang="en-US" sz="1600" dirty="0" err="1">
                <a:latin typeface="Segoe UI Light" panose="020B0502040204020203" pitchFamily="34" charset="0"/>
                <a:cs typeface="Segoe UI Light" panose="020B0502040204020203" pitchFamily="34" charset="0"/>
              </a:rPr>
              <a:t>oprimir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Generate Computation Points </a:t>
            </a:r>
            <a:r>
              <a:rPr lang="en-US" sz="1600" dirty="0" err="1">
                <a:latin typeface="Segoe UI Light" panose="020B0502040204020203" pitchFamily="34" charset="0"/>
                <a:cs typeface="Segoe UI Light" panose="020B0502040204020203" pitchFamily="34" charset="0"/>
              </a:rPr>
              <a:t>debido</a:t>
            </a:r>
            <a:r>
              <a:rPr lang="en-US" sz="1600" dirty="0">
                <a:latin typeface="Segoe UI Light" panose="020B0502040204020203" pitchFamily="34" charset="0"/>
                <a:cs typeface="Segoe UI Light" panose="020B0502040204020203" pitchFamily="34" charset="0"/>
              </a:rPr>
              <a:t> a que se </a:t>
            </a:r>
            <a:r>
              <a:rPr lang="en-US" sz="1600" dirty="0" err="1">
                <a:latin typeface="Segoe UI Light" panose="020B0502040204020203" pitchFamily="34" charset="0"/>
                <a:cs typeface="Segoe UI Light" panose="020B0502040204020203" pitchFamily="34" charset="0"/>
              </a:rPr>
              <a:t>eliminan</a:t>
            </a:r>
            <a:r>
              <a:rPr lang="en-US" sz="1600" dirty="0">
                <a:latin typeface="Segoe UI Light" panose="020B0502040204020203" pitchFamily="34" charset="0"/>
                <a:cs typeface="Segoe UI Light" panose="020B0502040204020203" pitchFamily="34" charset="0"/>
              </a:rPr>
              <a:t> los puntos </a:t>
            </a:r>
            <a:r>
              <a:rPr lang="en-US" sz="1600" dirty="0" err="1">
                <a:latin typeface="Segoe UI Light" panose="020B0502040204020203" pitchFamily="34" charset="0"/>
                <a:cs typeface="Segoe UI Light" panose="020B0502040204020203" pitchFamily="34" charset="0"/>
              </a:rPr>
              <a:t>creados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manualmente</a:t>
            </a:r>
            <a:r>
              <a:rPr lang="en-US" sz="1600" dirty="0">
                <a:latin typeface="Segoe UI Light" panose="020B0502040204020203" pitchFamily="34" charset="0"/>
                <a:cs typeface="Segoe UI Light" panose="020B0502040204020203" pitchFamily="34" charset="0"/>
              </a:rPr>
              <a:t>)</a:t>
            </a:r>
          </a:p>
        </p:txBody>
      </p:sp>
      <p:pic>
        <p:nvPicPr>
          <p:cNvPr id="14" name="Imagen 13">
            <a:extLst>
              <a:ext uri="{FF2B5EF4-FFF2-40B4-BE49-F238E27FC236}">
                <a16:creationId xmlns:a16="http://schemas.microsoft.com/office/drawing/2014/main" id="{E5D7E3FB-3FB4-4E02-A1CD-C06BCB7C26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1744" y="5807345"/>
            <a:ext cx="360000" cy="360000"/>
          </a:xfrm>
          <a:prstGeom prst="rect">
            <a:avLst/>
          </a:prstGeom>
        </p:spPr>
      </p:pic>
      <p:pic>
        <p:nvPicPr>
          <p:cNvPr id="15" name="Imagen 14">
            <a:extLst>
              <a:ext uri="{FF2B5EF4-FFF2-40B4-BE49-F238E27FC236}">
                <a16:creationId xmlns:a16="http://schemas.microsoft.com/office/drawing/2014/main" id="{30EF1A66-06DD-4777-9D66-5F90D93679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51434" y="3140968"/>
            <a:ext cx="360000" cy="360000"/>
          </a:xfrm>
          <a:prstGeom prst="rect">
            <a:avLst/>
          </a:prstGeom>
        </p:spPr>
      </p:pic>
      <p:pic>
        <p:nvPicPr>
          <p:cNvPr id="22" name="Imagen 21">
            <a:extLst>
              <a:ext uri="{FF2B5EF4-FFF2-40B4-BE49-F238E27FC236}">
                <a16:creationId xmlns:a16="http://schemas.microsoft.com/office/drawing/2014/main" id="{BF8FA148-A288-4F3E-9212-7AAB190A26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5999" y="5422826"/>
            <a:ext cx="360000" cy="360000"/>
          </a:xfrm>
          <a:prstGeom prst="rect">
            <a:avLst/>
          </a:prstGeom>
        </p:spPr>
      </p:pic>
      <p:pic>
        <p:nvPicPr>
          <p:cNvPr id="9" name="Imagen 8">
            <a:extLst>
              <a:ext uri="{FF2B5EF4-FFF2-40B4-BE49-F238E27FC236}">
                <a16:creationId xmlns:a16="http://schemas.microsoft.com/office/drawing/2014/main" id="{D1852A81-2801-4CB7-A8FE-631900433DE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DC5316D9-3D83-4BA6-9EA5-40F2E084294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Corrección de celdas erradas con más de 8 caras</a:t>
            </a:r>
          </a:p>
        </p:txBody>
      </p:sp>
    </p:spTree>
    <p:extLst>
      <p:ext uri="{BB962C8B-B14F-4D97-AF65-F5344CB8AC3E}">
        <p14:creationId xmlns:p14="http://schemas.microsoft.com/office/powerpoint/2010/main" val="3765607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A2F9010-B9B7-44E9-93E7-493FDED09E9E}"/>
              </a:ext>
            </a:extLst>
          </p:cNvPr>
          <p:cNvPicPr>
            <a:picLocks noChangeAspect="1"/>
          </p:cNvPicPr>
          <p:nvPr/>
        </p:nvPicPr>
        <p:blipFill>
          <a:blip r:embed="rId3">
            <a:grayscl/>
          </a:blip>
          <a:stretch>
            <a:fillRect/>
          </a:stretch>
        </p:blipFill>
        <p:spPr>
          <a:xfrm>
            <a:off x="335360" y="2132856"/>
            <a:ext cx="4333875" cy="3829050"/>
          </a:xfrm>
          <a:prstGeom prst="rect">
            <a:avLst/>
          </a:prstGeom>
        </p:spPr>
      </p:pic>
      <p:sp>
        <p:nvSpPr>
          <p:cNvPr id="8" name="7 CuadroTexto"/>
          <p:cNvSpPr txBox="1"/>
          <p:nvPr/>
        </p:nvSpPr>
        <p:spPr>
          <a:xfrm>
            <a:off x="1658507" y="404664"/>
            <a:ext cx="8874986" cy="1323439"/>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Al final del </a:t>
            </a:r>
            <a:r>
              <a:rPr lang="en-US" sz="1600" dirty="0" err="1">
                <a:latin typeface="Segoe UI Light" panose="020B0502040204020203" pitchFamily="34" charset="0"/>
                <a:cs typeface="Segoe UI Light" panose="020B0502040204020203" pitchFamily="34" charset="0"/>
              </a:rPr>
              <a:t>proceso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obtendrá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tabla</a:t>
            </a:r>
            <a:r>
              <a:rPr lang="en-US" sz="1600" dirty="0">
                <a:latin typeface="Segoe UI Light" panose="020B0502040204020203" pitchFamily="34" charset="0"/>
                <a:cs typeface="Segoe UI Light" panose="020B0502040204020203" pitchFamily="34" charset="0"/>
              </a:rPr>
              <a:t> con la </a:t>
            </a:r>
            <a:r>
              <a:rPr lang="en-US" sz="1600" dirty="0" err="1">
                <a:latin typeface="Segoe UI Light" panose="020B0502040204020203" pitchFamily="34" charset="0"/>
                <a:cs typeface="Segoe UI Light" panose="020B0502040204020203" pitchFamily="34" charset="0"/>
              </a:rPr>
              <a:t>localización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x,y</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todos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centros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coordenadas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podrán</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exportadas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una</a:t>
            </a:r>
            <a:r>
              <a:rPr lang="en-US" sz="1600" dirty="0">
                <a:latin typeface="Segoe UI Light" panose="020B0502040204020203" pitchFamily="34" charset="0"/>
                <a:cs typeface="Segoe UI Light" panose="020B0502040204020203" pitchFamily="34" charset="0"/>
              </a:rPr>
              <a:t> hoja de </a:t>
            </a:r>
            <a:r>
              <a:rPr lang="en-US" sz="1600" dirty="0" err="1">
                <a:latin typeface="Segoe UI Light" panose="020B0502040204020203" pitchFamily="34" charset="0"/>
                <a:cs typeface="Segoe UI Light" panose="020B0502040204020203" pitchFamily="34" charset="0"/>
              </a:rPr>
              <a:t>cálculo</a:t>
            </a:r>
            <a:r>
              <a:rPr lang="en-US" sz="1600" dirty="0">
                <a:latin typeface="Segoe UI Light" panose="020B0502040204020203" pitchFamily="34" charset="0"/>
                <a:cs typeface="Segoe UI Light" panose="020B0502040204020203" pitchFamily="34" charset="0"/>
              </a:rPr>
              <a:t> o a un </a:t>
            </a:r>
            <a:r>
              <a:rPr lang="en-US" sz="1600" dirty="0" err="1">
                <a:latin typeface="Segoe UI Light" panose="020B0502040204020203" pitchFamily="34" charset="0"/>
                <a:cs typeface="Segoe UI Light" panose="020B0502040204020203" pitchFamily="34" charset="0"/>
              </a:rPr>
              <a:t>archivo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texto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posteriormente</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utilizados</a:t>
            </a:r>
            <a:r>
              <a:rPr lang="en-US" sz="1600" dirty="0">
                <a:latin typeface="Segoe UI Light" panose="020B0502040204020203" pitchFamily="34" charset="0"/>
                <a:cs typeface="Segoe UI Light" panose="020B0502040204020203" pitchFamily="34" charset="0"/>
              </a:rPr>
              <a:t> para la consulta </a:t>
            </a:r>
            <a:r>
              <a:rPr lang="en-US" sz="1600" dirty="0" err="1">
                <a:latin typeface="Segoe UI Light" panose="020B0502040204020203" pitchFamily="34" charset="0"/>
                <a:cs typeface="Segoe UI Light" panose="020B0502040204020203" pitchFamily="34" charset="0"/>
              </a:rPr>
              <a:t>masiva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elevaciones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cualquier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otro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parámetro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utilizando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ello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herramientas</a:t>
            </a:r>
            <a:r>
              <a:rPr lang="en-US" sz="1600" dirty="0">
                <a:latin typeface="Segoe UI Light" panose="020B0502040204020203" pitchFamily="34" charset="0"/>
                <a:cs typeface="Segoe UI Light" panose="020B0502040204020203" pitchFamily="34" charset="0"/>
              </a:rPr>
              <a:t> GIS.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Computation Points – Edit/View Computation Points.</a:t>
            </a:r>
            <a:endParaRPr lang="en-US" sz="1600" i="1" u="sng" dirty="0">
              <a:latin typeface="Segoe UI Light" panose="020B0502040204020203" pitchFamily="34" charset="0"/>
              <a:cs typeface="Segoe UI Light" panose="020B0502040204020203" pitchFamily="34" charset="0"/>
            </a:endParaRPr>
          </a:p>
        </p:txBody>
      </p:sp>
      <p:pic>
        <p:nvPicPr>
          <p:cNvPr id="14" name="Imagen 13">
            <a:extLst>
              <a:ext uri="{FF2B5EF4-FFF2-40B4-BE49-F238E27FC236}">
                <a16:creationId xmlns:a16="http://schemas.microsoft.com/office/drawing/2014/main" id="{E5D7E3FB-3FB4-4E02-A1CD-C06BCB7C26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55622" y="3725481"/>
            <a:ext cx="360000" cy="360000"/>
          </a:xfrm>
          <a:prstGeom prst="rect">
            <a:avLst/>
          </a:prstGeom>
        </p:spPr>
      </p:pic>
      <p:pic>
        <p:nvPicPr>
          <p:cNvPr id="11" name="Imagen 10">
            <a:extLst>
              <a:ext uri="{FF2B5EF4-FFF2-40B4-BE49-F238E27FC236}">
                <a16:creationId xmlns:a16="http://schemas.microsoft.com/office/drawing/2014/main" id="{86033C1F-EF6F-4EC7-BF4F-31451D058E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67808" y="4797152"/>
            <a:ext cx="360000" cy="360000"/>
          </a:xfrm>
          <a:prstGeom prst="rect">
            <a:avLst/>
          </a:prstGeom>
        </p:spPr>
      </p:pic>
      <p:pic>
        <p:nvPicPr>
          <p:cNvPr id="5" name="Imagen 4">
            <a:extLst>
              <a:ext uri="{FF2B5EF4-FFF2-40B4-BE49-F238E27FC236}">
                <a16:creationId xmlns:a16="http://schemas.microsoft.com/office/drawing/2014/main" id="{22C50F66-F47E-4243-BDCA-F56E91C66C06}"/>
              </a:ext>
            </a:extLst>
          </p:cNvPr>
          <p:cNvPicPr>
            <a:picLocks noChangeAspect="1"/>
          </p:cNvPicPr>
          <p:nvPr/>
        </p:nvPicPr>
        <p:blipFill>
          <a:blip r:embed="rId5">
            <a:grayscl/>
          </a:blip>
          <a:stretch>
            <a:fillRect/>
          </a:stretch>
        </p:blipFill>
        <p:spPr>
          <a:xfrm>
            <a:off x="5159896" y="1861393"/>
            <a:ext cx="3257550" cy="4448175"/>
          </a:xfrm>
          <a:prstGeom prst="rect">
            <a:avLst/>
          </a:prstGeom>
        </p:spPr>
      </p:pic>
      <p:pic>
        <p:nvPicPr>
          <p:cNvPr id="16" name="Imagen 15">
            <a:extLst>
              <a:ext uri="{FF2B5EF4-FFF2-40B4-BE49-F238E27FC236}">
                <a16:creationId xmlns:a16="http://schemas.microsoft.com/office/drawing/2014/main" id="{C21D693C-A87B-42F2-ABAF-35A2A098BE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25269" y="3097575"/>
            <a:ext cx="360000" cy="360000"/>
          </a:xfrm>
          <a:prstGeom prst="rect">
            <a:avLst/>
          </a:prstGeom>
        </p:spPr>
      </p:pic>
      <p:pic>
        <p:nvPicPr>
          <p:cNvPr id="9" name="Imagen 8">
            <a:extLst>
              <a:ext uri="{FF2B5EF4-FFF2-40B4-BE49-F238E27FC236}">
                <a16:creationId xmlns:a16="http://schemas.microsoft.com/office/drawing/2014/main" id="{92F80CC5-92BC-4C86-86EE-837A10B4CFD0}"/>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8958295" y="1861393"/>
            <a:ext cx="2682321" cy="4442594"/>
          </a:xfrm>
          <a:prstGeom prst="rect">
            <a:avLst/>
          </a:prstGeom>
        </p:spPr>
      </p:pic>
      <p:pic>
        <p:nvPicPr>
          <p:cNvPr id="15" name="Imagen 14">
            <a:extLst>
              <a:ext uri="{FF2B5EF4-FFF2-40B4-BE49-F238E27FC236}">
                <a16:creationId xmlns:a16="http://schemas.microsoft.com/office/drawing/2014/main" id="{FFD49F4A-62A5-4864-B72B-633C491001A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8C215EF0-E177-48BF-A9C3-D62F6314960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Corrección de celdas erradas con más de 8 caras</a:t>
            </a:r>
          </a:p>
        </p:txBody>
      </p:sp>
    </p:spTree>
    <p:extLst>
      <p:ext uri="{BB962C8B-B14F-4D97-AF65-F5344CB8AC3E}">
        <p14:creationId xmlns:p14="http://schemas.microsoft.com/office/powerpoint/2010/main" val="2337331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383559" y="3136612"/>
            <a:ext cx="3424881" cy="584775"/>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6. Exportación de celdas, nodos y líneas de flujo a formato GIS</a:t>
            </a:r>
          </a:p>
        </p:txBody>
      </p:sp>
      <p:pic>
        <p:nvPicPr>
          <p:cNvPr id="4" name="Imagen 3">
            <a:extLst>
              <a:ext uri="{FF2B5EF4-FFF2-40B4-BE49-F238E27FC236}">
                <a16:creationId xmlns:a16="http://schemas.microsoft.com/office/drawing/2014/main" id="{9BA26A5C-05F7-4FDF-8C96-5F85E829BB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7316638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7B3C668-8979-49EF-BBCA-3916FC2F0D39}"/>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983432" y="1717501"/>
            <a:ext cx="10439400" cy="5095875"/>
          </a:xfrm>
          <a:prstGeom prst="rect">
            <a:avLst/>
          </a:prstGeom>
        </p:spPr>
      </p:pic>
      <p:sp>
        <p:nvSpPr>
          <p:cNvPr id="8" name="7 CuadroTexto"/>
          <p:cNvSpPr txBox="1"/>
          <p:nvPr/>
        </p:nvSpPr>
        <p:spPr>
          <a:xfrm>
            <a:off x="983432" y="332656"/>
            <a:ext cx="10439400" cy="1323439"/>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Posterior a la </a:t>
            </a:r>
            <a:r>
              <a:rPr lang="en-US" sz="1600" dirty="0" err="1">
                <a:latin typeface="Segoe UI Light" panose="020B0502040204020203" pitchFamily="34" charset="0"/>
                <a:cs typeface="Segoe UI Light" panose="020B0502040204020203" pitchFamily="34" charset="0"/>
              </a:rPr>
              <a:t>etapa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creación</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refinamiento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compuesta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exportar</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formato</a:t>
            </a:r>
            <a:r>
              <a:rPr lang="en-US" sz="1600" dirty="0">
                <a:latin typeface="Segoe UI Light" panose="020B0502040204020203" pitchFamily="34" charset="0"/>
                <a:cs typeface="Segoe UI Light" panose="020B0502040204020203" pitchFamily="34" charset="0"/>
              </a:rPr>
              <a:t> GIS shapefile,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nodos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lineas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grilla</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elementos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exportados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podrán</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utilizados</a:t>
            </a:r>
            <a:r>
              <a:rPr lang="en-US" sz="1600" dirty="0">
                <a:latin typeface="Segoe UI Light" panose="020B0502040204020203" pitchFamily="34" charset="0"/>
                <a:cs typeface="Segoe UI Light" panose="020B0502040204020203" pitchFamily="34" charset="0"/>
              </a:rPr>
              <a:t> para la </a:t>
            </a:r>
            <a:r>
              <a:rPr lang="en-US" sz="1600" dirty="0" err="1">
                <a:latin typeface="Segoe UI Light" panose="020B0502040204020203" pitchFamily="34" charset="0"/>
                <a:cs typeface="Segoe UI Light" panose="020B0502040204020203" pitchFamily="34" charset="0"/>
              </a:rPr>
              <a:t>producción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tablas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resultados</a:t>
            </a:r>
            <a:r>
              <a:rPr lang="en-US" sz="1600" dirty="0">
                <a:latin typeface="Segoe UI Light" panose="020B0502040204020203" pitchFamily="34" charset="0"/>
                <a:cs typeface="Segoe UI Light" panose="020B0502040204020203" pitchFamily="34" charset="0"/>
              </a:rPr>
              <a:t> o para la </a:t>
            </a:r>
            <a:r>
              <a:rPr lang="en-US" sz="1600" dirty="0" err="1">
                <a:latin typeface="Segoe UI Light" panose="020B0502040204020203" pitchFamily="34" charset="0"/>
                <a:cs typeface="Segoe UI Light" panose="020B0502040204020203" pitchFamily="34" charset="0"/>
              </a:rPr>
              <a:t>generación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mapas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detallados</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RAS Mapper,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2D Flow Areas – Export Layer. </a:t>
            </a: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67608" y="3527157"/>
            <a:ext cx="360000" cy="360000"/>
          </a:xfrm>
          <a:prstGeom prst="rect">
            <a:avLst/>
          </a:prstGeom>
        </p:spPr>
      </p:pic>
      <p:pic>
        <p:nvPicPr>
          <p:cNvPr id="14" name="Imagen 13">
            <a:extLst>
              <a:ext uri="{FF2B5EF4-FFF2-40B4-BE49-F238E27FC236}">
                <a16:creationId xmlns:a16="http://schemas.microsoft.com/office/drawing/2014/main" id="{F5EC63D6-ADFC-4802-AF96-BE986A89C1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3792" y="4895309"/>
            <a:ext cx="360000" cy="360000"/>
          </a:xfrm>
          <a:prstGeom prst="rect">
            <a:avLst/>
          </a:prstGeom>
        </p:spPr>
      </p:pic>
      <p:pic>
        <p:nvPicPr>
          <p:cNvPr id="15" name="Imagen 14">
            <a:extLst>
              <a:ext uri="{FF2B5EF4-FFF2-40B4-BE49-F238E27FC236}">
                <a16:creationId xmlns:a16="http://schemas.microsoft.com/office/drawing/2014/main" id="{7F98DCA6-3E88-4A30-A64D-8074005839E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84232" y="4896508"/>
            <a:ext cx="360000" cy="360000"/>
          </a:xfrm>
          <a:prstGeom prst="rect">
            <a:avLst/>
          </a:prstGeom>
        </p:spPr>
      </p:pic>
      <p:sp>
        <p:nvSpPr>
          <p:cNvPr id="9" name="1 Título">
            <a:extLst>
              <a:ext uri="{FF2B5EF4-FFF2-40B4-BE49-F238E27FC236}">
                <a16:creationId xmlns:a16="http://schemas.microsoft.com/office/drawing/2014/main" id="{09D3CF8E-284E-4FDA-8CD4-48016B1BC3D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Exportación de celdas, nodos y líneas de flujo a formato GIS</a:t>
            </a:r>
          </a:p>
        </p:txBody>
      </p:sp>
      <p:pic>
        <p:nvPicPr>
          <p:cNvPr id="11" name="Imagen 10">
            <a:extLst>
              <a:ext uri="{FF2B5EF4-FFF2-40B4-BE49-F238E27FC236}">
                <a16:creationId xmlns:a16="http://schemas.microsoft.com/office/drawing/2014/main" id="{F4910424-00EC-4D78-9605-12A57E446FC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5325965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348CC0E-3AB6-4DA2-9287-43BFD9FF129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03684" y="1698125"/>
            <a:ext cx="11784632" cy="4982867"/>
          </a:xfrm>
          <a:prstGeom prst="rect">
            <a:avLst/>
          </a:prstGeom>
        </p:spPr>
      </p:pic>
      <p:sp>
        <p:nvSpPr>
          <p:cNvPr id="8" name="7 CuadroTexto"/>
          <p:cNvSpPr txBox="1"/>
          <p:nvPr/>
        </p:nvSpPr>
        <p:spPr>
          <a:xfrm>
            <a:off x="1658507" y="476672"/>
            <a:ext cx="8874986" cy="1077218"/>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Save Features To Shapefile: </a:t>
            </a:r>
            <a:r>
              <a:rPr lang="en-US" sz="1600" dirty="0" err="1">
                <a:latin typeface="Segoe UI Light" panose="020B0502040204020203" pitchFamily="34" charset="0"/>
                <a:cs typeface="Segoe UI Light" panose="020B0502040204020203" pitchFamily="34" charset="0"/>
              </a:rPr>
              <a:t>Exporta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todas</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una region </a:t>
            </a:r>
            <a:r>
              <a:rPr lang="en-US" sz="1600" dirty="0" err="1">
                <a:latin typeface="Segoe UI Light" panose="020B0502040204020203" pitchFamily="34" charset="0"/>
                <a:cs typeface="Segoe UI Light" panose="020B0502040204020203" pitchFamily="34" charset="0"/>
              </a:rPr>
              <a:t>multiparte</a:t>
            </a:r>
            <a:r>
              <a:rPr lang="en-US" sz="1600" dirty="0">
                <a:latin typeface="Segoe UI Light" panose="020B0502040204020203" pitchFamily="34" charset="0"/>
                <a:cs typeface="Segoe UI Light" panose="020B0502040204020203" pitchFamily="34" charset="0"/>
              </a:rPr>
              <a:t> 3D de </a:t>
            </a:r>
            <a:r>
              <a:rPr lang="en-US" sz="1600" dirty="0" err="1">
                <a:latin typeface="Segoe UI Light" panose="020B0502040204020203" pitchFamily="34" charset="0"/>
                <a:cs typeface="Segoe UI Light" panose="020B0502040204020203" pitchFamily="34" charset="0"/>
              </a:rPr>
              <a:t>tipo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polígono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crear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independientes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ArcGIS, </a:t>
            </a:r>
            <a:r>
              <a:rPr lang="en-US" sz="1600" dirty="0" err="1">
                <a:latin typeface="Segoe UI Light" panose="020B0502040204020203" pitchFamily="34" charset="0"/>
                <a:cs typeface="Segoe UI Light" panose="020B0502040204020203" pitchFamily="34" charset="0"/>
              </a:rPr>
              <a:t>crear</a:t>
            </a:r>
            <a:r>
              <a:rPr lang="en-US" sz="1600" dirty="0">
                <a:latin typeface="Segoe UI Light" panose="020B0502040204020203" pitchFamily="34" charset="0"/>
                <a:cs typeface="Segoe UI Light" panose="020B0502040204020203" pitchFamily="34" charset="0"/>
              </a:rPr>
              <a:t> un </a:t>
            </a:r>
            <a:r>
              <a:rPr lang="en-US" sz="1600" dirty="0" err="1">
                <a:latin typeface="Segoe UI Light" panose="020B0502040204020203" pitchFamily="34" charset="0"/>
                <a:cs typeface="Segoe UI Light" panose="020B0502040204020203" pitchFamily="34" charset="0"/>
              </a:rPr>
              <a:t>mapa</a:t>
            </a:r>
            <a:r>
              <a:rPr lang="en-US" sz="1600" dirty="0">
                <a:latin typeface="Segoe UI Light" panose="020B0502040204020203" pitchFamily="34" charset="0"/>
                <a:cs typeface="Segoe UI Light" panose="020B0502040204020203" pitchFamily="34" charset="0"/>
              </a:rPr>
              <a:t> nuevo, </a:t>
            </a:r>
            <a:r>
              <a:rPr lang="en-US" sz="1600" dirty="0" err="1">
                <a:latin typeface="Segoe UI Light" panose="020B0502040204020203" pitchFamily="34" charset="0"/>
                <a:cs typeface="Segoe UI Light" panose="020B0502040204020203" pitchFamily="34" charset="0"/>
              </a:rPr>
              <a:t>agregar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capa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exportada</a:t>
            </a:r>
            <a:r>
              <a:rPr lang="en-US" sz="1600" dirty="0">
                <a:latin typeface="Segoe UI Light" panose="020B0502040204020203" pitchFamily="34" charset="0"/>
                <a:cs typeface="Segoe UI Light" panose="020B0502040204020203" pitchFamily="34" charset="0"/>
              </a:rPr>
              <a:t> de RAS Mapper y </a:t>
            </a:r>
            <a:r>
              <a:rPr lang="en-US" sz="1600" dirty="0" err="1">
                <a:latin typeface="Segoe UI Light" panose="020B0502040204020203" pitchFamily="34" charset="0"/>
                <a:cs typeface="Segoe UI Light" panose="020B0502040204020203" pitchFamily="34" charset="0"/>
              </a:rPr>
              <a:t>ejecutar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herramienta</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Multipart to Single Part</a:t>
            </a:r>
            <a:r>
              <a:rPr lang="en-US" sz="1600" dirty="0">
                <a:latin typeface="Segoe UI Light" panose="020B0502040204020203" pitchFamily="34" charset="0"/>
                <a:cs typeface="Segoe UI Light" panose="020B0502040204020203" pitchFamily="34" charset="0"/>
              </a:rPr>
              <a:t> disponible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err="1">
                <a:latin typeface="Segoe UI Light" panose="020B0502040204020203" pitchFamily="34" charset="0"/>
                <a:cs typeface="Segoe UI Light" panose="020B0502040204020203" pitchFamily="34" charset="0"/>
              </a:rPr>
              <a:t>ArcToolBox</a:t>
            </a:r>
            <a:r>
              <a:rPr lang="en-US" sz="1600" i="1" dirty="0">
                <a:latin typeface="Segoe UI Light" panose="020B0502040204020203" pitchFamily="34" charset="0"/>
                <a:cs typeface="Segoe UI Light" panose="020B0502040204020203" pitchFamily="34" charset="0"/>
              </a:rPr>
              <a:t> – Data Management Tools – Features</a:t>
            </a:r>
            <a:r>
              <a:rPr lang="en-US" sz="1600" dirty="0">
                <a:latin typeface="Segoe UI Light" panose="020B0502040204020203" pitchFamily="34" charset="0"/>
                <a:cs typeface="Segoe UI Light" panose="020B0502040204020203" pitchFamily="34" charset="0"/>
              </a:rPr>
              <a:t>. </a:t>
            </a:r>
            <a:endParaRPr lang="en-US" sz="1600" i="1" dirty="0">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95320371-2729-4A96-86F6-1669A0B50F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3792" y="6147323"/>
            <a:ext cx="360000" cy="360000"/>
          </a:xfrm>
          <a:prstGeom prst="rect">
            <a:avLst/>
          </a:prstGeom>
        </p:spPr>
      </p:pic>
      <p:pic>
        <p:nvPicPr>
          <p:cNvPr id="10" name="Imagen 9">
            <a:extLst>
              <a:ext uri="{FF2B5EF4-FFF2-40B4-BE49-F238E27FC236}">
                <a16:creationId xmlns:a16="http://schemas.microsoft.com/office/drawing/2014/main" id="{70C193E8-F45F-4817-8D88-9437861ADFE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76DFDECD-1584-4B76-B436-4E9017FC19A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Exportación de celdas, nodos y líneas de flujo a formato GIS</a:t>
            </a:r>
          </a:p>
        </p:txBody>
      </p:sp>
    </p:spTree>
    <p:extLst>
      <p:ext uri="{BB962C8B-B14F-4D97-AF65-F5344CB8AC3E}">
        <p14:creationId xmlns:p14="http://schemas.microsoft.com/office/powerpoint/2010/main" val="2865230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28772" y="438848"/>
            <a:ext cx="10534453" cy="1815882"/>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Save Features To KML: Exporta todas las celdas del modelo a un archivo Keyhole Markup Language (KML), para visualización en Google Earth.</a:t>
            </a:r>
          </a:p>
          <a:p>
            <a:pPr algn="just"/>
            <a:endParaRPr lang="en-US" sz="1600" i="1">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Create Point Shapefile for 2D Cells: Exporta los centros de celda a un archivo de formas compatible con GIS.</a:t>
            </a:r>
          </a:p>
          <a:p>
            <a:pPr algn="just"/>
            <a:endParaRPr lang="en-US" sz="1600" i="1">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Create Polygon Shapefile for 2D Cells: Exporta cada celda como polígono independiente a un archivo de formas compatible con GIS.</a:t>
            </a:r>
            <a:endParaRPr lang="en-US" sz="1600" i="1">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F46AE93D-FB41-4B0A-ACDD-ED229D4B4FFE}"/>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828773" y="2352029"/>
            <a:ext cx="10534453" cy="4317665"/>
          </a:xfrm>
          <a:prstGeom prst="rect">
            <a:avLst/>
          </a:prstGeom>
        </p:spPr>
      </p:pic>
      <p:pic>
        <p:nvPicPr>
          <p:cNvPr id="7" name="Imagen 6">
            <a:extLst>
              <a:ext uri="{FF2B5EF4-FFF2-40B4-BE49-F238E27FC236}">
                <a16:creationId xmlns:a16="http://schemas.microsoft.com/office/drawing/2014/main" id="{780A34D2-59D2-47AF-82D6-AA8E45CC415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15684C82-2492-48BE-A6C6-244BFA71810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Exportación de celdas, nodos y líneas de flujo a formato GIS</a:t>
            </a:r>
          </a:p>
        </p:txBody>
      </p:sp>
    </p:spTree>
    <p:extLst>
      <p:ext uri="{BB962C8B-B14F-4D97-AF65-F5344CB8AC3E}">
        <p14:creationId xmlns:p14="http://schemas.microsoft.com/office/powerpoint/2010/main" val="1158390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66528" y="476672"/>
            <a:ext cx="11352584"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Create Multi-Point Shapefile for 2D Cells: Exporta los centros de celda como una única entidad multipunto a un archivo de formas compatible con GIS.</a:t>
            </a:r>
          </a:p>
          <a:p>
            <a:pPr algn="just"/>
            <a:endParaRPr lang="en-US" sz="1600" i="1">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Create Flow Paths Shapefile for 2D Meshes: Exporta las líneas de dirección de flujo por cara de celdas de la malla compuesta a un archivo de formas compatible con GIS.</a:t>
            </a:r>
            <a:endParaRPr lang="en-US" sz="1600" i="1">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A8B838E0-F772-4801-859A-D3F03D612B8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66528" y="1916832"/>
            <a:ext cx="11352584" cy="4652985"/>
          </a:xfrm>
          <a:prstGeom prst="rect">
            <a:avLst/>
          </a:prstGeom>
        </p:spPr>
      </p:pic>
      <p:pic>
        <p:nvPicPr>
          <p:cNvPr id="7" name="Imagen 6">
            <a:extLst>
              <a:ext uri="{FF2B5EF4-FFF2-40B4-BE49-F238E27FC236}">
                <a16:creationId xmlns:a16="http://schemas.microsoft.com/office/drawing/2014/main" id="{454296EB-6AFC-468B-ADF8-854D020204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BF7BC2AF-5D20-4E30-A172-C210A12B055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Exportación de celdas, nodos y líneas de flujo a formato GIS</a:t>
            </a:r>
          </a:p>
        </p:txBody>
      </p:sp>
    </p:spTree>
    <p:extLst>
      <p:ext uri="{BB962C8B-B14F-4D97-AF65-F5344CB8AC3E}">
        <p14:creationId xmlns:p14="http://schemas.microsoft.com/office/powerpoint/2010/main" val="21612523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7486</TotalTime>
  <Words>3379</Words>
  <Application>Microsoft Office PowerPoint</Application>
  <PresentationFormat>Widescreen</PresentationFormat>
  <Paragraphs>279</Paragraphs>
  <Slides>49</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Orkney Light</vt:lpstr>
      <vt:lpstr>Segoe UI Light</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HCMC_4_3</dc:title>
  <dc:creator>master</dc:creator>
  <cp:lastModifiedBy>WILLIAM RICARDO AGUILAR PIÑA</cp:lastModifiedBy>
  <cp:revision>472</cp:revision>
  <dcterms:created xsi:type="dcterms:W3CDTF">2010-05-17T13:13:34Z</dcterms:created>
  <dcterms:modified xsi:type="dcterms:W3CDTF">2025-11-21T16:12:25Z</dcterms:modified>
</cp:coreProperties>
</file>