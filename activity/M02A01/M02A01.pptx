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25" r:id="rId2"/>
    <p:sldId id="301" r:id="rId3"/>
    <p:sldId id="289" r:id="rId4"/>
    <p:sldId id="302" r:id="rId5"/>
    <p:sldId id="326" r:id="rId6"/>
    <p:sldId id="327" r:id="rId7"/>
    <p:sldId id="303" r:id="rId8"/>
    <p:sldId id="306" r:id="rId9"/>
    <p:sldId id="305" r:id="rId10"/>
    <p:sldId id="328" r:id="rId11"/>
    <p:sldId id="304" r:id="rId12"/>
    <p:sldId id="384" r:id="rId13"/>
    <p:sldId id="385" r:id="rId14"/>
    <p:sldId id="386" r:id="rId1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3" autoAdjust="0"/>
    <p:restoredTop sz="93623" autoAdjust="0"/>
  </p:normalViewPr>
  <p:slideViewPr>
    <p:cSldViewPr>
      <p:cViewPr varScale="1">
        <p:scale>
          <a:sx n="121" d="100"/>
          <a:sy n="121" d="100"/>
        </p:scale>
        <p:origin x="480" y="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RICARDO AGUILAR PIÑA" userId="25538c52-b196-49fc-9025-2dd86a54f18a" providerId="ADAL" clId="{7ABFA7C1-500D-4F41-9135-2DE568180B07}"/>
    <pc:docChg chg="undo custSel addSld delSld modSld">
      <pc:chgData name="WILLIAM RICARDO AGUILAR PIÑA" userId="25538c52-b196-49fc-9025-2dd86a54f18a" providerId="ADAL" clId="{7ABFA7C1-500D-4F41-9135-2DE568180B07}" dt="2020-08-29T22:00:39.684" v="83" actId="1076"/>
      <pc:docMkLst>
        <pc:docMk/>
      </pc:docMkLst>
      <pc:sldChg chg="addSp delSp mod">
        <pc:chgData name="WILLIAM RICARDO AGUILAR PIÑA" userId="25538c52-b196-49fc-9025-2dd86a54f18a" providerId="ADAL" clId="{7ABFA7C1-500D-4F41-9135-2DE568180B07}" dt="2020-08-29T22:00:34.103" v="80" actId="22"/>
        <pc:sldMkLst>
          <pc:docMk/>
          <pc:sldMk cId="1349867334" sldId="383"/>
        </pc:sldMkLst>
        <pc:picChg chg="add del">
          <ac:chgData name="WILLIAM RICARDO AGUILAR PIÑA" userId="25538c52-b196-49fc-9025-2dd86a54f18a" providerId="ADAL" clId="{7ABFA7C1-500D-4F41-9135-2DE568180B07}" dt="2020-08-29T22:00:34.103" v="80" actId="22"/>
          <ac:picMkLst>
            <pc:docMk/>
            <pc:sldMk cId="1349867334" sldId="383"/>
            <ac:picMk id="4" creationId="{29FA9A18-7BCF-4E29-AA04-B4523689E1C2}"/>
          </ac:picMkLst>
        </pc:picChg>
      </pc:sldChg>
      <pc:sldChg chg="addSp modSp add mod">
        <pc:chgData name="WILLIAM RICARDO AGUILAR PIÑA" userId="25538c52-b196-49fc-9025-2dd86a54f18a" providerId="ADAL" clId="{7ABFA7C1-500D-4F41-9135-2DE568180B07}" dt="2020-08-29T21:52:19.403" v="29" actId="1076"/>
        <pc:sldMkLst>
          <pc:docMk/>
          <pc:sldMk cId="1845153868" sldId="384"/>
        </pc:sldMkLst>
        <pc:spChg chg="mod">
          <ac:chgData name="WILLIAM RICARDO AGUILAR PIÑA" userId="25538c52-b196-49fc-9025-2dd86a54f18a" providerId="ADAL" clId="{7ABFA7C1-500D-4F41-9135-2DE568180B07}" dt="2020-08-29T21:52:13.421" v="28" actId="20577"/>
          <ac:spMkLst>
            <pc:docMk/>
            <pc:sldMk cId="1845153868" sldId="384"/>
            <ac:spMk id="8" creationId="{00000000-0000-0000-0000-000000000000}"/>
          </ac:spMkLst>
        </pc:spChg>
        <pc:picChg chg="add mod">
          <ac:chgData name="WILLIAM RICARDO AGUILAR PIÑA" userId="25538c52-b196-49fc-9025-2dd86a54f18a" providerId="ADAL" clId="{7ABFA7C1-500D-4F41-9135-2DE568180B07}" dt="2020-08-29T21:52:19.403" v="29" actId="1076"/>
          <ac:picMkLst>
            <pc:docMk/>
            <pc:sldMk cId="1845153868" sldId="384"/>
            <ac:picMk id="3" creationId="{BBD4B990-010A-42F0-9360-5E846067304E}"/>
          </ac:picMkLst>
        </pc:picChg>
      </pc:sldChg>
      <pc:sldChg chg="addSp delSp modSp add mod">
        <pc:chgData name="WILLIAM RICARDO AGUILAR PIÑA" userId="25538c52-b196-49fc-9025-2dd86a54f18a" providerId="ADAL" clId="{7ABFA7C1-500D-4F41-9135-2DE568180B07}" dt="2020-08-29T22:00:39.684" v="83" actId="1076"/>
        <pc:sldMkLst>
          <pc:docMk/>
          <pc:sldMk cId="3499474682" sldId="385"/>
        </pc:sldMkLst>
        <pc:spChg chg="mod">
          <ac:chgData name="WILLIAM RICARDO AGUILAR PIÑA" userId="25538c52-b196-49fc-9025-2dd86a54f18a" providerId="ADAL" clId="{7ABFA7C1-500D-4F41-9135-2DE568180B07}" dt="2020-08-29T22:00:19.172" v="75" actId="20577"/>
          <ac:spMkLst>
            <pc:docMk/>
            <pc:sldMk cId="3499474682" sldId="385"/>
            <ac:spMk id="8" creationId="{00000000-0000-0000-0000-000000000000}"/>
          </ac:spMkLst>
        </pc:spChg>
        <pc:picChg chg="del">
          <ac:chgData name="WILLIAM RICARDO AGUILAR PIÑA" userId="25538c52-b196-49fc-9025-2dd86a54f18a" providerId="ADAL" clId="{7ABFA7C1-500D-4F41-9135-2DE568180B07}" dt="2020-08-29T22:00:20.852" v="76" actId="478"/>
          <ac:picMkLst>
            <pc:docMk/>
            <pc:sldMk cId="3499474682" sldId="385"/>
            <ac:picMk id="3" creationId="{BBD4B990-010A-42F0-9360-5E846067304E}"/>
          </ac:picMkLst>
        </pc:picChg>
        <pc:picChg chg="add mod">
          <ac:chgData name="WILLIAM RICARDO AGUILAR PIÑA" userId="25538c52-b196-49fc-9025-2dd86a54f18a" providerId="ADAL" clId="{7ABFA7C1-500D-4F41-9135-2DE568180B07}" dt="2020-08-29T22:00:39.684" v="83" actId="1076"/>
          <ac:picMkLst>
            <pc:docMk/>
            <pc:sldMk cId="3499474682" sldId="385"/>
            <ac:picMk id="4" creationId="{0429DD1A-6C33-45F4-9A3B-BD9324E27660}"/>
          </ac:picMkLst>
        </pc:picChg>
      </pc:sldChg>
      <pc:sldChg chg="add del">
        <pc:chgData name="WILLIAM RICARDO AGUILAR PIÑA" userId="25538c52-b196-49fc-9025-2dd86a54f18a" providerId="ADAL" clId="{7ABFA7C1-500D-4F41-9135-2DE568180B07}" dt="2020-08-29T22:00:25.540" v="78" actId="47"/>
        <pc:sldMkLst>
          <pc:docMk/>
          <pc:sldMk cId="2104069426" sldId="386"/>
        </pc:sldMkLst>
      </pc:sldChg>
    </pc:docChg>
  </pc:docChgLst>
  <pc:docChgLst>
    <pc:chgData name="WILLIAM RICARDO AGUILAR PIÑA" userId="25538c52-b196-49fc-9025-2dd86a54f18a" providerId="ADAL" clId="{92D76406-9DB8-4EA1-BEFE-7CE949DD8812}"/>
    <pc:docChg chg="undo redo custSel addSld delSld modSld modMainMaster">
      <pc:chgData name="WILLIAM RICARDO AGUILAR PIÑA" userId="25538c52-b196-49fc-9025-2dd86a54f18a" providerId="ADAL" clId="{92D76406-9DB8-4EA1-BEFE-7CE949DD8812}" dt="2019-03-18T20:38:17.524" v="812"/>
      <pc:docMkLst>
        <pc:docMk/>
      </pc:docMkLst>
      <pc:sldChg chg="modSp del setBg">
        <pc:chgData name="WILLIAM RICARDO AGUILAR PIÑA" userId="25538c52-b196-49fc-9025-2dd86a54f18a" providerId="ADAL" clId="{92D76406-9DB8-4EA1-BEFE-7CE949DD8812}" dt="2019-03-18T15:09:31.364" v="15" actId="2696"/>
        <pc:sldMkLst>
          <pc:docMk/>
          <pc:sldMk cId="0" sldId="256"/>
        </pc:sldMkLst>
        <pc:spChg chg="mod">
          <ac:chgData name="WILLIAM RICARDO AGUILAR PIÑA" userId="25538c52-b196-49fc-9025-2dd86a54f18a" providerId="ADAL" clId="{92D76406-9DB8-4EA1-BEFE-7CE949DD8812}" dt="2019-03-18T15:08:30.597" v="1"/>
          <ac:spMkLst>
            <pc:docMk/>
            <pc:sldMk cId="0" sldId="256"/>
            <ac:spMk id="4" creationId="{00000000-0000-0000-0000-000000000000}"/>
          </ac:spMkLst>
        </pc:spChg>
        <pc:spChg chg="mod">
          <ac:chgData name="WILLIAM RICARDO AGUILAR PIÑA" userId="25538c52-b196-49fc-9025-2dd86a54f18a" providerId="ADAL" clId="{92D76406-9DB8-4EA1-BEFE-7CE949DD8812}" dt="2019-03-18T15:08:30.597" v="1"/>
          <ac:spMkLst>
            <pc:docMk/>
            <pc:sldMk cId="0" sldId="256"/>
            <ac:spMk id="7" creationId="{00000000-0000-0000-0000-000000000000}"/>
          </ac:spMkLst>
        </pc:spChg>
        <pc:spChg chg="mod">
          <ac:chgData name="WILLIAM RICARDO AGUILAR PIÑA" userId="25538c52-b196-49fc-9025-2dd86a54f18a" providerId="ADAL" clId="{92D76406-9DB8-4EA1-BEFE-7CE949DD8812}" dt="2019-03-18T15:08:56.372" v="7"/>
          <ac:spMkLst>
            <pc:docMk/>
            <pc:sldMk cId="0" sldId="256"/>
            <ac:spMk id="8" creationId="{00000000-0000-0000-0000-000000000000}"/>
          </ac:spMkLst>
        </pc:spChg>
        <pc:spChg chg="mod">
          <ac:chgData name="WILLIAM RICARDO AGUILAR PIÑA" userId="25538c52-b196-49fc-9025-2dd86a54f18a" providerId="ADAL" clId="{92D76406-9DB8-4EA1-BEFE-7CE949DD8812}" dt="2019-03-18T15:08:30.597" v="1"/>
          <ac:spMkLst>
            <pc:docMk/>
            <pc:sldMk cId="0" sldId="256"/>
            <ac:spMk id="22530" creationId="{00000000-0000-0000-0000-000000000000}"/>
          </ac:spMkLst>
        </pc:spChg>
      </pc:sldChg>
      <pc:sldChg chg="addSp delSp modSp">
        <pc:chgData name="WILLIAM RICARDO AGUILAR PIÑA" userId="25538c52-b196-49fc-9025-2dd86a54f18a" providerId="ADAL" clId="{92D76406-9DB8-4EA1-BEFE-7CE949DD8812}" dt="2019-03-18T15:55:54.800" v="662" actId="1076"/>
        <pc:sldMkLst>
          <pc:docMk/>
          <pc:sldMk cId="1805327859" sldId="289"/>
        </pc:sldMkLst>
        <pc:spChg chg="mod">
          <ac:chgData name="WILLIAM RICARDO AGUILAR PIÑA" userId="25538c52-b196-49fc-9025-2dd86a54f18a" providerId="ADAL" clId="{92D76406-9DB8-4EA1-BEFE-7CE949DD8812}" dt="2019-03-18T15:55:54.800" v="662" actId="1076"/>
          <ac:spMkLst>
            <pc:docMk/>
            <pc:sldMk cId="1805327859" sldId="289"/>
            <ac:spMk id="8" creationId="{00000000-0000-0000-0000-000000000000}"/>
          </ac:spMkLst>
        </pc:spChg>
        <pc:spChg chg="del mod">
          <ac:chgData name="WILLIAM RICARDO AGUILAR PIÑA" userId="25538c52-b196-49fc-9025-2dd86a54f18a" providerId="ADAL" clId="{92D76406-9DB8-4EA1-BEFE-7CE949DD8812}" dt="2019-03-18T15:09:39.721" v="16" actId="478"/>
          <ac:spMkLst>
            <pc:docMk/>
            <pc:sldMk cId="1805327859" sldId="289"/>
            <ac:spMk id="22530" creationId="{00000000-0000-0000-0000-000000000000}"/>
          </ac:spMkLst>
        </pc:spChg>
        <pc:picChg chg="add">
          <ac:chgData name="WILLIAM RICARDO AGUILAR PIÑA" userId="25538c52-b196-49fc-9025-2dd86a54f18a" providerId="ADAL" clId="{92D76406-9DB8-4EA1-BEFE-7CE949DD8812}" dt="2019-03-18T15:15:01.121" v="88"/>
          <ac:picMkLst>
            <pc:docMk/>
            <pc:sldMk cId="1805327859" sldId="289"/>
            <ac:picMk id="4" creationId="{B703F925-D2B1-4B2A-BF1F-895894CBCA12}"/>
          </ac:picMkLst>
        </pc:picChg>
      </pc:sldChg>
      <pc:sldChg chg="delSp modSp del">
        <pc:chgData name="WILLIAM RICARDO AGUILAR PIÑA" userId="25538c52-b196-49fc-9025-2dd86a54f18a" providerId="ADAL" clId="{92D76406-9DB8-4EA1-BEFE-7CE949DD8812}" dt="2019-03-18T15:09:49.984" v="23" actId="2696"/>
        <pc:sldMkLst>
          <pc:docMk/>
          <pc:sldMk cId="655422725" sldId="298"/>
        </pc:sldMkLst>
        <pc:spChg chg="mod">
          <ac:chgData name="WILLIAM RICARDO AGUILAR PIÑA" userId="25538c52-b196-49fc-9025-2dd86a54f18a" providerId="ADAL" clId="{92D76406-9DB8-4EA1-BEFE-7CE949DD8812}" dt="2019-03-18T15:08:30.597" v="1"/>
          <ac:spMkLst>
            <pc:docMk/>
            <pc:sldMk cId="655422725" sldId="298"/>
            <ac:spMk id="7" creationId="{00000000-0000-0000-0000-000000000000}"/>
          </ac:spMkLst>
        </pc:spChg>
        <pc:spChg chg="del mod">
          <ac:chgData name="WILLIAM RICARDO AGUILAR PIÑA" userId="25538c52-b196-49fc-9025-2dd86a54f18a" providerId="ADAL" clId="{92D76406-9DB8-4EA1-BEFE-7CE949DD8812}" dt="2019-03-18T15:09:47.188" v="22" actId="478"/>
          <ac:spMkLst>
            <pc:docMk/>
            <pc:sldMk cId="655422725" sldId="298"/>
            <ac:spMk id="22530" creationId="{00000000-0000-0000-0000-000000000000}"/>
          </ac:spMkLst>
        </pc:spChg>
      </pc:sldChg>
      <pc:sldChg chg="addSp delSp modSp">
        <pc:chgData name="WILLIAM RICARDO AGUILAR PIÑA" userId="25538c52-b196-49fc-9025-2dd86a54f18a" providerId="ADAL" clId="{92D76406-9DB8-4EA1-BEFE-7CE949DD8812}" dt="2019-03-18T15:54:14.383" v="579" actId="6549"/>
        <pc:sldMkLst>
          <pc:docMk/>
          <pc:sldMk cId="2852190545" sldId="301"/>
        </pc:sldMkLst>
        <pc:spChg chg="mod">
          <ac:chgData name="WILLIAM RICARDO AGUILAR PIÑA" userId="25538c52-b196-49fc-9025-2dd86a54f18a" providerId="ADAL" clId="{92D76406-9DB8-4EA1-BEFE-7CE949DD8812}" dt="2019-03-18T15:54:14.383" v="579" actId="6549"/>
          <ac:spMkLst>
            <pc:docMk/>
            <pc:sldMk cId="2852190545" sldId="301"/>
            <ac:spMk id="8" creationId="{00000000-0000-0000-0000-000000000000}"/>
          </ac:spMkLst>
        </pc:spChg>
        <pc:spChg chg="del mod">
          <ac:chgData name="WILLIAM RICARDO AGUILAR PIÑA" userId="25538c52-b196-49fc-9025-2dd86a54f18a" providerId="ADAL" clId="{92D76406-9DB8-4EA1-BEFE-7CE949DD8812}" dt="2019-03-18T15:10:00.951" v="24" actId="478"/>
          <ac:spMkLst>
            <pc:docMk/>
            <pc:sldMk cId="2852190545" sldId="301"/>
            <ac:spMk id="22530" creationId="{00000000-0000-0000-0000-000000000000}"/>
          </ac:spMkLst>
        </pc:spChg>
        <pc:picChg chg="add">
          <ac:chgData name="WILLIAM RICARDO AGUILAR PIÑA" userId="25538c52-b196-49fc-9025-2dd86a54f18a" providerId="ADAL" clId="{92D76406-9DB8-4EA1-BEFE-7CE949DD8812}" dt="2019-03-18T15:15:00.476" v="87"/>
          <ac:picMkLst>
            <pc:docMk/>
            <pc:sldMk cId="2852190545" sldId="301"/>
            <ac:picMk id="4" creationId="{23AD8F0F-8D2C-4861-BD14-A8FA5AFD98AA}"/>
          </ac:picMkLst>
        </pc:picChg>
      </pc:sldChg>
      <pc:sldChg chg="addSp delSp modSp">
        <pc:chgData name="WILLIAM RICARDO AGUILAR PIÑA" userId="25538c52-b196-49fc-9025-2dd86a54f18a" providerId="ADAL" clId="{92D76406-9DB8-4EA1-BEFE-7CE949DD8812}" dt="2019-03-18T15:15:51.838" v="110" actId="1076"/>
        <pc:sldMkLst>
          <pc:docMk/>
          <pc:sldMk cId="2508220553" sldId="302"/>
        </pc:sldMkLst>
        <pc:spChg chg="mod">
          <ac:chgData name="WILLIAM RICARDO AGUILAR PIÑA" userId="25538c52-b196-49fc-9025-2dd86a54f18a" providerId="ADAL" clId="{92D76406-9DB8-4EA1-BEFE-7CE949DD8812}" dt="2019-03-18T15:15:51.838" v="110" actId="1076"/>
          <ac:spMkLst>
            <pc:docMk/>
            <pc:sldMk cId="2508220553" sldId="302"/>
            <ac:spMk id="8" creationId="{00000000-0000-0000-0000-000000000000}"/>
          </ac:spMkLst>
        </pc:spChg>
        <pc:spChg chg="del mod">
          <ac:chgData name="WILLIAM RICARDO AGUILAR PIÑA" userId="25538c52-b196-49fc-9025-2dd86a54f18a" providerId="ADAL" clId="{92D76406-9DB8-4EA1-BEFE-7CE949DD8812}" dt="2019-03-18T15:09:41.033" v="17" actId="478"/>
          <ac:spMkLst>
            <pc:docMk/>
            <pc:sldMk cId="2508220553" sldId="302"/>
            <ac:spMk id="22530" creationId="{00000000-0000-0000-0000-000000000000}"/>
          </ac:spMkLst>
        </pc:spChg>
        <pc:picChg chg="del mod">
          <ac:chgData name="WILLIAM RICARDO AGUILAR PIÑA" userId="25538c52-b196-49fc-9025-2dd86a54f18a" providerId="ADAL" clId="{92D76406-9DB8-4EA1-BEFE-7CE949DD8812}" dt="2019-03-18T15:15:38.283" v="104" actId="478"/>
          <ac:picMkLst>
            <pc:docMk/>
            <pc:sldMk cId="2508220553" sldId="302"/>
            <ac:picMk id="2" creationId="{00000000-0000-0000-0000-000000000000}"/>
          </ac:picMkLst>
        </pc:picChg>
        <pc:picChg chg="add">
          <ac:chgData name="WILLIAM RICARDO AGUILAR PIÑA" userId="25538c52-b196-49fc-9025-2dd86a54f18a" providerId="ADAL" clId="{92D76406-9DB8-4EA1-BEFE-7CE949DD8812}" dt="2019-03-18T15:15:01.714" v="89"/>
          <ac:picMkLst>
            <pc:docMk/>
            <pc:sldMk cId="2508220553" sldId="302"/>
            <ac:picMk id="5" creationId="{1B56169D-EF4F-43DD-B5DC-2BA90E31E4E0}"/>
          </ac:picMkLst>
        </pc:picChg>
      </pc:sldChg>
      <pc:sldChg chg="addSp delSp modSp">
        <pc:chgData name="WILLIAM RICARDO AGUILAR PIÑA" userId="25538c52-b196-49fc-9025-2dd86a54f18a" providerId="ADAL" clId="{92D76406-9DB8-4EA1-BEFE-7CE949DD8812}" dt="2019-03-18T19:36:28.479" v="682"/>
        <pc:sldMkLst>
          <pc:docMk/>
          <pc:sldMk cId="3679889023" sldId="303"/>
        </pc:sldMkLst>
        <pc:spChg chg="mod">
          <ac:chgData name="WILLIAM RICARDO AGUILAR PIÑA" userId="25538c52-b196-49fc-9025-2dd86a54f18a" providerId="ADAL" clId="{92D76406-9DB8-4EA1-BEFE-7CE949DD8812}" dt="2019-03-18T15:57:01.400" v="670" actId="115"/>
          <ac:spMkLst>
            <pc:docMk/>
            <pc:sldMk cId="3679889023" sldId="303"/>
            <ac:spMk id="8" creationId="{00000000-0000-0000-0000-000000000000}"/>
          </ac:spMkLst>
        </pc:spChg>
        <pc:spChg chg="del mod">
          <ac:chgData name="WILLIAM RICARDO AGUILAR PIÑA" userId="25538c52-b196-49fc-9025-2dd86a54f18a" providerId="ADAL" clId="{92D76406-9DB8-4EA1-BEFE-7CE949DD8812}" dt="2019-03-18T15:15:25.532" v="98" actId="478"/>
          <ac:spMkLst>
            <pc:docMk/>
            <pc:sldMk cId="3679889023" sldId="303"/>
            <ac:spMk id="9" creationId="{00000000-0000-0000-0000-000000000000}"/>
          </ac:spMkLst>
        </pc:spChg>
        <pc:spChg chg="add del">
          <ac:chgData name="WILLIAM RICARDO AGUILAR PIÑA" userId="25538c52-b196-49fc-9025-2dd86a54f18a" providerId="ADAL" clId="{92D76406-9DB8-4EA1-BEFE-7CE949DD8812}" dt="2019-03-18T19:36:28.479" v="682"/>
          <ac:spMkLst>
            <pc:docMk/>
            <pc:sldMk cId="3679889023" sldId="303"/>
            <ac:spMk id="9" creationId="{2201871C-0F66-4A41-9861-E1F1D3615C1C}"/>
          </ac:spMkLst>
        </pc:spChg>
        <pc:spChg chg="mod">
          <ac:chgData name="WILLIAM RICARDO AGUILAR PIÑA" userId="25538c52-b196-49fc-9025-2dd86a54f18a" providerId="ADAL" clId="{92D76406-9DB8-4EA1-BEFE-7CE949DD8812}" dt="2019-03-18T15:17:55.434" v="141"/>
          <ac:spMkLst>
            <pc:docMk/>
            <pc:sldMk cId="3679889023" sldId="303"/>
            <ac:spMk id="11" creationId="{00000000-0000-0000-0000-000000000000}"/>
          </ac:spMkLst>
        </pc:spChg>
        <pc:spChg chg="del mod">
          <ac:chgData name="WILLIAM RICARDO AGUILAR PIÑA" userId="25538c52-b196-49fc-9025-2dd86a54f18a" providerId="ADAL" clId="{92D76406-9DB8-4EA1-BEFE-7CE949DD8812}" dt="2019-03-18T15:24:13.504" v="289" actId="478"/>
          <ac:spMkLst>
            <pc:docMk/>
            <pc:sldMk cId="3679889023" sldId="303"/>
            <ac:spMk id="13" creationId="{00000000-0000-0000-0000-000000000000}"/>
          </ac:spMkLst>
        </pc:spChg>
        <pc:spChg chg="add mod">
          <ac:chgData name="WILLIAM RICARDO AGUILAR PIÑA" userId="25538c52-b196-49fc-9025-2dd86a54f18a" providerId="ADAL" clId="{92D76406-9DB8-4EA1-BEFE-7CE949DD8812}" dt="2019-03-18T15:18:24.319" v="174" actId="2711"/>
          <ac:spMkLst>
            <pc:docMk/>
            <pc:sldMk cId="3679889023" sldId="303"/>
            <ac:spMk id="15" creationId="{48FDB198-DF09-4D2E-8914-2C7140288BC7}"/>
          </ac:spMkLst>
        </pc:spChg>
        <pc:spChg chg="del mod">
          <ac:chgData name="WILLIAM RICARDO AGUILAR PIÑA" userId="25538c52-b196-49fc-9025-2dd86a54f18a" providerId="ADAL" clId="{92D76406-9DB8-4EA1-BEFE-7CE949DD8812}" dt="2019-03-18T15:09:42.299" v="18" actId="478"/>
          <ac:spMkLst>
            <pc:docMk/>
            <pc:sldMk cId="3679889023" sldId="303"/>
            <ac:spMk id="22530" creationId="{00000000-0000-0000-0000-000000000000}"/>
          </ac:spMkLst>
        </pc:spChg>
        <pc:grpChg chg="del mod">
          <ac:chgData name="WILLIAM RICARDO AGUILAR PIÑA" userId="25538c52-b196-49fc-9025-2dd86a54f18a" providerId="ADAL" clId="{92D76406-9DB8-4EA1-BEFE-7CE949DD8812}" dt="2019-03-18T15:18:19.258" v="173" actId="478"/>
          <ac:grpSpMkLst>
            <pc:docMk/>
            <pc:sldMk cId="3679889023" sldId="303"/>
            <ac:grpSpMk id="10" creationId="{00000000-0000-0000-0000-000000000000}"/>
          </ac:grpSpMkLst>
        </pc:grpChg>
        <pc:picChg chg="del mod">
          <ac:chgData name="WILLIAM RICARDO AGUILAR PIÑA" userId="25538c52-b196-49fc-9025-2dd86a54f18a" providerId="ADAL" clId="{92D76406-9DB8-4EA1-BEFE-7CE949DD8812}" dt="2019-03-18T15:22:31.189" v="253"/>
          <ac:picMkLst>
            <pc:docMk/>
            <pc:sldMk cId="3679889023" sldId="303"/>
            <ac:picMk id="3" creationId="{00000000-0000-0000-0000-000000000000}"/>
          </ac:picMkLst>
        </pc:picChg>
        <pc:picChg chg="mod modCrop">
          <ac:chgData name="WILLIAM RICARDO AGUILAR PIÑA" userId="25538c52-b196-49fc-9025-2dd86a54f18a" providerId="ADAL" clId="{92D76406-9DB8-4EA1-BEFE-7CE949DD8812}" dt="2019-03-18T15:25:38.907" v="312" actId="1038"/>
          <ac:picMkLst>
            <pc:docMk/>
            <pc:sldMk cId="3679889023" sldId="303"/>
            <ac:picMk id="5" creationId="{00000000-0000-0000-0000-000000000000}"/>
          </ac:picMkLst>
        </pc:picChg>
        <pc:picChg chg="mod">
          <ac:chgData name="WILLIAM RICARDO AGUILAR PIÑA" userId="25538c52-b196-49fc-9025-2dd86a54f18a" providerId="ADAL" clId="{92D76406-9DB8-4EA1-BEFE-7CE949DD8812}" dt="2019-03-18T15:25:38.907" v="312" actId="1038"/>
          <ac:picMkLst>
            <pc:docMk/>
            <pc:sldMk cId="3679889023" sldId="303"/>
            <ac:picMk id="6" creationId="{00000000-0000-0000-0000-000000000000}"/>
          </ac:picMkLst>
        </pc:picChg>
        <pc:picChg chg="del mod">
          <ac:chgData name="WILLIAM RICARDO AGUILAR PIÑA" userId="25538c52-b196-49fc-9025-2dd86a54f18a" providerId="ADAL" clId="{92D76406-9DB8-4EA1-BEFE-7CE949DD8812}" dt="2019-03-18T15:15:18.104" v="96" actId="478"/>
          <ac:picMkLst>
            <pc:docMk/>
            <pc:sldMk cId="3679889023" sldId="303"/>
            <ac:picMk id="7" creationId="{00000000-0000-0000-0000-000000000000}"/>
          </ac:picMkLst>
        </pc:picChg>
        <pc:picChg chg="add">
          <ac:chgData name="WILLIAM RICARDO AGUILAR PIÑA" userId="25538c52-b196-49fc-9025-2dd86a54f18a" providerId="ADAL" clId="{92D76406-9DB8-4EA1-BEFE-7CE949DD8812}" dt="2019-03-18T15:15:02.202" v="90"/>
          <ac:picMkLst>
            <pc:docMk/>
            <pc:sldMk cId="3679889023" sldId="303"/>
            <ac:picMk id="14" creationId="{707C8DF3-9F33-4E25-B441-C6CDC77C36A0}"/>
          </ac:picMkLst>
        </pc:picChg>
        <pc:picChg chg="add mod">
          <ac:chgData name="WILLIAM RICARDO AGUILAR PIÑA" userId="25538c52-b196-49fc-9025-2dd86a54f18a" providerId="ADAL" clId="{92D76406-9DB8-4EA1-BEFE-7CE949DD8812}" dt="2019-03-18T15:29:39.259" v="387" actId="1076"/>
          <ac:picMkLst>
            <pc:docMk/>
            <pc:sldMk cId="3679889023" sldId="303"/>
            <ac:picMk id="16" creationId="{10AC904D-BCD3-42C1-AE1A-4126172B0163}"/>
          </ac:picMkLst>
        </pc:picChg>
        <pc:picChg chg="add mod">
          <ac:chgData name="WILLIAM RICARDO AGUILAR PIÑA" userId="25538c52-b196-49fc-9025-2dd86a54f18a" providerId="ADAL" clId="{92D76406-9DB8-4EA1-BEFE-7CE949DD8812}" dt="2019-03-18T15:29:42.922" v="389" actId="1076"/>
          <ac:picMkLst>
            <pc:docMk/>
            <pc:sldMk cId="3679889023" sldId="303"/>
            <ac:picMk id="17" creationId="{C13F5675-752E-4C1B-B2A3-537910281499}"/>
          </ac:picMkLst>
        </pc:picChg>
      </pc:sldChg>
      <pc:sldChg chg="addSp delSp modSp">
        <pc:chgData name="WILLIAM RICARDO AGUILAR PIÑA" userId="25538c52-b196-49fc-9025-2dd86a54f18a" providerId="ADAL" clId="{92D76406-9DB8-4EA1-BEFE-7CE949DD8812}" dt="2019-03-18T15:35:29.844" v="558" actId="14100"/>
        <pc:sldMkLst>
          <pc:docMk/>
          <pc:sldMk cId="35860298" sldId="304"/>
        </pc:sldMkLst>
        <pc:spChg chg="mod">
          <ac:chgData name="WILLIAM RICARDO AGUILAR PIÑA" userId="25538c52-b196-49fc-9025-2dd86a54f18a" providerId="ADAL" clId="{92D76406-9DB8-4EA1-BEFE-7CE949DD8812}" dt="2019-03-18T15:35:18.480" v="554" actId="1076"/>
          <ac:spMkLst>
            <pc:docMk/>
            <pc:sldMk cId="35860298" sldId="304"/>
            <ac:spMk id="8" creationId="{00000000-0000-0000-0000-000000000000}"/>
          </ac:spMkLst>
        </pc:spChg>
        <pc:spChg chg="mod">
          <ac:chgData name="WILLIAM RICARDO AGUILAR PIÑA" userId="25538c52-b196-49fc-9025-2dd86a54f18a" providerId="ADAL" clId="{92D76406-9DB8-4EA1-BEFE-7CE949DD8812}" dt="2019-03-18T15:33:27.706" v="527" actId="255"/>
          <ac:spMkLst>
            <pc:docMk/>
            <pc:sldMk cId="35860298" sldId="304"/>
            <ac:spMk id="11" creationId="{00000000-0000-0000-0000-000000000000}"/>
          </ac:spMkLst>
        </pc:spChg>
        <pc:spChg chg="add mod">
          <ac:chgData name="WILLIAM RICARDO AGUILAR PIÑA" userId="25538c52-b196-49fc-9025-2dd86a54f18a" providerId="ADAL" clId="{92D76406-9DB8-4EA1-BEFE-7CE949DD8812}" dt="2019-03-18T15:33:20.619" v="526"/>
          <ac:spMkLst>
            <pc:docMk/>
            <pc:sldMk cId="35860298" sldId="304"/>
            <ac:spMk id="16" creationId="{EA75630C-F6E1-4B50-BA0B-20DF7641DFA5}"/>
          </ac:spMkLst>
        </pc:spChg>
        <pc:spChg chg="mod">
          <ac:chgData name="WILLIAM RICARDO AGUILAR PIÑA" userId="25538c52-b196-49fc-9025-2dd86a54f18a" providerId="ADAL" clId="{92D76406-9DB8-4EA1-BEFE-7CE949DD8812}" dt="2019-03-18T15:35:29.844" v="558" actId="14100"/>
          <ac:spMkLst>
            <pc:docMk/>
            <pc:sldMk cId="35860298" sldId="304"/>
            <ac:spMk id="17" creationId="{00000000-0000-0000-0000-000000000000}"/>
          </ac:spMkLst>
        </pc:spChg>
        <pc:spChg chg="mod">
          <ac:chgData name="WILLIAM RICARDO AGUILAR PIÑA" userId="25538c52-b196-49fc-9025-2dd86a54f18a" providerId="ADAL" clId="{92D76406-9DB8-4EA1-BEFE-7CE949DD8812}" dt="2019-03-18T15:35:29.844" v="558" actId="14100"/>
          <ac:spMkLst>
            <pc:docMk/>
            <pc:sldMk cId="35860298" sldId="304"/>
            <ac:spMk id="21" creationId="{00000000-0000-0000-0000-000000000000}"/>
          </ac:spMkLst>
        </pc:spChg>
        <pc:spChg chg="del mod">
          <ac:chgData name="WILLIAM RICARDO AGUILAR PIÑA" userId="25538c52-b196-49fc-9025-2dd86a54f18a" providerId="ADAL" clId="{92D76406-9DB8-4EA1-BEFE-7CE949DD8812}" dt="2019-03-18T15:09:46.157" v="21" actId="478"/>
          <ac:spMkLst>
            <pc:docMk/>
            <pc:sldMk cId="35860298" sldId="304"/>
            <ac:spMk id="22530" creationId="{00000000-0000-0000-0000-000000000000}"/>
          </ac:spMkLst>
        </pc:spChg>
        <pc:grpChg chg="add mod">
          <ac:chgData name="WILLIAM RICARDO AGUILAR PIÑA" userId="25538c52-b196-49fc-9025-2dd86a54f18a" providerId="ADAL" clId="{92D76406-9DB8-4EA1-BEFE-7CE949DD8812}" dt="2019-03-18T15:35:22.004" v="556" actId="1038"/>
          <ac:grpSpMkLst>
            <pc:docMk/>
            <pc:sldMk cId="35860298" sldId="304"/>
            <ac:grpSpMk id="3" creationId="{10372458-46D7-4EA4-B810-F1D4D24D06B9}"/>
          </ac:grpSpMkLst>
        </pc:grpChg>
        <pc:grpChg chg="del mod">
          <ac:chgData name="WILLIAM RICARDO AGUILAR PIÑA" userId="25538c52-b196-49fc-9025-2dd86a54f18a" providerId="ADAL" clId="{92D76406-9DB8-4EA1-BEFE-7CE949DD8812}" dt="2019-03-18T15:34:18.064" v="540" actId="478"/>
          <ac:grpSpMkLst>
            <pc:docMk/>
            <pc:sldMk cId="35860298" sldId="304"/>
            <ac:grpSpMk id="10" creationId="{00000000-0000-0000-0000-000000000000}"/>
          </ac:grpSpMkLst>
        </pc:grpChg>
        <pc:picChg chg="mod">
          <ac:chgData name="WILLIAM RICARDO AGUILAR PIÑA" userId="25538c52-b196-49fc-9025-2dd86a54f18a" providerId="ADAL" clId="{92D76406-9DB8-4EA1-BEFE-7CE949DD8812}" dt="2019-03-18T15:35:03.030" v="549" actId="164"/>
          <ac:picMkLst>
            <pc:docMk/>
            <pc:sldMk cId="35860298" sldId="304"/>
            <ac:picMk id="2" creationId="{00000000-0000-0000-0000-000000000000}"/>
          </ac:picMkLst>
        </pc:picChg>
        <pc:picChg chg="add">
          <ac:chgData name="WILLIAM RICARDO AGUILAR PIÑA" userId="25538c52-b196-49fc-9025-2dd86a54f18a" providerId="ADAL" clId="{92D76406-9DB8-4EA1-BEFE-7CE949DD8812}" dt="2019-03-18T15:15:04.110" v="93"/>
          <ac:picMkLst>
            <pc:docMk/>
            <pc:sldMk cId="35860298" sldId="304"/>
            <ac:picMk id="14" creationId="{D136E322-F382-417C-AEAA-FF8F0A13C6E4}"/>
          </ac:picMkLst>
        </pc:picChg>
        <pc:picChg chg="add del">
          <ac:chgData name="WILLIAM RICARDO AGUILAR PIÑA" userId="25538c52-b196-49fc-9025-2dd86a54f18a" providerId="ADAL" clId="{92D76406-9DB8-4EA1-BEFE-7CE949DD8812}" dt="2019-03-18T15:15:05.703" v="95" actId="478"/>
          <ac:picMkLst>
            <pc:docMk/>
            <pc:sldMk cId="35860298" sldId="304"/>
            <ac:picMk id="15" creationId="{E3889441-7115-4EE8-BA24-AE0C49E365E1}"/>
          </ac:picMkLst>
        </pc:picChg>
        <pc:cxnChg chg="mod">
          <ac:chgData name="WILLIAM RICARDO AGUILAR PIÑA" userId="25538c52-b196-49fc-9025-2dd86a54f18a" providerId="ADAL" clId="{92D76406-9DB8-4EA1-BEFE-7CE949DD8812}" dt="2019-03-18T15:35:03.030" v="549" actId="164"/>
          <ac:cxnSpMkLst>
            <pc:docMk/>
            <pc:sldMk cId="35860298" sldId="304"/>
            <ac:cxnSpMk id="4" creationId="{00000000-0000-0000-0000-000000000000}"/>
          </ac:cxnSpMkLst>
        </pc:cxnChg>
        <pc:cxnChg chg="mod">
          <ac:chgData name="WILLIAM RICARDO AGUILAR PIÑA" userId="25538c52-b196-49fc-9025-2dd86a54f18a" providerId="ADAL" clId="{92D76406-9DB8-4EA1-BEFE-7CE949DD8812}" dt="2019-03-18T15:35:03.030" v="549" actId="164"/>
          <ac:cxnSpMkLst>
            <pc:docMk/>
            <pc:sldMk cId="35860298" sldId="304"/>
            <ac:cxnSpMk id="6" creationId="{00000000-0000-0000-0000-000000000000}"/>
          </ac:cxnSpMkLst>
        </pc:cxnChg>
        <pc:cxnChg chg="mod">
          <ac:chgData name="WILLIAM RICARDO AGUILAR PIÑA" userId="25538c52-b196-49fc-9025-2dd86a54f18a" providerId="ADAL" clId="{92D76406-9DB8-4EA1-BEFE-7CE949DD8812}" dt="2019-03-18T15:35:03.030" v="549" actId="164"/>
          <ac:cxnSpMkLst>
            <pc:docMk/>
            <pc:sldMk cId="35860298" sldId="304"/>
            <ac:cxnSpMk id="19" creationId="{00000000-0000-0000-0000-000000000000}"/>
          </ac:cxnSpMkLst>
        </pc:cxnChg>
        <pc:cxnChg chg="mod">
          <ac:chgData name="WILLIAM RICARDO AGUILAR PIÑA" userId="25538c52-b196-49fc-9025-2dd86a54f18a" providerId="ADAL" clId="{92D76406-9DB8-4EA1-BEFE-7CE949DD8812}" dt="2019-03-18T15:35:03.030" v="549" actId="164"/>
          <ac:cxnSpMkLst>
            <pc:docMk/>
            <pc:sldMk cId="35860298" sldId="304"/>
            <ac:cxnSpMk id="20" creationId="{00000000-0000-0000-0000-000000000000}"/>
          </ac:cxnSpMkLst>
        </pc:cxnChg>
      </pc:sldChg>
      <pc:sldChg chg="addSp delSp modSp">
        <pc:chgData name="WILLIAM RICARDO AGUILAR PIÑA" userId="25538c52-b196-49fc-9025-2dd86a54f18a" providerId="ADAL" clId="{92D76406-9DB8-4EA1-BEFE-7CE949DD8812}" dt="2019-03-18T15:57:54.254" v="679" actId="20577"/>
        <pc:sldMkLst>
          <pc:docMk/>
          <pc:sldMk cId="520397469" sldId="305"/>
        </pc:sldMkLst>
        <pc:spChg chg="mod">
          <ac:chgData name="WILLIAM RICARDO AGUILAR PIÑA" userId="25538c52-b196-49fc-9025-2dd86a54f18a" providerId="ADAL" clId="{92D76406-9DB8-4EA1-BEFE-7CE949DD8812}" dt="2019-03-18T15:57:43.160" v="676" actId="14100"/>
          <ac:spMkLst>
            <pc:docMk/>
            <pc:sldMk cId="520397469" sldId="305"/>
            <ac:spMk id="8" creationId="{00000000-0000-0000-0000-000000000000}"/>
          </ac:spMkLst>
        </pc:spChg>
        <pc:spChg chg="add mod">
          <ac:chgData name="WILLIAM RICARDO AGUILAR PIÑA" userId="25538c52-b196-49fc-9025-2dd86a54f18a" providerId="ADAL" clId="{92D76406-9DB8-4EA1-BEFE-7CE949DD8812}" dt="2019-03-18T15:57:36.299" v="674" actId="2711"/>
          <ac:spMkLst>
            <pc:docMk/>
            <pc:sldMk cId="520397469" sldId="305"/>
            <ac:spMk id="13" creationId="{26C7081B-3F0F-4BE6-8063-A5CC9172B0B3}"/>
          </ac:spMkLst>
        </pc:spChg>
        <pc:spChg chg="mod">
          <ac:chgData name="WILLIAM RICARDO AGUILAR PIÑA" userId="25538c52-b196-49fc-9025-2dd86a54f18a" providerId="ADAL" clId="{92D76406-9DB8-4EA1-BEFE-7CE949DD8812}" dt="2019-03-18T15:57:48.440" v="677" actId="1076"/>
          <ac:spMkLst>
            <pc:docMk/>
            <pc:sldMk cId="520397469" sldId="305"/>
            <ac:spMk id="14" creationId="{00000000-0000-0000-0000-000000000000}"/>
          </ac:spMkLst>
        </pc:spChg>
        <pc:spChg chg="mod">
          <ac:chgData name="WILLIAM RICARDO AGUILAR PIÑA" userId="25538c52-b196-49fc-9025-2dd86a54f18a" providerId="ADAL" clId="{92D76406-9DB8-4EA1-BEFE-7CE949DD8812}" dt="2019-03-18T15:57:36.299" v="674" actId="2711"/>
          <ac:spMkLst>
            <pc:docMk/>
            <pc:sldMk cId="520397469" sldId="305"/>
            <ac:spMk id="20" creationId="{00000000-0000-0000-0000-000000000000}"/>
          </ac:spMkLst>
        </pc:spChg>
        <pc:spChg chg="mod">
          <ac:chgData name="WILLIAM RICARDO AGUILAR PIÑA" userId="25538c52-b196-49fc-9025-2dd86a54f18a" providerId="ADAL" clId="{92D76406-9DB8-4EA1-BEFE-7CE949DD8812}" dt="2019-03-18T15:57:54.254" v="679" actId="20577"/>
          <ac:spMkLst>
            <pc:docMk/>
            <pc:sldMk cId="520397469" sldId="305"/>
            <ac:spMk id="21" creationId="{00000000-0000-0000-0000-000000000000}"/>
          </ac:spMkLst>
        </pc:spChg>
        <pc:spChg chg="del mod">
          <ac:chgData name="WILLIAM RICARDO AGUILAR PIÑA" userId="25538c52-b196-49fc-9025-2dd86a54f18a" providerId="ADAL" clId="{92D76406-9DB8-4EA1-BEFE-7CE949DD8812}" dt="2019-03-18T15:09:44.329" v="20" actId="478"/>
          <ac:spMkLst>
            <pc:docMk/>
            <pc:sldMk cId="520397469" sldId="305"/>
            <ac:spMk id="22530" creationId="{00000000-0000-0000-0000-000000000000}"/>
          </ac:spMkLst>
        </pc:spChg>
        <pc:picChg chg="mod">
          <ac:chgData name="WILLIAM RICARDO AGUILAR PIÑA" userId="25538c52-b196-49fc-9025-2dd86a54f18a" providerId="ADAL" clId="{92D76406-9DB8-4EA1-BEFE-7CE949DD8812}" dt="2019-03-18T15:31:40.570" v="514" actId="1038"/>
          <ac:picMkLst>
            <pc:docMk/>
            <pc:sldMk cId="520397469" sldId="305"/>
            <ac:picMk id="2" creationId="{00000000-0000-0000-0000-000000000000}"/>
          </ac:picMkLst>
        </pc:picChg>
        <pc:picChg chg="mod">
          <ac:chgData name="WILLIAM RICARDO AGUILAR PIÑA" userId="25538c52-b196-49fc-9025-2dd86a54f18a" providerId="ADAL" clId="{92D76406-9DB8-4EA1-BEFE-7CE949DD8812}" dt="2019-03-18T15:31:37.454" v="511" actId="1038"/>
          <ac:picMkLst>
            <pc:docMk/>
            <pc:sldMk cId="520397469" sldId="305"/>
            <ac:picMk id="4" creationId="{00000000-0000-0000-0000-000000000000}"/>
          </ac:picMkLst>
        </pc:picChg>
        <pc:picChg chg="add">
          <ac:chgData name="WILLIAM RICARDO AGUILAR PIÑA" userId="25538c52-b196-49fc-9025-2dd86a54f18a" providerId="ADAL" clId="{92D76406-9DB8-4EA1-BEFE-7CE949DD8812}" dt="2019-03-18T15:15:03.485" v="92"/>
          <ac:picMkLst>
            <pc:docMk/>
            <pc:sldMk cId="520397469" sldId="305"/>
            <ac:picMk id="12" creationId="{051AD6AB-17E7-4FA4-A0A8-4194B954C11E}"/>
          </ac:picMkLst>
        </pc:picChg>
        <pc:picChg chg="add mod">
          <ac:chgData name="WILLIAM RICARDO AGUILAR PIÑA" userId="25538c52-b196-49fc-9025-2dd86a54f18a" providerId="ADAL" clId="{92D76406-9DB8-4EA1-BEFE-7CE949DD8812}" dt="2019-03-18T15:30:18.977" v="393" actId="1076"/>
          <ac:picMkLst>
            <pc:docMk/>
            <pc:sldMk cId="520397469" sldId="305"/>
            <ac:picMk id="15" creationId="{E583A3A4-1E13-4C47-AD4E-80669497F05F}"/>
          </ac:picMkLst>
        </pc:picChg>
        <pc:picChg chg="add mod">
          <ac:chgData name="WILLIAM RICARDO AGUILAR PIÑA" userId="25538c52-b196-49fc-9025-2dd86a54f18a" providerId="ADAL" clId="{92D76406-9DB8-4EA1-BEFE-7CE949DD8812}" dt="2019-03-18T15:32:03.903" v="515" actId="1076"/>
          <ac:picMkLst>
            <pc:docMk/>
            <pc:sldMk cId="520397469" sldId="305"/>
            <ac:picMk id="16" creationId="{1C4AB649-243B-49AE-AAFA-CB64918CD419}"/>
          </ac:picMkLst>
        </pc:picChg>
        <pc:picChg chg="mod">
          <ac:chgData name="WILLIAM RICARDO AGUILAR PIÑA" userId="25538c52-b196-49fc-9025-2dd86a54f18a" providerId="ADAL" clId="{92D76406-9DB8-4EA1-BEFE-7CE949DD8812}" dt="2019-03-18T15:31:30.093" v="507" actId="1038"/>
          <ac:picMkLst>
            <pc:docMk/>
            <pc:sldMk cId="520397469" sldId="305"/>
            <ac:picMk id="17" creationId="{00000000-0000-0000-0000-000000000000}"/>
          </ac:picMkLst>
        </pc:picChg>
        <pc:picChg chg="mod">
          <ac:chgData name="WILLIAM RICARDO AGUILAR PIÑA" userId="25538c52-b196-49fc-9025-2dd86a54f18a" providerId="ADAL" clId="{92D76406-9DB8-4EA1-BEFE-7CE949DD8812}" dt="2019-03-18T15:31:30.093" v="507" actId="1038"/>
          <ac:picMkLst>
            <pc:docMk/>
            <pc:sldMk cId="520397469" sldId="305"/>
            <ac:picMk id="18" creationId="{00000000-0000-0000-0000-000000000000}"/>
          </ac:picMkLst>
        </pc:picChg>
        <pc:picChg chg="del mod">
          <ac:chgData name="WILLIAM RICARDO AGUILAR PIÑA" userId="25538c52-b196-49fc-9025-2dd86a54f18a" providerId="ADAL" clId="{92D76406-9DB8-4EA1-BEFE-7CE949DD8812}" dt="2019-03-18T15:27:07.038" v="332" actId="478"/>
          <ac:picMkLst>
            <pc:docMk/>
            <pc:sldMk cId="520397469" sldId="305"/>
            <ac:picMk id="19" creationId="{00000000-0000-0000-0000-000000000000}"/>
          </ac:picMkLst>
        </pc:picChg>
      </pc:sldChg>
      <pc:sldChg chg="addSp delSp modSp">
        <pc:chgData name="WILLIAM RICARDO AGUILAR PIÑA" userId="25538c52-b196-49fc-9025-2dd86a54f18a" providerId="ADAL" clId="{92D76406-9DB8-4EA1-BEFE-7CE949DD8812}" dt="2019-03-18T15:57:07.735" v="673" actId="1038"/>
        <pc:sldMkLst>
          <pc:docMk/>
          <pc:sldMk cId="3353640100" sldId="306"/>
        </pc:sldMkLst>
        <pc:spChg chg="add mod">
          <ac:chgData name="WILLIAM RICARDO AGUILAR PIÑA" userId="25538c52-b196-49fc-9025-2dd86a54f18a" providerId="ADAL" clId="{92D76406-9DB8-4EA1-BEFE-7CE949DD8812}" dt="2019-03-18T15:26:51.529" v="329" actId="164"/>
          <ac:spMkLst>
            <pc:docMk/>
            <pc:sldMk cId="3353640100" sldId="306"/>
            <ac:spMk id="2" creationId="{55AC9E68-0099-4D85-B422-84C66E4611D3}"/>
          </ac:spMkLst>
        </pc:spChg>
        <pc:spChg chg="add">
          <ac:chgData name="WILLIAM RICARDO AGUILAR PIÑA" userId="25538c52-b196-49fc-9025-2dd86a54f18a" providerId="ADAL" clId="{92D76406-9DB8-4EA1-BEFE-7CE949DD8812}" dt="2019-03-18T15:19:52.740" v="195"/>
          <ac:spMkLst>
            <pc:docMk/>
            <pc:sldMk cId="3353640100" sldId="306"/>
            <ac:spMk id="6" creationId="{AA291F0A-FA97-477E-8E5E-475BEDD69F68}"/>
          </ac:spMkLst>
        </pc:spChg>
        <pc:spChg chg="mod">
          <ac:chgData name="WILLIAM RICARDO AGUILAR PIÑA" userId="25538c52-b196-49fc-9025-2dd86a54f18a" providerId="ADAL" clId="{92D76406-9DB8-4EA1-BEFE-7CE949DD8812}" dt="2019-03-18T15:57:07.735" v="673" actId="1038"/>
          <ac:spMkLst>
            <pc:docMk/>
            <pc:sldMk cId="3353640100" sldId="306"/>
            <ac:spMk id="8" creationId="{00000000-0000-0000-0000-000000000000}"/>
          </ac:spMkLst>
        </pc:spChg>
        <pc:spChg chg="del mod">
          <ac:chgData name="WILLIAM RICARDO AGUILAR PIÑA" userId="25538c52-b196-49fc-9025-2dd86a54f18a" providerId="ADAL" clId="{92D76406-9DB8-4EA1-BEFE-7CE949DD8812}" dt="2019-03-18T15:09:43.408" v="19" actId="478"/>
          <ac:spMkLst>
            <pc:docMk/>
            <pc:sldMk cId="3353640100" sldId="306"/>
            <ac:spMk id="22530" creationId="{00000000-0000-0000-0000-000000000000}"/>
          </ac:spMkLst>
        </pc:spChg>
        <pc:grpChg chg="add mod">
          <ac:chgData name="WILLIAM RICARDO AGUILAR PIÑA" userId="25538c52-b196-49fc-9025-2dd86a54f18a" providerId="ADAL" clId="{92D76406-9DB8-4EA1-BEFE-7CE949DD8812}" dt="2019-03-18T15:26:51.529" v="329" actId="164"/>
          <ac:grpSpMkLst>
            <pc:docMk/>
            <pc:sldMk cId="3353640100" sldId="306"/>
            <ac:grpSpMk id="3" creationId="{CDA76989-5A7B-4B11-A0E7-FE6C764BB600}"/>
          </ac:grpSpMkLst>
        </pc:grpChg>
        <pc:picChg chg="add">
          <ac:chgData name="WILLIAM RICARDO AGUILAR PIÑA" userId="25538c52-b196-49fc-9025-2dd86a54f18a" providerId="ADAL" clId="{92D76406-9DB8-4EA1-BEFE-7CE949DD8812}" dt="2019-03-18T15:15:02.811" v="91"/>
          <ac:picMkLst>
            <pc:docMk/>
            <pc:sldMk cId="3353640100" sldId="306"/>
            <ac:picMk id="5" creationId="{A5864E21-3A76-458E-A830-D5BF851BCAEA}"/>
          </ac:picMkLst>
        </pc:picChg>
        <pc:picChg chg="del mod">
          <ac:chgData name="WILLIAM RICARDO AGUILAR PIÑA" userId="25538c52-b196-49fc-9025-2dd86a54f18a" providerId="ADAL" clId="{92D76406-9DB8-4EA1-BEFE-7CE949DD8812}" dt="2019-03-18T15:19:55.485" v="196" actId="478"/>
          <ac:picMkLst>
            <pc:docMk/>
            <pc:sldMk cId="3353640100" sldId="306"/>
            <ac:picMk id="7" creationId="{00000000-0000-0000-0000-000000000000}"/>
          </ac:picMkLst>
        </pc:picChg>
        <pc:picChg chg="add mod">
          <ac:chgData name="WILLIAM RICARDO AGUILAR PIÑA" userId="25538c52-b196-49fc-9025-2dd86a54f18a" providerId="ADAL" clId="{92D76406-9DB8-4EA1-BEFE-7CE949DD8812}" dt="2019-03-18T15:26:51.529" v="329" actId="164"/>
          <ac:picMkLst>
            <pc:docMk/>
            <pc:sldMk cId="3353640100" sldId="306"/>
            <ac:picMk id="9" creationId="{87EA649E-7D13-4F37-8A9A-654703252C49}"/>
          </ac:picMkLst>
        </pc:picChg>
      </pc:sldChg>
      <pc:sldChg chg="modSp add">
        <pc:chgData name="WILLIAM RICARDO AGUILAR PIÑA" userId="25538c52-b196-49fc-9025-2dd86a54f18a" providerId="ADAL" clId="{92D76406-9DB8-4EA1-BEFE-7CE949DD8812}" dt="2019-03-18T20:09:14.971" v="699" actId="20577"/>
        <pc:sldMkLst>
          <pc:docMk/>
          <pc:sldMk cId="0" sldId="325"/>
        </pc:sldMkLst>
        <pc:spChg chg="mod">
          <ac:chgData name="WILLIAM RICARDO AGUILAR PIÑA" userId="25538c52-b196-49fc-9025-2dd86a54f18a" providerId="ADAL" clId="{92D76406-9DB8-4EA1-BEFE-7CE949DD8812}" dt="2019-03-18T20:09:14.971" v="699" actId="20577"/>
          <ac:spMkLst>
            <pc:docMk/>
            <pc:sldMk cId="0" sldId="325"/>
            <ac:spMk id="10" creationId="{7F6DDFB0-630E-45A2-B5EE-AB34BE184EC4}"/>
          </ac:spMkLst>
        </pc:spChg>
        <pc:spChg chg="mod">
          <ac:chgData name="WILLIAM RICARDO AGUILAR PIÑA" userId="25538c52-b196-49fc-9025-2dd86a54f18a" providerId="ADAL" clId="{92D76406-9DB8-4EA1-BEFE-7CE949DD8812}" dt="2019-03-18T16:17:03.415" v="680"/>
          <ac:spMkLst>
            <pc:docMk/>
            <pc:sldMk cId="0" sldId="325"/>
            <ac:spMk id="17" creationId="{CF602DD4-6CD6-45A5-8387-11EC9AEA487E}"/>
          </ac:spMkLst>
        </pc:spChg>
      </pc:sldChg>
      <pc:sldChg chg="addSp modSp add">
        <pc:chgData name="WILLIAM RICARDO AGUILAR PIÑA" userId="25538c52-b196-49fc-9025-2dd86a54f18a" providerId="ADAL" clId="{92D76406-9DB8-4EA1-BEFE-7CE949DD8812}" dt="2019-03-18T15:29:50.204" v="391" actId="1076"/>
        <pc:sldMkLst>
          <pc:docMk/>
          <pc:sldMk cId="4010257984" sldId="326"/>
        </pc:sldMkLst>
        <pc:spChg chg="add mod">
          <ac:chgData name="WILLIAM RICARDO AGUILAR PIÑA" userId="25538c52-b196-49fc-9025-2dd86a54f18a" providerId="ADAL" clId="{92D76406-9DB8-4EA1-BEFE-7CE949DD8812}" dt="2019-03-18T15:16:33.242" v="114"/>
          <ac:spMkLst>
            <pc:docMk/>
            <pc:sldMk cId="4010257984" sldId="326"/>
            <ac:spMk id="6" creationId="{9ABD4B59-C6E2-4F51-82AB-511073BA4E26}"/>
          </ac:spMkLst>
        </pc:spChg>
        <pc:spChg chg="mod">
          <ac:chgData name="WILLIAM RICARDO AGUILAR PIÑA" userId="25538c52-b196-49fc-9025-2dd86a54f18a" providerId="ADAL" clId="{92D76406-9DB8-4EA1-BEFE-7CE949DD8812}" dt="2019-03-18T15:16:56.464" v="133" actId="14100"/>
          <ac:spMkLst>
            <pc:docMk/>
            <pc:sldMk cId="4010257984" sldId="326"/>
            <ac:spMk id="8" creationId="{00000000-0000-0000-0000-000000000000}"/>
          </ac:spMkLst>
        </pc:spChg>
        <pc:picChg chg="mod">
          <ac:chgData name="WILLIAM RICARDO AGUILAR PIÑA" userId="25538c52-b196-49fc-9025-2dd86a54f18a" providerId="ADAL" clId="{92D76406-9DB8-4EA1-BEFE-7CE949DD8812}" dt="2019-03-18T15:16:47.368" v="129" actId="1035"/>
          <ac:picMkLst>
            <pc:docMk/>
            <pc:sldMk cId="4010257984" sldId="326"/>
            <ac:picMk id="2" creationId="{00000000-0000-0000-0000-000000000000}"/>
          </ac:picMkLst>
        </pc:picChg>
        <pc:picChg chg="add mod">
          <ac:chgData name="WILLIAM RICARDO AGUILAR PIÑA" userId="25538c52-b196-49fc-9025-2dd86a54f18a" providerId="ADAL" clId="{92D76406-9DB8-4EA1-BEFE-7CE949DD8812}" dt="2019-03-18T15:29:50.204" v="391" actId="1076"/>
          <ac:picMkLst>
            <pc:docMk/>
            <pc:sldMk cId="4010257984" sldId="326"/>
            <ac:picMk id="7" creationId="{58976FD2-C932-465D-BF99-CA136DBDF5C6}"/>
          </ac:picMkLst>
        </pc:picChg>
      </pc:sldChg>
      <pc:sldChg chg="modSp add">
        <pc:chgData name="WILLIAM RICARDO AGUILAR PIÑA" userId="25538c52-b196-49fc-9025-2dd86a54f18a" providerId="ADAL" clId="{92D76406-9DB8-4EA1-BEFE-7CE949DD8812}" dt="2019-03-18T15:17:14.879" v="138" actId="1076"/>
        <pc:sldMkLst>
          <pc:docMk/>
          <pc:sldMk cId="2344311843" sldId="327"/>
        </pc:sldMkLst>
        <pc:spChg chg="mod">
          <ac:chgData name="WILLIAM RICARDO AGUILAR PIÑA" userId="25538c52-b196-49fc-9025-2dd86a54f18a" providerId="ADAL" clId="{92D76406-9DB8-4EA1-BEFE-7CE949DD8812}" dt="2019-03-18T15:17:14.879" v="138" actId="1076"/>
          <ac:spMkLst>
            <pc:docMk/>
            <pc:sldMk cId="2344311843" sldId="327"/>
            <ac:spMk id="8" creationId="{00000000-0000-0000-0000-000000000000}"/>
          </ac:spMkLst>
        </pc:spChg>
      </pc:sldChg>
      <pc:sldChg chg="addSp delSp modSp add">
        <pc:chgData name="WILLIAM RICARDO AGUILAR PIÑA" userId="25538c52-b196-49fc-9025-2dd86a54f18a" providerId="ADAL" clId="{92D76406-9DB8-4EA1-BEFE-7CE949DD8812}" dt="2019-03-18T15:33:08.595" v="523" actId="478"/>
        <pc:sldMkLst>
          <pc:docMk/>
          <pc:sldMk cId="4248613705" sldId="328"/>
        </pc:sldMkLst>
        <pc:spChg chg="add del">
          <ac:chgData name="WILLIAM RICARDO AGUILAR PIÑA" userId="25538c52-b196-49fc-9025-2dd86a54f18a" providerId="ADAL" clId="{92D76406-9DB8-4EA1-BEFE-7CE949DD8812}" dt="2019-03-18T15:33:08.595" v="523" actId="478"/>
          <ac:spMkLst>
            <pc:docMk/>
            <pc:sldMk cId="4248613705" sldId="328"/>
            <ac:spMk id="4" creationId="{146F707E-C445-43E2-B923-5B7F97BC367F}"/>
          </ac:spMkLst>
        </pc:spChg>
        <pc:spChg chg="mod">
          <ac:chgData name="WILLIAM RICARDO AGUILAR PIÑA" userId="25538c52-b196-49fc-9025-2dd86a54f18a" providerId="ADAL" clId="{92D76406-9DB8-4EA1-BEFE-7CE949DD8812}" dt="2019-03-18T15:33:01.757" v="521" actId="1076"/>
          <ac:spMkLst>
            <pc:docMk/>
            <pc:sldMk cId="4248613705" sldId="328"/>
            <ac:spMk id="8" creationId="{00000000-0000-0000-0000-000000000000}"/>
          </ac:spMkLst>
        </pc:spChg>
      </pc:sldChg>
      <pc:sldChg chg="modSp del">
        <pc:chgData name="WILLIAM RICARDO AGUILAR PIÑA" userId="25538c52-b196-49fc-9025-2dd86a54f18a" providerId="ADAL" clId="{92D76406-9DB8-4EA1-BEFE-7CE949DD8812}" dt="2019-03-18T15:08:36.627" v="2" actId="2696"/>
        <pc:sldMkLst>
          <pc:docMk/>
          <pc:sldMk cId="1100490243" sldId="335"/>
        </pc:sldMkLst>
        <pc:spChg chg="mod">
          <ac:chgData name="WILLIAM RICARDO AGUILAR PIÑA" userId="25538c52-b196-49fc-9025-2dd86a54f18a" providerId="ADAL" clId="{92D76406-9DB8-4EA1-BEFE-7CE949DD8812}" dt="2019-03-18T15:08:30.597" v="1"/>
          <ac:spMkLst>
            <pc:docMk/>
            <pc:sldMk cId="1100490243" sldId="335"/>
            <ac:spMk id="8" creationId="{00000000-0000-0000-0000-000000000000}"/>
          </ac:spMkLst>
        </pc:spChg>
        <pc:spChg chg="mod">
          <ac:chgData name="WILLIAM RICARDO AGUILAR PIÑA" userId="25538c52-b196-49fc-9025-2dd86a54f18a" providerId="ADAL" clId="{92D76406-9DB8-4EA1-BEFE-7CE949DD8812}" dt="2019-03-18T15:08:30.597" v="1"/>
          <ac:spMkLst>
            <pc:docMk/>
            <pc:sldMk cId="1100490243" sldId="335"/>
            <ac:spMk id="22530" creationId="{00000000-0000-0000-0000-000000000000}"/>
          </ac:spMkLst>
        </pc:spChg>
        <pc:picChg chg="mod">
          <ac:chgData name="WILLIAM RICARDO AGUILAR PIÑA" userId="25538c52-b196-49fc-9025-2dd86a54f18a" providerId="ADAL" clId="{92D76406-9DB8-4EA1-BEFE-7CE949DD8812}" dt="2019-03-18T15:08:30.597" v="1"/>
          <ac:picMkLst>
            <pc:docMk/>
            <pc:sldMk cId="1100490243" sldId="335"/>
            <ac:picMk id="4" creationId="{7257BE22-3040-4ADE-AB9C-F87907C45C28}"/>
          </ac:picMkLst>
        </pc:picChg>
      </pc:sldChg>
      <pc:sldChg chg="modSp add del">
        <pc:chgData name="WILLIAM RICARDO AGUILAR PIÑA" userId="25538c52-b196-49fc-9025-2dd86a54f18a" providerId="ADAL" clId="{92D76406-9DB8-4EA1-BEFE-7CE949DD8812}" dt="2019-03-18T20:38:17.524" v="812"/>
        <pc:sldMkLst>
          <pc:docMk/>
          <pc:sldMk cId="1616861817" sldId="385"/>
        </pc:sldMkLst>
        <pc:spChg chg="mod">
          <ac:chgData name="WILLIAM RICARDO AGUILAR PIÑA" userId="25538c52-b196-49fc-9025-2dd86a54f18a" providerId="ADAL" clId="{92D76406-9DB8-4EA1-BEFE-7CE949DD8812}" dt="2019-03-18T20:11:40.501" v="777" actId="20577"/>
          <ac:spMkLst>
            <pc:docMk/>
            <pc:sldMk cId="1616861817" sldId="385"/>
            <ac:spMk id="6" creationId="{3572065F-81C1-454C-8E77-453E36FB65E9}"/>
          </ac:spMkLst>
        </pc:spChg>
        <pc:spChg chg="mod">
          <ac:chgData name="WILLIAM RICARDO AGUILAR PIÑA" userId="25538c52-b196-49fc-9025-2dd86a54f18a" providerId="ADAL" clId="{92D76406-9DB8-4EA1-BEFE-7CE949DD8812}" dt="2019-03-18T20:12:08.596" v="810" actId="6549"/>
          <ac:spMkLst>
            <pc:docMk/>
            <pc:sldMk cId="1616861817" sldId="385"/>
            <ac:spMk id="10" creationId="{3C8F0254-7FFF-4740-ADD5-BE60C0C74588}"/>
          </ac:spMkLst>
        </pc:spChg>
      </pc:sldChg>
      <pc:sldMasterChg chg="modSp setBg modSldLayout">
        <pc:chgData name="WILLIAM RICARDO AGUILAR PIÑA" userId="25538c52-b196-49fc-9025-2dd86a54f18a" providerId="ADAL" clId="{92D76406-9DB8-4EA1-BEFE-7CE949DD8812}" dt="2019-03-18T15:08:49.374" v="6"/>
        <pc:sldMasterMkLst>
          <pc:docMk/>
          <pc:sldMasterMk cId="0" sldId="2147483648"/>
        </pc:sldMasterMkLst>
        <pc:spChg chg="mod">
          <ac:chgData name="WILLIAM RICARDO AGUILAR PIÑA" userId="25538c52-b196-49fc-9025-2dd86a54f18a" providerId="ADAL" clId="{92D76406-9DB8-4EA1-BEFE-7CE949DD8812}" dt="2019-03-18T15:08:30.597" v="1"/>
          <ac:spMkLst>
            <pc:docMk/>
            <pc:sldMasterMk cId="0" sldId="2147483648"/>
            <ac:spMk id="2" creationId="{00000000-0000-0000-0000-000000000000}"/>
          </ac:spMkLst>
        </pc:spChg>
        <pc:spChg chg="mod">
          <ac:chgData name="WILLIAM RICARDO AGUILAR PIÑA" userId="25538c52-b196-49fc-9025-2dd86a54f18a" providerId="ADAL" clId="{92D76406-9DB8-4EA1-BEFE-7CE949DD8812}" dt="2019-03-18T15:08:30.597" v="1"/>
          <ac:spMkLst>
            <pc:docMk/>
            <pc:sldMasterMk cId="0" sldId="2147483648"/>
            <ac:spMk id="3" creationId="{00000000-0000-0000-0000-000000000000}"/>
          </ac:spMkLst>
        </pc:spChg>
        <pc:spChg chg="mod">
          <ac:chgData name="WILLIAM RICARDO AGUILAR PIÑA" userId="25538c52-b196-49fc-9025-2dd86a54f18a" providerId="ADAL" clId="{92D76406-9DB8-4EA1-BEFE-7CE949DD8812}" dt="2019-03-18T15:08:30.597" v="1"/>
          <ac:spMkLst>
            <pc:docMk/>
            <pc:sldMasterMk cId="0" sldId="2147483648"/>
            <ac:spMk id="4" creationId="{00000000-0000-0000-0000-000000000000}"/>
          </ac:spMkLst>
        </pc:spChg>
        <pc:spChg chg="mod">
          <ac:chgData name="WILLIAM RICARDO AGUILAR PIÑA" userId="25538c52-b196-49fc-9025-2dd86a54f18a" providerId="ADAL" clId="{92D76406-9DB8-4EA1-BEFE-7CE949DD8812}" dt="2019-03-18T15:08:30.597" v="1"/>
          <ac:spMkLst>
            <pc:docMk/>
            <pc:sldMasterMk cId="0" sldId="2147483648"/>
            <ac:spMk id="5" creationId="{00000000-0000-0000-0000-000000000000}"/>
          </ac:spMkLst>
        </pc:spChg>
        <pc:spChg chg="mod">
          <ac:chgData name="WILLIAM RICARDO AGUILAR PIÑA" userId="25538c52-b196-49fc-9025-2dd86a54f18a" providerId="ADAL" clId="{92D76406-9DB8-4EA1-BEFE-7CE949DD8812}" dt="2019-03-18T15:08:30.597" v="1"/>
          <ac:spMkLst>
            <pc:docMk/>
            <pc:sldMasterMk cId="0" sldId="2147483648"/>
            <ac:spMk id="6" creationId="{00000000-0000-0000-0000-000000000000}"/>
          </ac:spMkLst>
        </pc:spChg>
        <pc:sldLayoutChg chg="modSp setBg">
          <pc:chgData name="WILLIAM RICARDO AGUILAR PIÑA" userId="25538c52-b196-49fc-9025-2dd86a54f18a" providerId="ADAL" clId="{92D76406-9DB8-4EA1-BEFE-7CE949DD8812}" dt="2019-03-18T15:08:49.374" v="6"/>
          <pc:sldLayoutMkLst>
            <pc:docMk/>
            <pc:sldMasterMk cId="0" sldId="2147483648"/>
            <pc:sldLayoutMk cId="0" sldId="2147483649"/>
          </pc:sldLayoutMkLst>
          <pc:spChg chg="mod">
            <ac:chgData name="WILLIAM RICARDO AGUILAR PIÑA" userId="25538c52-b196-49fc-9025-2dd86a54f18a" providerId="ADAL" clId="{92D76406-9DB8-4EA1-BEFE-7CE949DD8812}" dt="2019-03-18T15:08:30.597" v="1"/>
            <ac:spMkLst>
              <pc:docMk/>
              <pc:sldMasterMk cId="0" sldId="2147483648"/>
              <pc:sldLayoutMk cId="0" sldId="2147483649"/>
              <ac:spMk id="2" creationId="{00000000-0000-0000-0000-000000000000}"/>
            </ac:spMkLst>
          </pc:spChg>
          <pc:spChg chg="mod">
            <ac:chgData name="WILLIAM RICARDO AGUILAR PIÑA" userId="25538c52-b196-49fc-9025-2dd86a54f18a" providerId="ADAL" clId="{92D76406-9DB8-4EA1-BEFE-7CE949DD8812}" dt="2019-03-18T15:08:30.597" v="1"/>
            <ac:spMkLst>
              <pc:docMk/>
              <pc:sldMasterMk cId="0" sldId="2147483648"/>
              <pc:sldLayoutMk cId="0" sldId="2147483649"/>
              <ac:spMk id="3" creationId="{00000000-0000-0000-0000-000000000000}"/>
            </ac:spMkLst>
          </pc:spChg>
        </pc:sldLayoutChg>
        <pc:sldLayoutChg chg="setBg">
          <pc:chgData name="WILLIAM RICARDO AGUILAR PIÑA" userId="25538c52-b196-49fc-9025-2dd86a54f18a" providerId="ADAL" clId="{92D76406-9DB8-4EA1-BEFE-7CE949DD8812}" dt="2019-03-18T15:08:49.374" v="6"/>
          <pc:sldLayoutMkLst>
            <pc:docMk/>
            <pc:sldMasterMk cId="0" sldId="2147483648"/>
            <pc:sldLayoutMk cId="0" sldId="2147483650"/>
          </pc:sldLayoutMkLst>
        </pc:sldLayoutChg>
        <pc:sldLayoutChg chg="modSp setBg">
          <pc:chgData name="WILLIAM RICARDO AGUILAR PIÑA" userId="25538c52-b196-49fc-9025-2dd86a54f18a" providerId="ADAL" clId="{92D76406-9DB8-4EA1-BEFE-7CE949DD8812}" dt="2019-03-18T15:08:49.374" v="6"/>
          <pc:sldLayoutMkLst>
            <pc:docMk/>
            <pc:sldMasterMk cId="0" sldId="2147483648"/>
            <pc:sldLayoutMk cId="0" sldId="2147483651"/>
          </pc:sldLayoutMkLst>
          <pc:spChg chg="mod">
            <ac:chgData name="WILLIAM RICARDO AGUILAR PIÑA" userId="25538c52-b196-49fc-9025-2dd86a54f18a" providerId="ADAL" clId="{92D76406-9DB8-4EA1-BEFE-7CE949DD8812}" dt="2019-03-18T15:08:30.597" v="1"/>
            <ac:spMkLst>
              <pc:docMk/>
              <pc:sldMasterMk cId="0" sldId="2147483648"/>
              <pc:sldLayoutMk cId="0" sldId="2147483651"/>
              <ac:spMk id="2" creationId="{00000000-0000-0000-0000-000000000000}"/>
            </ac:spMkLst>
          </pc:spChg>
          <pc:spChg chg="mod">
            <ac:chgData name="WILLIAM RICARDO AGUILAR PIÑA" userId="25538c52-b196-49fc-9025-2dd86a54f18a" providerId="ADAL" clId="{92D76406-9DB8-4EA1-BEFE-7CE949DD8812}" dt="2019-03-18T15:08:30.597" v="1"/>
            <ac:spMkLst>
              <pc:docMk/>
              <pc:sldMasterMk cId="0" sldId="2147483648"/>
              <pc:sldLayoutMk cId="0" sldId="2147483651"/>
              <ac:spMk id="3" creationId="{00000000-0000-0000-0000-000000000000}"/>
            </ac:spMkLst>
          </pc:spChg>
        </pc:sldLayoutChg>
        <pc:sldLayoutChg chg="modSp setBg">
          <pc:chgData name="WILLIAM RICARDO AGUILAR PIÑA" userId="25538c52-b196-49fc-9025-2dd86a54f18a" providerId="ADAL" clId="{92D76406-9DB8-4EA1-BEFE-7CE949DD8812}" dt="2019-03-18T15:08:49.374" v="6"/>
          <pc:sldLayoutMkLst>
            <pc:docMk/>
            <pc:sldMasterMk cId="0" sldId="2147483648"/>
            <pc:sldLayoutMk cId="0" sldId="2147483652"/>
          </pc:sldLayoutMkLst>
          <pc:spChg chg="mod">
            <ac:chgData name="WILLIAM RICARDO AGUILAR PIÑA" userId="25538c52-b196-49fc-9025-2dd86a54f18a" providerId="ADAL" clId="{92D76406-9DB8-4EA1-BEFE-7CE949DD8812}" dt="2019-03-18T15:08:30.597" v="1"/>
            <ac:spMkLst>
              <pc:docMk/>
              <pc:sldMasterMk cId="0" sldId="2147483648"/>
              <pc:sldLayoutMk cId="0" sldId="2147483652"/>
              <ac:spMk id="3" creationId="{00000000-0000-0000-0000-000000000000}"/>
            </ac:spMkLst>
          </pc:spChg>
          <pc:spChg chg="mod">
            <ac:chgData name="WILLIAM RICARDO AGUILAR PIÑA" userId="25538c52-b196-49fc-9025-2dd86a54f18a" providerId="ADAL" clId="{92D76406-9DB8-4EA1-BEFE-7CE949DD8812}" dt="2019-03-18T15:08:30.597" v="1"/>
            <ac:spMkLst>
              <pc:docMk/>
              <pc:sldMasterMk cId="0" sldId="2147483648"/>
              <pc:sldLayoutMk cId="0" sldId="2147483652"/>
              <ac:spMk id="4" creationId="{00000000-0000-0000-0000-000000000000}"/>
            </ac:spMkLst>
          </pc:spChg>
        </pc:sldLayoutChg>
        <pc:sldLayoutChg chg="modSp setBg">
          <pc:chgData name="WILLIAM RICARDO AGUILAR PIÑA" userId="25538c52-b196-49fc-9025-2dd86a54f18a" providerId="ADAL" clId="{92D76406-9DB8-4EA1-BEFE-7CE949DD8812}" dt="2019-03-18T15:08:49.374" v="6"/>
          <pc:sldLayoutMkLst>
            <pc:docMk/>
            <pc:sldMasterMk cId="0" sldId="2147483648"/>
            <pc:sldLayoutMk cId="0" sldId="2147483653"/>
          </pc:sldLayoutMkLst>
          <pc:spChg chg="mod">
            <ac:chgData name="WILLIAM RICARDO AGUILAR PIÑA" userId="25538c52-b196-49fc-9025-2dd86a54f18a" providerId="ADAL" clId="{92D76406-9DB8-4EA1-BEFE-7CE949DD8812}" dt="2019-03-18T15:08:30.597" v="1"/>
            <ac:spMkLst>
              <pc:docMk/>
              <pc:sldMasterMk cId="0" sldId="2147483648"/>
              <pc:sldLayoutMk cId="0" sldId="2147483653"/>
              <ac:spMk id="3" creationId="{00000000-0000-0000-0000-000000000000}"/>
            </ac:spMkLst>
          </pc:spChg>
          <pc:spChg chg="mod">
            <ac:chgData name="WILLIAM RICARDO AGUILAR PIÑA" userId="25538c52-b196-49fc-9025-2dd86a54f18a" providerId="ADAL" clId="{92D76406-9DB8-4EA1-BEFE-7CE949DD8812}" dt="2019-03-18T15:08:30.597" v="1"/>
            <ac:spMkLst>
              <pc:docMk/>
              <pc:sldMasterMk cId="0" sldId="2147483648"/>
              <pc:sldLayoutMk cId="0" sldId="2147483653"/>
              <ac:spMk id="4" creationId="{00000000-0000-0000-0000-000000000000}"/>
            </ac:spMkLst>
          </pc:spChg>
          <pc:spChg chg="mod">
            <ac:chgData name="WILLIAM RICARDO AGUILAR PIÑA" userId="25538c52-b196-49fc-9025-2dd86a54f18a" providerId="ADAL" clId="{92D76406-9DB8-4EA1-BEFE-7CE949DD8812}" dt="2019-03-18T15:08:30.597" v="1"/>
            <ac:spMkLst>
              <pc:docMk/>
              <pc:sldMasterMk cId="0" sldId="2147483648"/>
              <pc:sldLayoutMk cId="0" sldId="2147483653"/>
              <ac:spMk id="5" creationId="{00000000-0000-0000-0000-000000000000}"/>
            </ac:spMkLst>
          </pc:spChg>
          <pc:spChg chg="mod">
            <ac:chgData name="WILLIAM RICARDO AGUILAR PIÑA" userId="25538c52-b196-49fc-9025-2dd86a54f18a" providerId="ADAL" clId="{92D76406-9DB8-4EA1-BEFE-7CE949DD8812}" dt="2019-03-18T15:08:30.597" v="1"/>
            <ac:spMkLst>
              <pc:docMk/>
              <pc:sldMasterMk cId="0" sldId="2147483648"/>
              <pc:sldLayoutMk cId="0" sldId="2147483653"/>
              <ac:spMk id="6" creationId="{00000000-0000-0000-0000-000000000000}"/>
            </ac:spMkLst>
          </pc:spChg>
        </pc:sldLayoutChg>
        <pc:sldLayoutChg chg="setBg">
          <pc:chgData name="WILLIAM RICARDO AGUILAR PIÑA" userId="25538c52-b196-49fc-9025-2dd86a54f18a" providerId="ADAL" clId="{92D76406-9DB8-4EA1-BEFE-7CE949DD8812}" dt="2019-03-18T15:08:49.374" v="6"/>
          <pc:sldLayoutMkLst>
            <pc:docMk/>
            <pc:sldMasterMk cId="0" sldId="2147483648"/>
            <pc:sldLayoutMk cId="0" sldId="2147483654"/>
          </pc:sldLayoutMkLst>
        </pc:sldLayoutChg>
        <pc:sldLayoutChg chg="setBg">
          <pc:chgData name="WILLIAM RICARDO AGUILAR PIÑA" userId="25538c52-b196-49fc-9025-2dd86a54f18a" providerId="ADAL" clId="{92D76406-9DB8-4EA1-BEFE-7CE949DD8812}" dt="2019-03-18T15:08:49.374" v="6"/>
          <pc:sldLayoutMkLst>
            <pc:docMk/>
            <pc:sldMasterMk cId="0" sldId="2147483648"/>
            <pc:sldLayoutMk cId="0" sldId="2147483655"/>
          </pc:sldLayoutMkLst>
        </pc:sldLayoutChg>
        <pc:sldLayoutChg chg="modSp setBg">
          <pc:chgData name="WILLIAM RICARDO AGUILAR PIÑA" userId="25538c52-b196-49fc-9025-2dd86a54f18a" providerId="ADAL" clId="{92D76406-9DB8-4EA1-BEFE-7CE949DD8812}" dt="2019-03-18T15:08:49.374" v="6"/>
          <pc:sldLayoutMkLst>
            <pc:docMk/>
            <pc:sldMasterMk cId="0" sldId="2147483648"/>
            <pc:sldLayoutMk cId="0" sldId="2147483656"/>
          </pc:sldLayoutMkLst>
          <pc:spChg chg="mod">
            <ac:chgData name="WILLIAM RICARDO AGUILAR PIÑA" userId="25538c52-b196-49fc-9025-2dd86a54f18a" providerId="ADAL" clId="{92D76406-9DB8-4EA1-BEFE-7CE949DD8812}" dt="2019-03-18T15:08:30.597" v="1"/>
            <ac:spMkLst>
              <pc:docMk/>
              <pc:sldMasterMk cId="0" sldId="2147483648"/>
              <pc:sldLayoutMk cId="0" sldId="2147483656"/>
              <ac:spMk id="2" creationId="{00000000-0000-0000-0000-000000000000}"/>
            </ac:spMkLst>
          </pc:spChg>
          <pc:spChg chg="mod">
            <ac:chgData name="WILLIAM RICARDO AGUILAR PIÑA" userId="25538c52-b196-49fc-9025-2dd86a54f18a" providerId="ADAL" clId="{92D76406-9DB8-4EA1-BEFE-7CE949DD8812}" dt="2019-03-18T15:08:30.597" v="1"/>
            <ac:spMkLst>
              <pc:docMk/>
              <pc:sldMasterMk cId="0" sldId="2147483648"/>
              <pc:sldLayoutMk cId="0" sldId="2147483656"/>
              <ac:spMk id="3" creationId="{00000000-0000-0000-0000-000000000000}"/>
            </ac:spMkLst>
          </pc:spChg>
          <pc:spChg chg="mod">
            <ac:chgData name="WILLIAM RICARDO AGUILAR PIÑA" userId="25538c52-b196-49fc-9025-2dd86a54f18a" providerId="ADAL" clId="{92D76406-9DB8-4EA1-BEFE-7CE949DD8812}" dt="2019-03-18T15:08:30.597" v="1"/>
            <ac:spMkLst>
              <pc:docMk/>
              <pc:sldMasterMk cId="0" sldId="2147483648"/>
              <pc:sldLayoutMk cId="0" sldId="2147483656"/>
              <ac:spMk id="4" creationId="{00000000-0000-0000-0000-000000000000}"/>
            </ac:spMkLst>
          </pc:spChg>
        </pc:sldLayoutChg>
        <pc:sldLayoutChg chg="modSp setBg">
          <pc:chgData name="WILLIAM RICARDO AGUILAR PIÑA" userId="25538c52-b196-49fc-9025-2dd86a54f18a" providerId="ADAL" clId="{92D76406-9DB8-4EA1-BEFE-7CE949DD8812}" dt="2019-03-18T15:08:49.374" v="6"/>
          <pc:sldLayoutMkLst>
            <pc:docMk/>
            <pc:sldMasterMk cId="0" sldId="2147483648"/>
            <pc:sldLayoutMk cId="0" sldId="2147483657"/>
          </pc:sldLayoutMkLst>
          <pc:spChg chg="mod">
            <ac:chgData name="WILLIAM RICARDO AGUILAR PIÑA" userId="25538c52-b196-49fc-9025-2dd86a54f18a" providerId="ADAL" clId="{92D76406-9DB8-4EA1-BEFE-7CE949DD8812}" dt="2019-03-18T15:08:30.597" v="1"/>
            <ac:spMkLst>
              <pc:docMk/>
              <pc:sldMasterMk cId="0" sldId="2147483648"/>
              <pc:sldLayoutMk cId="0" sldId="2147483657"/>
              <ac:spMk id="2" creationId="{00000000-0000-0000-0000-000000000000}"/>
            </ac:spMkLst>
          </pc:spChg>
          <pc:spChg chg="mod">
            <ac:chgData name="WILLIAM RICARDO AGUILAR PIÑA" userId="25538c52-b196-49fc-9025-2dd86a54f18a" providerId="ADAL" clId="{92D76406-9DB8-4EA1-BEFE-7CE949DD8812}" dt="2019-03-18T15:08:30.597" v="1"/>
            <ac:spMkLst>
              <pc:docMk/>
              <pc:sldMasterMk cId="0" sldId="2147483648"/>
              <pc:sldLayoutMk cId="0" sldId="2147483657"/>
              <ac:spMk id="3" creationId="{00000000-0000-0000-0000-000000000000}"/>
            </ac:spMkLst>
          </pc:spChg>
          <pc:spChg chg="mod">
            <ac:chgData name="WILLIAM RICARDO AGUILAR PIÑA" userId="25538c52-b196-49fc-9025-2dd86a54f18a" providerId="ADAL" clId="{92D76406-9DB8-4EA1-BEFE-7CE949DD8812}" dt="2019-03-18T15:08:30.597" v="1"/>
            <ac:spMkLst>
              <pc:docMk/>
              <pc:sldMasterMk cId="0" sldId="2147483648"/>
              <pc:sldLayoutMk cId="0" sldId="2147483657"/>
              <ac:spMk id="4" creationId="{00000000-0000-0000-0000-000000000000}"/>
            </ac:spMkLst>
          </pc:spChg>
        </pc:sldLayoutChg>
        <pc:sldLayoutChg chg="setBg">
          <pc:chgData name="WILLIAM RICARDO AGUILAR PIÑA" userId="25538c52-b196-49fc-9025-2dd86a54f18a" providerId="ADAL" clId="{92D76406-9DB8-4EA1-BEFE-7CE949DD8812}" dt="2019-03-18T15:08:49.374" v="6"/>
          <pc:sldLayoutMkLst>
            <pc:docMk/>
            <pc:sldMasterMk cId="0" sldId="2147483648"/>
            <pc:sldLayoutMk cId="0" sldId="2147483658"/>
          </pc:sldLayoutMkLst>
        </pc:sldLayoutChg>
        <pc:sldLayoutChg chg="modSp setBg">
          <pc:chgData name="WILLIAM RICARDO AGUILAR PIÑA" userId="25538c52-b196-49fc-9025-2dd86a54f18a" providerId="ADAL" clId="{92D76406-9DB8-4EA1-BEFE-7CE949DD8812}" dt="2019-03-18T15:08:49.374" v="6"/>
          <pc:sldLayoutMkLst>
            <pc:docMk/>
            <pc:sldMasterMk cId="0" sldId="2147483648"/>
            <pc:sldLayoutMk cId="0" sldId="2147483659"/>
          </pc:sldLayoutMkLst>
          <pc:spChg chg="mod">
            <ac:chgData name="WILLIAM RICARDO AGUILAR PIÑA" userId="25538c52-b196-49fc-9025-2dd86a54f18a" providerId="ADAL" clId="{92D76406-9DB8-4EA1-BEFE-7CE949DD8812}" dt="2019-03-18T15:08:30.597" v="1"/>
            <ac:spMkLst>
              <pc:docMk/>
              <pc:sldMasterMk cId="0" sldId="2147483648"/>
              <pc:sldLayoutMk cId="0" sldId="2147483659"/>
              <ac:spMk id="2" creationId="{00000000-0000-0000-0000-000000000000}"/>
            </ac:spMkLst>
          </pc:spChg>
          <pc:spChg chg="mod">
            <ac:chgData name="WILLIAM RICARDO AGUILAR PIÑA" userId="25538c52-b196-49fc-9025-2dd86a54f18a" providerId="ADAL" clId="{92D76406-9DB8-4EA1-BEFE-7CE949DD8812}" dt="2019-03-18T15:08:30.597" v="1"/>
            <ac:spMkLst>
              <pc:docMk/>
              <pc:sldMasterMk cId="0" sldId="2147483648"/>
              <pc:sldLayoutMk cId="0" sldId="2147483659"/>
              <ac:spMk id="3" creationId="{00000000-0000-0000-0000-000000000000}"/>
            </ac:spMkLst>
          </pc:spChg>
        </pc:sldLayoutChg>
      </pc:sldMasterChg>
    </pc:docChg>
  </pc:docChgLst>
  <pc:docChgLst>
    <pc:chgData name="WILLIAM RICARDO AGUILAR PIÑA" userId="25538c52-b196-49fc-9025-2dd86a54f18a" providerId="ADAL" clId="{9DEF37D3-800A-4F58-92CA-71124A7EAA9A}"/>
    <pc:docChg chg="modSld">
      <pc:chgData name="WILLIAM RICARDO AGUILAR PIÑA" userId="25538c52-b196-49fc-9025-2dd86a54f18a" providerId="ADAL" clId="{9DEF37D3-800A-4F58-92CA-71124A7EAA9A}" dt="2020-08-27T20:44:01.975" v="1" actId="6549"/>
      <pc:docMkLst>
        <pc:docMk/>
      </pc:docMkLst>
      <pc:sldChg chg="modSp mod">
        <pc:chgData name="WILLIAM RICARDO AGUILAR PIÑA" userId="25538c52-b196-49fc-9025-2dd86a54f18a" providerId="ADAL" clId="{9DEF37D3-800A-4F58-92CA-71124A7EAA9A}" dt="2020-08-27T20:44:01.975" v="1" actId="6549"/>
        <pc:sldMkLst>
          <pc:docMk/>
          <pc:sldMk cId="0" sldId="325"/>
        </pc:sldMkLst>
        <pc:spChg chg="mod">
          <ac:chgData name="WILLIAM RICARDO AGUILAR PIÑA" userId="25538c52-b196-49fc-9025-2dd86a54f18a" providerId="ADAL" clId="{9DEF37D3-800A-4F58-92CA-71124A7EAA9A}" dt="2020-08-27T20:44:01.975" v="1" actId="6549"/>
          <ac:spMkLst>
            <pc:docMk/>
            <pc:sldMk cId="0" sldId="325"/>
            <ac:spMk id="17" creationId="{CF602DD4-6CD6-45A5-8387-11EC9AEA487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CE91DE-ABC6-4D22-89A0-1765B629FB43}" type="datetimeFigureOut">
              <a:rPr lang="es-CO" smtClean="0"/>
              <a:pPr/>
              <a:t>29/07/2025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FAC943-C359-4C07-B08A-993C08E8D67C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70295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29/07/2025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29/07/2025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29/07/2025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29/07/2025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29/07/2025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29/07/2025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29/07/2025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29/07/2025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29/07/2025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29/07/2025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29/07/2025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F08CB-A55A-40B1-AEFD-F19B3CFD19B5}" type="datetimeFigureOut">
              <a:rPr lang="es-CO" smtClean="0"/>
              <a:pPr/>
              <a:t>29/07/2025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esri.com/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Título">
            <a:extLst>
              <a:ext uri="{FF2B5EF4-FFF2-40B4-BE49-F238E27FC236}">
                <a16:creationId xmlns:a16="http://schemas.microsoft.com/office/drawing/2014/main" id="{3072C985-1B9B-4BDD-9204-91D61E909C9C}"/>
              </a:ext>
            </a:extLst>
          </p:cNvPr>
          <p:cNvSpPr txBox="1">
            <a:spLocks/>
          </p:cNvSpPr>
          <p:nvPr/>
        </p:nvSpPr>
        <p:spPr>
          <a:xfrm>
            <a:off x="7620002" y="6669360"/>
            <a:ext cx="4572000" cy="1886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v.20250729</a:t>
            </a:r>
            <a:endParaRPr lang="es-CO" sz="800" spc="1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7F6DDFB0-630E-45A2-B5EE-AB34BE184EC4}"/>
              </a:ext>
            </a:extLst>
          </p:cNvPr>
          <p:cNvSpPr txBox="1">
            <a:spLocks/>
          </p:cNvSpPr>
          <p:nvPr/>
        </p:nvSpPr>
        <p:spPr>
          <a:xfrm>
            <a:off x="0" y="6669360"/>
            <a:ext cx="4572000" cy="1886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Info: baalkara@gmail.com</a:t>
            </a:r>
            <a:endParaRPr lang="es-CO" sz="800" spc="1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7" name="1 Título">
            <a:extLst>
              <a:ext uri="{FF2B5EF4-FFF2-40B4-BE49-F238E27FC236}">
                <a16:creationId xmlns:a16="http://schemas.microsoft.com/office/drawing/2014/main" id="{CF602DD4-6CD6-45A5-8387-11EC9AEA487E}"/>
              </a:ext>
            </a:extLst>
          </p:cNvPr>
          <p:cNvSpPr txBox="1">
            <a:spLocks/>
          </p:cNvSpPr>
          <p:nvPr/>
        </p:nvSpPr>
        <p:spPr>
          <a:xfrm>
            <a:off x="0" y="4263073"/>
            <a:ext cx="12192000" cy="154155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Herramientas computacionales para el diseño y modelación de cauces</a:t>
            </a:r>
          </a:p>
          <a:p>
            <a:r>
              <a:rPr lang="es-ES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Trazado de ejes y construcción del modelo 3D</a:t>
            </a:r>
          </a:p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Modelo de terreno Civil 3D en estado natural (planicie)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0C1FD41-6B01-4003-8583-7FDA4B45F6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959D521-5603-43B4-AA60-CC8BADA296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8852" y="2553460"/>
            <a:ext cx="1574295" cy="1751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2495600" y="2259449"/>
            <a:ext cx="720080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Objetivo</a:t>
            </a:r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 </a:t>
            </a: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Generar, a partir del modelo TIN realizado en ArcMap o en QGIS, un modelo de terreno en Autodesk Civil 3D de la planicie natural para establecer el modelo base para el trazado de perfiles, ejes, secciones, calculo de volúmenes y trazado del modelo de terreno del canal sinuoso compuesto.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Reconocer aspectos importantes en la generación de Modelos de Terreno en Autodesk Civil 3D del tipo Surface (TIN) a partir de Objetos simples (Líneas).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3AD8F0F-8D2C-4861-BD14-A8FA5AFD98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190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3157173" y="1505396"/>
            <a:ext cx="5877653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Herramientas computacionales requeridas</a:t>
            </a:r>
          </a:p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 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Esri</a:t>
            </a:r>
            <a:r>
              <a:rPr lang="es-E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ArcGIS® 10.2.2 o superior con las extensiones </a:t>
            </a:r>
            <a:r>
              <a:rPr lang="es-E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Spatial</a:t>
            </a:r>
            <a:r>
              <a:rPr lang="es-E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y 3D </a:t>
            </a:r>
            <a:r>
              <a:rPr lang="es-E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Analyst</a:t>
            </a:r>
            <a:r>
              <a:rPr lang="es-E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 </a:t>
            </a:r>
            <a:r>
              <a:rPr lang="es-ES" sz="1600" dirty="0">
                <a:latin typeface="Segoe UI Light" panose="020B0502040204020203" pitchFamily="34" charset="0"/>
                <a:cs typeface="Segoe UI Light" panose="020B0502040204020203" pitchFamily="34" charset="0"/>
                <a:hlinkClick r:id="rId2"/>
              </a:rPr>
              <a:t>www.esri.com</a:t>
            </a:r>
            <a:r>
              <a:rPr lang="es-E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E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ó</a:t>
            </a:r>
            <a:r>
              <a:rPr lang="es-E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QGIS 3.44.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s-ES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Autodesk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Autocad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®.</a:t>
            </a:r>
          </a:p>
          <a:p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Autodesk Civil ®3D.</a:t>
            </a:r>
          </a:p>
          <a:p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Datos requeridos</a:t>
            </a:r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Curvas de nivel /file/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shp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/CGG_CurvaNivelLidar_v0.shp.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703F925-D2B1-4B2A-BF1F-895894CBCA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327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3278687" y="3244334"/>
            <a:ext cx="5634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1: Importar información topográfica a </a:t>
            </a:r>
            <a:r>
              <a:rPr lang="es-CO" sz="1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Autodesk Civil</a:t>
            </a:r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 3D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B56169D-EF4F-43DD-B5DC-2BA90E31E4E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220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1327200" y="509192"/>
            <a:ext cx="9537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Usando ArcGIS® ArcMap o QGIS, cargue desde la capa de curvas de nivel base del proyecto /file/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shp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/CGG_CurvaNivelLidar_v0.shp. Usando la herramienta de exportación, exporte el contenido de la capa a CAD, se recomienda Seleccionar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DWG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2007. preferiblemente nombrar el archivo de salida con el mismo nombre que aparece en la base de datos del proyecto. 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b="7637"/>
          <a:stretch/>
        </p:blipFill>
        <p:spPr>
          <a:xfrm>
            <a:off x="1327200" y="1745060"/>
            <a:ext cx="9537600" cy="495276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B56169D-EF4F-43DD-B5DC-2BA90E31E4E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6" name="1 Título">
            <a:extLst>
              <a:ext uri="{FF2B5EF4-FFF2-40B4-BE49-F238E27FC236}">
                <a16:creationId xmlns:a16="http://schemas.microsoft.com/office/drawing/2014/main" id="{9ABD4B59-C6E2-4F51-82AB-511073BA4E2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1: Importar información topográfica a Civil 3D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8976FD2-C932-465D-BF99-CA136DBDF5C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3912" y="5589240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257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4093277" y="2967335"/>
            <a:ext cx="40054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2: Depuración y generación de la superficie en </a:t>
            </a:r>
            <a:r>
              <a:rPr lang="es-CO" sz="1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Autodesk Civil</a:t>
            </a:r>
            <a:r>
              <a:rPr lang="es-ES" dirty="0">
                <a:latin typeface="Segoe UI Light" panose="020B0502040204020203" pitchFamily="34" charset="0"/>
                <a:cs typeface="Segoe UI Light" panose="020B0502040204020203" pitchFamily="34" charset="0"/>
              </a:rPr>
              <a:t> 3D usando objetos independientes (líneas)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B56169D-EF4F-43DD-B5DC-2BA90E31E4E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311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767408" y="951398"/>
            <a:ext cx="5904656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400" dirty="0">
                <a:latin typeface="Segoe UI Light" panose="020B0502040204020203" pitchFamily="34" charset="0"/>
                <a:cs typeface="Segoe UI Light" panose="020B0502040204020203" pitchFamily="34" charset="0"/>
              </a:rPr>
              <a:t>Se deben tener las mismas consideraciones que las mencionadas al generar el modelo TIN en ArcMap en cuanto a cotas cero, elementos repetidos, etc.</a:t>
            </a:r>
          </a:p>
          <a:p>
            <a:pPr algn="just"/>
            <a:endParaRPr lang="es-CO" sz="8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400" dirty="0">
                <a:latin typeface="Segoe UI Light" panose="020B0502040204020203" pitchFamily="34" charset="0"/>
                <a:cs typeface="Segoe UI Light" panose="020B0502040204020203" pitchFamily="34" charset="0"/>
              </a:rPr>
              <a:t>Es recomendable separar los triángulos TIN o curvas de nivel en líneas independientes, de este modo se puede tener certeza de usar los vértices de cada triángulo o curva como elemento para generar la superficie en Autodesk Civil 3D y que este modelo corresponda con el realizado en ArcMap. Para este proceso usaremos el comando EXPLODE; para un mejor flujo de trabajo es recomendable realizar esta operación en AutoCAD y posteriormente llevarlo a Autodesk Civil 3D.</a:t>
            </a:r>
          </a:p>
          <a:p>
            <a:pPr algn="just"/>
            <a:endParaRPr lang="es-CO" sz="14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400" dirty="0">
                <a:latin typeface="Segoe UI Light" panose="020B0502040204020203" pitchFamily="34" charset="0"/>
                <a:cs typeface="Segoe UI Light" panose="020B0502040204020203" pitchFamily="34" charset="0"/>
              </a:rPr>
              <a:t>Si las curvas de nivel son resultado de un levantamiento de precisión, y se desea hacer algún análisis sobre estas curvas, es preferible generar la superficie en civil a partir de dichas curvas, definiendo claramente los parámetros de inclusión y exclusión de Autodesk Civil 3D.</a:t>
            </a:r>
          </a:p>
          <a:p>
            <a:pPr algn="just"/>
            <a:endParaRPr lang="es-CO" sz="14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400" dirty="0">
                <a:latin typeface="Segoe UI Light" panose="020B0502040204020203" pitchFamily="34" charset="0"/>
                <a:cs typeface="Segoe UI Light" panose="020B0502040204020203" pitchFamily="34" charset="0"/>
              </a:rPr>
              <a:t>Para crear el modelo TIN se debe definir en primer lugar la superficie, para luego incorporar en ella los elementos que la conforman. En la barra de menú “prospector” definimos y nombramos la superficie.</a:t>
            </a:r>
          </a:p>
          <a:p>
            <a:pPr algn="just"/>
            <a:endParaRPr lang="es-CO" sz="14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4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individual: </a:t>
            </a:r>
            <a:r>
              <a:rPr lang="es-ES" sz="1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Revisar las diferentes opciones que tiene </a:t>
            </a:r>
            <a:r>
              <a:rPr lang="es-CO" sz="1400" dirty="0">
                <a:latin typeface="Segoe UI Light" panose="020B0502040204020203" pitchFamily="34" charset="0"/>
                <a:cs typeface="Segoe UI Light" panose="020B0502040204020203" pitchFamily="34" charset="0"/>
              </a:rPr>
              <a:t>Autodesk Civil 3D</a:t>
            </a:r>
            <a:r>
              <a:rPr lang="es-ES" sz="14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para generar superficies TIN.</a:t>
            </a:r>
            <a:endParaRPr lang="es-CO" sz="14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212830"/>
              </a:clrFrom>
              <a:clrTo>
                <a:srgbClr val="212830">
                  <a:alpha val="0"/>
                </a:srgbClr>
              </a:clrTo>
            </a:clrChange>
          </a:blip>
          <a:srcRect l="3252" t="26370" r="71262" b="22637"/>
          <a:stretch/>
        </p:blipFill>
        <p:spPr>
          <a:xfrm>
            <a:off x="7787098" y="568153"/>
            <a:ext cx="2846568" cy="320229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28221" y="3928626"/>
            <a:ext cx="3564323" cy="270066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707C8DF3-9F33-4E25-B441-C6CDC77C36A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5" name="1 Título">
            <a:extLst>
              <a:ext uri="{FF2B5EF4-FFF2-40B4-BE49-F238E27FC236}">
                <a16:creationId xmlns:a16="http://schemas.microsoft.com/office/drawing/2014/main" id="{48FDB198-DF09-4D2E-8914-2C7140288BC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2: Depuración y generación de la superficie en Civil 3D usando objetos independientes (líneas)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10AC904D-BCD3-42C1-AE1A-4126172B016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507" y="1809302"/>
            <a:ext cx="360000" cy="3600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C13F5675-752E-4C1B-B2A3-53791028149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5250" y="4904680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889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6672064" y="1038522"/>
            <a:ext cx="4896544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Autodesk Civil 3D dispone de diferentes métodos para la creación de modelos de terreno: a partir de puntos, líneas y curvas de nivel. Sin embargo es importante considerar la densidad de la nube de puntos topográficos a utilizar debido a que cuando el número de puntos es considerablemente alto (por ejemplo 500 mil) la manipulación del modelo de terreno y su gran densidad puede ocasionar retardos en la interfaz del programa, impidiendo por ejemplo trazar los ejes y perfiles con fluidez. Para la creación de MDT a partir de puntos, se puede optar por hacer la importación de los valores XYZ, utilizando para ello las opciones disponibles en el menú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Insert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Para grandes volúmenes de datos, como los del proyecto del curso,  se recomienda crear el modelo de terreno a partir de líneas o curvas de nivel debido a que sus aristas facilitan la construcción y manipulación del modelo.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5864E21-3A76-458E-A830-D5BF851BCAE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CDA76989-5A7B-4B11-A0E7-FE6C764BB600}"/>
              </a:ext>
            </a:extLst>
          </p:cNvPr>
          <p:cNvGrpSpPr/>
          <p:nvPr/>
        </p:nvGrpSpPr>
        <p:grpSpPr>
          <a:xfrm>
            <a:off x="335360" y="2067376"/>
            <a:ext cx="6128495" cy="2723247"/>
            <a:chOff x="335360" y="2067376"/>
            <a:chExt cx="6128495" cy="2723247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87EA649E-7D13-4F37-8A9A-654703252C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212830"/>
                </a:clrFrom>
                <a:clrTo>
                  <a:srgbClr val="212830">
                    <a:alpha val="0"/>
                  </a:srgbClr>
                </a:clrTo>
              </a:clrChange>
            </a:blip>
            <a:srcRect l="17714" t="24788" r="7475" b="15820"/>
            <a:stretch/>
          </p:blipFill>
          <p:spPr>
            <a:xfrm>
              <a:off x="335360" y="2067376"/>
              <a:ext cx="6101228" cy="2723247"/>
            </a:xfrm>
            <a:prstGeom prst="rect">
              <a:avLst/>
            </a:prstGeom>
          </p:spPr>
        </p:pic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55AC9E68-0099-4D85-B422-84C66E4611D3}"/>
                </a:ext>
              </a:extLst>
            </p:cNvPr>
            <p:cNvSpPr/>
            <p:nvPr/>
          </p:nvSpPr>
          <p:spPr>
            <a:xfrm>
              <a:off x="5887791" y="2067376"/>
              <a:ext cx="576064" cy="1001584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</p:grpSp>
      <p:sp>
        <p:nvSpPr>
          <p:cNvPr id="11" name="1 Título">
            <a:extLst>
              <a:ext uri="{FF2B5EF4-FFF2-40B4-BE49-F238E27FC236}">
                <a16:creationId xmlns:a16="http://schemas.microsoft.com/office/drawing/2014/main" id="{05D70EFB-7535-462A-9642-7F7F10DCF27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2: Depuración y generación de la superficie en Civil 3D usando objetos independientes (líneas)</a:t>
            </a:r>
          </a:p>
        </p:txBody>
      </p:sp>
    </p:spTree>
    <p:extLst>
      <p:ext uri="{BB962C8B-B14F-4D97-AF65-F5344CB8AC3E}">
        <p14:creationId xmlns:p14="http://schemas.microsoft.com/office/powerpoint/2010/main" val="3353640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354360" y="648074"/>
            <a:ext cx="41574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El dominio del MDT se define con la  superficie, sin embargo, debe rellenarse con información apropiada para crear el modelo TIN. Existen varias maneras de asignar estos elementos: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754" y="2019327"/>
            <a:ext cx="2194668" cy="4120102"/>
          </a:xfrm>
          <a:prstGeom prst="rect">
            <a:avLst/>
          </a:prstGeom>
        </p:spPr>
      </p:pic>
      <p:sp>
        <p:nvSpPr>
          <p:cNvPr id="14" name="7 CuadroTexto"/>
          <p:cNvSpPr txBox="1"/>
          <p:nvPr/>
        </p:nvSpPr>
        <p:spPr>
          <a:xfrm>
            <a:off x="3970956" y="2633863"/>
            <a:ext cx="27516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En este caso elegiremos la opción “A partir de Objetos de dibujo” seleccionando “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lines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”: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8092" y="3789040"/>
            <a:ext cx="2600325" cy="1866900"/>
          </a:xfrm>
          <a:prstGeom prst="rect">
            <a:avLst/>
          </a:prstGeom>
        </p:spPr>
      </p:pic>
      <p:pic>
        <p:nvPicPr>
          <p:cNvPr id="17" name="Imagen 16"/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212830"/>
              </a:clrFrom>
              <a:clrTo>
                <a:srgbClr val="212830">
                  <a:alpha val="0"/>
                </a:srgbClr>
              </a:clrTo>
            </a:clrChange>
          </a:blip>
          <a:srcRect l="31100" t="33192" r="27950" b="24789"/>
          <a:stretch/>
        </p:blipFill>
        <p:spPr>
          <a:xfrm>
            <a:off x="7418452" y="1131429"/>
            <a:ext cx="3744416" cy="2160241"/>
          </a:xfrm>
          <a:prstGeom prst="rect">
            <a:avLst/>
          </a:prstGeom>
        </p:spPr>
      </p:pic>
      <p:sp>
        <p:nvSpPr>
          <p:cNvPr id="20" name="7 CuadroTexto"/>
          <p:cNvSpPr txBox="1"/>
          <p:nvPr/>
        </p:nvSpPr>
        <p:spPr>
          <a:xfrm>
            <a:off x="7202428" y="5157192"/>
            <a:ext cx="40866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Se recomienda congelar la capa donde se encuentran las líneas que conforman la superficie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TIN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y asignar el estilo “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Border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Only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” a la superficie con el propósito de no sobre cargar el procesador Gráfico de nuestra PC.</a:t>
            </a:r>
          </a:p>
        </p:txBody>
      </p:sp>
      <p:sp>
        <p:nvSpPr>
          <p:cNvPr id="21" name="7 CuadroTexto"/>
          <p:cNvSpPr txBox="1"/>
          <p:nvPr/>
        </p:nvSpPr>
        <p:spPr>
          <a:xfrm>
            <a:off x="7029299" y="418229"/>
            <a:ext cx="4267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Seleccionamos todas las líneas y pulsamos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Enter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 De este modo queda definida la superficie con los elementos seleccionados.</a:t>
            </a:r>
          </a:p>
        </p:txBody>
      </p:sp>
      <p:pic>
        <p:nvPicPr>
          <p:cNvPr id="18" name="Imagen 17"/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212830"/>
              </a:clrFrom>
              <a:clrTo>
                <a:srgbClr val="212830">
                  <a:alpha val="0"/>
                </a:srgbClr>
              </a:clrTo>
            </a:clrChange>
          </a:blip>
          <a:srcRect l="21239" t="26189" r="19288" b="16384"/>
          <a:stretch/>
        </p:blipFill>
        <p:spPr>
          <a:xfrm>
            <a:off x="7427719" y="3012276"/>
            <a:ext cx="3721279" cy="202024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51AD6AB-17E7-4FA4-A0A8-4194B954C11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E583A3A4-1E13-4C47-AD4E-80669497F05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761" y="3069000"/>
            <a:ext cx="360000" cy="36000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1C4AB649-243B-49AE-AAFA-CB64918CD41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3832" y="4679372"/>
            <a:ext cx="360000" cy="360000"/>
          </a:xfrm>
          <a:prstGeom prst="rect">
            <a:avLst/>
          </a:prstGeom>
        </p:spPr>
      </p:pic>
      <p:sp>
        <p:nvSpPr>
          <p:cNvPr id="22" name="1 Título">
            <a:extLst>
              <a:ext uri="{FF2B5EF4-FFF2-40B4-BE49-F238E27FC236}">
                <a16:creationId xmlns:a16="http://schemas.microsoft.com/office/drawing/2014/main" id="{8D229689-A709-4BD6-A5E9-7C2E50483F9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2: Depuración y generación de la superficie en Civil 3D usando objetos independientes (líneas)</a:t>
            </a:r>
          </a:p>
        </p:txBody>
      </p:sp>
    </p:spTree>
    <p:extLst>
      <p:ext uri="{BB962C8B-B14F-4D97-AF65-F5344CB8AC3E}">
        <p14:creationId xmlns:p14="http://schemas.microsoft.com/office/powerpoint/2010/main" val="520397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3746739" y="3105834"/>
            <a:ext cx="4698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3: Consideraciones generales para superficies en Civil 3D usando curvas de nivel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B56169D-EF4F-43DD-B5DC-2BA90E31E4E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613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382856" y="865815"/>
            <a:ext cx="458111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Para realizar el MDT a partir de curvas de nivel se deben tener en cuenta los parámetros de inclusión y exclusión de vértices que propone el menú de Autodesk Civil 3D. “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Weeding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Factors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” define la cantidad de vértices que componen la curva de nivel que se tendrán en cuenta en la generación de la triangulación, esto en función de la distancia y/o del ángulo de deflexión entre líneas consecutivas. Autodesk Civil 3D no tendrá en cuenta vértices que estén a una cercanía menor que la estipulada. Es decir, si se tiene una polilínea (curva de nivel) conformada por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por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4 vértices y dos vértices están a una distancia d &lt; L, donde L es la restricción que define el usuario, ese vértice no será tomado en cuenta hasta que d sea &gt; L. “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Supplementing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Factors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” es todo lo contrario, son límites con los cuales puedo añadir vértices a la curva de nivel.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E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Revisar las diferentes Opciones que tiene 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Autodesk Civil 3D</a:t>
            </a:r>
            <a:r>
              <a:rPr lang="es-E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para Generar Superficies TIN</a:t>
            </a:r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7" name="CuadroTexto 16"/>
          <p:cNvSpPr txBox="1"/>
          <p:nvPr/>
        </p:nvSpPr>
        <p:spPr>
          <a:xfrm>
            <a:off x="5360225" y="1772816"/>
            <a:ext cx="20319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Límite de exclusión de vértices en las curvas de nivel.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10372458-46D7-4EA4-B810-F1D4D24D06B9}"/>
              </a:ext>
            </a:extLst>
          </p:cNvPr>
          <p:cNvGrpSpPr/>
          <p:nvPr/>
        </p:nvGrpSpPr>
        <p:grpSpPr>
          <a:xfrm>
            <a:off x="7472858" y="1182730"/>
            <a:ext cx="4311774" cy="4629150"/>
            <a:chOff x="7200521" y="997731"/>
            <a:chExt cx="4311774" cy="4629150"/>
          </a:xfrm>
        </p:grpSpPr>
        <p:pic>
          <p:nvPicPr>
            <p:cNvPr id="2" name="Imagen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16545" y="997731"/>
              <a:ext cx="4095750" cy="4629150"/>
            </a:xfrm>
            <a:prstGeom prst="rect">
              <a:avLst/>
            </a:prstGeom>
          </p:spPr>
        </p:pic>
        <p:cxnSp>
          <p:nvCxnSpPr>
            <p:cNvPr id="4" name="Conector: angular 3"/>
            <p:cNvCxnSpPr/>
            <p:nvPr/>
          </p:nvCxnSpPr>
          <p:spPr>
            <a:xfrm rot="10800000">
              <a:off x="7200521" y="2131274"/>
              <a:ext cx="432048" cy="123896"/>
            </a:xfrm>
            <a:prstGeom prst="bentConnector3">
              <a:avLst/>
            </a:prstGeom>
            <a:ln w="6350">
              <a:headEnd type="oval" w="med" len="med"/>
              <a:tailEnd type="oval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Conector: angular 5"/>
            <p:cNvCxnSpPr/>
            <p:nvPr/>
          </p:nvCxnSpPr>
          <p:spPr>
            <a:xfrm rot="10800000">
              <a:off x="7200523" y="1968921"/>
              <a:ext cx="2263901" cy="138040"/>
            </a:xfrm>
            <a:prstGeom prst="bentConnector3">
              <a:avLst>
                <a:gd name="adj1" fmla="val 50000"/>
              </a:avLst>
            </a:prstGeom>
            <a:ln w="6350">
              <a:headEnd type="oval" w="med" len="med"/>
              <a:tailEnd type="oval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Conector: angular 18"/>
            <p:cNvCxnSpPr/>
            <p:nvPr/>
          </p:nvCxnSpPr>
          <p:spPr>
            <a:xfrm rot="10800000">
              <a:off x="7200521" y="2891079"/>
              <a:ext cx="432048" cy="123896"/>
            </a:xfrm>
            <a:prstGeom prst="bentConnector3">
              <a:avLst/>
            </a:prstGeom>
            <a:ln w="6350">
              <a:headEnd type="oval" w="med" len="med"/>
              <a:tailEnd type="oval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Conector: angular 19"/>
            <p:cNvCxnSpPr/>
            <p:nvPr/>
          </p:nvCxnSpPr>
          <p:spPr>
            <a:xfrm rot="10800000">
              <a:off x="7200523" y="2728726"/>
              <a:ext cx="2263901" cy="138040"/>
            </a:xfrm>
            <a:prstGeom prst="bentConnector3">
              <a:avLst>
                <a:gd name="adj1" fmla="val 50000"/>
              </a:avLst>
            </a:prstGeom>
            <a:ln w="6350">
              <a:headEnd type="oval" w="med" len="med"/>
              <a:tailEnd type="oval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1" name="CuadroTexto 20"/>
          <p:cNvSpPr txBox="1"/>
          <p:nvPr/>
        </p:nvSpPr>
        <p:spPr>
          <a:xfrm>
            <a:off x="5360225" y="2697376"/>
            <a:ext cx="20319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Límite para agregar vértices adicionales en curvas de nivel.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D136E322-F382-417C-AEAA-FF8F0A13C6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6" name="1 Título">
            <a:extLst>
              <a:ext uri="{FF2B5EF4-FFF2-40B4-BE49-F238E27FC236}">
                <a16:creationId xmlns:a16="http://schemas.microsoft.com/office/drawing/2014/main" id="{EA75630C-F6E1-4B50-BA0B-20DF7641DFA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3: Consideraciones generales para superficies en Civil 3D usando curvas de nivel</a:t>
            </a:r>
          </a:p>
        </p:txBody>
      </p:sp>
    </p:spTree>
    <p:extLst>
      <p:ext uri="{BB962C8B-B14F-4D97-AF65-F5344CB8AC3E}">
        <p14:creationId xmlns:p14="http://schemas.microsoft.com/office/powerpoint/2010/main" val="35860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3503712" y="304766"/>
            <a:ext cx="4698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Segoe UI Light" panose="020B0502040204020203" pitchFamily="34" charset="0"/>
                <a:cs typeface="Segoe UI Light" panose="020B0502040204020203" pitchFamily="34" charset="0"/>
              </a:rPr>
              <a:t>Visualización 3D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B56169D-EF4F-43DD-B5DC-2BA90E31E4E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BD4B990-010A-42F0-9360-5E8460673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21" y="739625"/>
            <a:ext cx="10632504" cy="5834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153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3503712" y="304766"/>
            <a:ext cx="4698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Segoe UI Light" panose="020B0502040204020203" pitchFamily="34" charset="0"/>
                <a:cs typeface="Segoe UI Light" panose="020B0502040204020203" pitchFamily="34" charset="0"/>
              </a:rPr>
              <a:t>Visualización de contornos cada 0.25m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B56169D-EF4F-43DD-B5DC-2BA90E31E4E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429DD1A-6C33-45F4-9A3B-BD9324E27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720" y="645432"/>
            <a:ext cx="11136560" cy="6111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474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7 CuadroTexto">
            <a:extLst>
              <a:ext uri="{FF2B5EF4-FFF2-40B4-BE49-F238E27FC236}">
                <a16:creationId xmlns:a16="http://schemas.microsoft.com/office/drawing/2014/main" id="{3572065F-81C1-454C-8E77-453E36FB65E9}"/>
              </a:ext>
            </a:extLst>
          </p:cNvPr>
          <p:cNvSpPr txBox="1"/>
          <p:nvPr/>
        </p:nvSpPr>
        <p:spPr>
          <a:xfrm>
            <a:off x="4331804" y="3305889"/>
            <a:ext cx="35283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dirty="0">
                <a:latin typeface="Segoe UI Light" panose="020B0502040204020203" pitchFamily="34" charset="0"/>
                <a:cs typeface="Segoe UI Light" panose="020B0502040204020203" pitchFamily="34" charset="0"/>
              </a:rPr>
              <a:t>Contenido creado por: baalkara@gmail.com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1E24590-5B37-4B8E-8E7F-7CC7FF0BA2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8599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6277</TotalTime>
  <Words>1073</Words>
  <Application>Microsoft Office PowerPoint</Application>
  <PresentationFormat>Widescreen</PresentationFormat>
  <Paragraphs>56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Segoe UI Light</vt:lpstr>
      <vt:lpstr>Wingdings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HCMC_2_1</dc:title>
  <dc:creator>master</dc:creator>
  <cp:lastModifiedBy>WILLIAM RICARDO AGUILAR PIÑA</cp:lastModifiedBy>
  <cp:revision>372</cp:revision>
  <dcterms:created xsi:type="dcterms:W3CDTF">2010-05-17T13:13:34Z</dcterms:created>
  <dcterms:modified xsi:type="dcterms:W3CDTF">2025-07-29T16:43:20Z</dcterms:modified>
</cp:coreProperties>
</file>