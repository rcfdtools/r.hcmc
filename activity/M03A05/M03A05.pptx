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390" r:id="rId2"/>
    <p:sldId id="301" r:id="rId3"/>
    <p:sldId id="289" r:id="rId4"/>
    <p:sldId id="387" r:id="rId5"/>
    <p:sldId id="334" r:id="rId6"/>
    <p:sldId id="335" r:id="rId7"/>
    <p:sldId id="337" r:id="rId8"/>
    <p:sldId id="336" r:id="rId9"/>
    <p:sldId id="338" r:id="rId10"/>
    <p:sldId id="339" r:id="rId11"/>
    <p:sldId id="340" r:id="rId12"/>
    <p:sldId id="341" r:id="rId13"/>
    <p:sldId id="342" r:id="rId14"/>
    <p:sldId id="385" r:id="rId15"/>
    <p:sldId id="386" r:id="rId16"/>
    <p:sldId id="384" r:id="rId17"/>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53" autoAdjust="0"/>
    <p:restoredTop sz="96416" autoAdjust="0"/>
  </p:normalViewPr>
  <p:slideViewPr>
    <p:cSldViewPr>
      <p:cViewPr varScale="1">
        <p:scale>
          <a:sx n="116" d="100"/>
          <a:sy n="116" d="100"/>
        </p:scale>
        <p:origin x="270" y="90"/>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ICARDO AGUILAR PIÑA" userId="25538c52-b196-49fc-9025-2dd86a54f18a" providerId="ADAL" clId="{98AACA97-0FB7-4BB8-85C4-35A6E71C3118}"/>
    <pc:docChg chg="custSel modSld">
      <pc:chgData name="WILLIAM RICARDO AGUILAR PIÑA" userId="25538c52-b196-49fc-9025-2dd86a54f18a" providerId="ADAL" clId="{98AACA97-0FB7-4BB8-85C4-35A6E71C3118}" dt="2020-10-24T21:17:05.155" v="41" actId="207"/>
      <pc:docMkLst>
        <pc:docMk/>
      </pc:docMkLst>
      <pc:sldChg chg="modSp mod">
        <pc:chgData name="WILLIAM RICARDO AGUILAR PIÑA" userId="25538c52-b196-49fc-9025-2dd86a54f18a" providerId="ADAL" clId="{98AACA97-0FB7-4BB8-85C4-35A6E71C3118}" dt="2020-10-24T21:14:31.053" v="6" actId="207"/>
        <pc:sldMkLst>
          <pc:docMk/>
          <pc:sldMk cId="1805327859" sldId="289"/>
        </pc:sldMkLst>
        <pc:spChg chg="mod">
          <ac:chgData name="WILLIAM RICARDO AGUILAR PIÑA" userId="25538c52-b196-49fc-9025-2dd86a54f18a" providerId="ADAL" clId="{98AACA97-0FB7-4BB8-85C4-35A6E71C3118}" dt="2020-10-24T21:14:31.053" v="6" actId="207"/>
          <ac:spMkLst>
            <pc:docMk/>
            <pc:sldMk cId="1805327859" sldId="289"/>
            <ac:spMk id="8" creationId="{00000000-0000-0000-0000-000000000000}"/>
          </ac:spMkLst>
        </pc:spChg>
      </pc:sldChg>
      <pc:sldChg chg="modSp mod">
        <pc:chgData name="WILLIAM RICARDO AGUILAR PIÑA" userId="25538c52-b196-49fc-9025-2dd86a54f18a" providerId="ADAL" clId="{98AACA97-0FB7-4BB8-85C4-35A6E71C3118}" dt="2020-10-24T21:14:40.990" v="19" actId="20577"/>
        <pc:sldMkLst>
          <pc:docMk/>
          <pc:sldMk cId="2852190545" sldId="301"/>
        </pc:sldMkLst>
        <pc:spChg chg="mod">
          <ac:chgData name="WILLIAM RICARDO AGUILAR PIÑA" userId="25538c52-b196-49fc-9025-2dd86a54f18a" providerId="ADAL" clId="{98AACA97-0FB7-4BB8-85C4-35A6E71C3118}" dt="2020-10-24T21:14:40.990" v="19" actId="20577"/>
          <ac:spMkLst>
            <pc:docMk/>
            <pc:sldMk cId="2852190545" sldId="301"/>
            <ac:spMk id="8" creationId="{00000000-0000-0000-0000-000000000000}"/>
          </ac:spMkLst>
        </pc:spChg>
      </pc:sldChg>
      <pc:sldChg chg="modSp mod">
        <pc:chgData name="WILLIAM RICARDO AGUILAR PIÑA" userId="25538c52-b196-49fc-9025-2dd86a54f18a" providerId="ADAL" clId="{98AACA97-0FB7-4BB8-85C4-35A6E71C3118}" dt="2020-10-24T21:15:00.734" v="28" actId="20577"/>
        <pc:sldMkLst>
          <pc:docMk/>
          <pc:sldMk cId="277114869" sldId="334"/>
        </pc:sldMkLst>
        <pc:spChg chg="mod">
          <ac:chgData name="WILLIAM RICARDO AGUILAR PIÑA" userId="25538c52-b196-49fc-9025-2dd86a54f18a" providerId="ADAL" clId="{98AACA97-0FB7-4BB8-85C4-35A6E71C3118}" dt="2020-10-24T21:15:00.734" v="28" actId="20577"/>
          <ac:spMkLst>
            <pc:docMk/>
            <pc:sldMk cId="277114869" sldId="334"/>
            <ac:spMk id="8" creationId="{00000000-0000-0000-0000-000000000000}"/>
          </ac:spMkLst>
        </pc:spChg>
        <pc:spChg chg="mod">
          <ac:chgData name="WILLIAM RICARDO AGUILAR PIÑA" userId="25538c52-b196-49fc-9025-2dd86a54f18a" providerId="ADAL" clId="{98AACA97-0FB7-4BB8-85C4-35A6E71C3118}" dt="2020-10-24T21:14:51.945" v="20" actId="207"/>
          <ac:spMkLst>
            <pc:docMk/>
            <pc:sldMk cId="277114869" sldId="334"/>
            <ac:spMk id="11" creationId="{00000000-0000-0000-0000-000000000000}"/>
          </ac:spMkLst>
        </pc:spChg>
        <pc:spChg chg="mod">
          <ac:chgData name="WILLIAM RICARDO AGUILAR PIÑA" userId="25538c52-b196-49fc-9025-2dd86a54f18a" providerId="ADAL" clId="{98AACA97-0FB7-4BB8-85C4-35A6E71C3118}" dt="2020-10-24T21:14:51.945" v="20" actId="207"/>
          <ac:spMkLst>
            <pc:docMk/>
            <pc:sldMk cId="277114869" sldId="334"/>
            <ac:spMk id="13" creationId="{00AB1AAA-F93D-43A8-A963-A312A7723F8B}"/>
          </ac:spMkLst>
        </pc:spChg>
        <pc:spChg chg="mod">
          <ac:chgData name="WILLIAM RICARDO AGUILAR PIÑA" userId="25538c52-b196-49fc-9025-2dd86a54f18a" providerId="ADAL" clId="{98AACA97-0FB7-4BB8-85C4-35A6E71C3118}" dt="2020-10-24T21:14:51.945" v="20" actId="207"/>
          <ac:spMkLst>
            <pc:docMk/>
            <pc:sldMk cId="277114869" sldId="334"/>
            <ac:spMk id="15" creationId="{00000000-0000-0000-0000-000000000000}"/>
          </ac:spMkLst>
        </pc:spChg>
        <pc:spChg chg="mod">
          <ac:chgData name="WILLIAM RICARDO AGUILAR PIÑA" userId="25538c52-b196-49fc-9025-2dd86a54f18a" providerId="ADAL" clId="{98AACA97-0FB7-4BB8-85C4-35A6E71C3118}" dt="2020-10-24T21:14:51.945" v="20" actId="207"/>
          <ac:spMkLst>
            <pc:docMk/>
            <pc:sldMk cId="277114869" sldId="334"/>
            <ac:spMk id="16" creationId="{00000000-0000-0000-0000-000000000000}"/>
          </ac:spMkLst>
        </pc:spChg>
      </pc:sldChg>
      <pc:sldChg chg="modSp mod">
        <pc:chgData name="WILLIAM RICARDO AGUILAR PIÑA" userId="25538c52-b196-49fc-9025-2dd86a54f18a" providerId="ADAL" clId="{98AACA97-0FB7-4BB8-85C4-35A6E71C3118}" dt="2020-10-24T21:15:21.184" v="30" actId="313"/>
        <pc:sldMkLst>
          <pc:docMk/>
          <pc:sldMk cId="3370394822" sldId="335"/>
        </pc:sldMkLst>
        <pc:spChg chg="mod">
          <ac:chgData name="WILLIAM RICARDO AGUILAR PIÑA" userId="25538c52-b196-49fc-9025-2dd86a54f18a" providerId="ADAL" clId="{98AACA97-0FB7-4BB8-85C4-35A6E71C3118}" dt="2020-10-24T21:15:21.184" v="30" actId="313"/>
          <ac:spMkLst>
            <pc:docMk/>
            <pc:sldMk cId="3370394822" sldId="335"/>
            <ac:spMk id="8" creationId="{00000000-0000-0000-0000-000000000000}"/>
          </ac:spMkLst>
        </pc:spChg>
        <pc:spChg chg="mod">
          <ac:chgData name="WILLIAM RICARDO AGUILAR PIÑA" userId="25538c52-b196-49fc-9025-2dd86a54f18a" providerId="ADAL" clId="{98AACA97-0FB7-4BB8-85C4-35A6E71C3118}" dt="2020-10-24T21:15:16.379" v="29" actId="207"/>
          <ac:spMkLst>
            <pc:docMk/>
            <pc:sldMk cId="3370394822" sldId="335"/>
            <ac:spMk id="10" creationId="{DDD9B846-75DD-4C09-847D-7CF79CD0EE04}"/>
          </ac:spMkLst>
        </pc:spChg>
      </pc:sldChg>
      <pc:sldChg chg="modSp mod">
        <pc:chgData name="WILLIAM RICARDO AGUILAR PIÑA" userId="25538c52-b196-49fc-9025-2dd86a54f18a" providerId="ADAL" clId="{98AACA97-0FB7-4BB8-85C4-35A6E71C3118}" dt="2020-10-24T21:15:42.719" v="34" actId="313"/>
        <pc:sldMkLst>
          <pc:docMk/>
          <pc:sldMk cId="1340465966" sldId="336"/>
        </pc:sldMkLst>
        <pc:spChg chg="mod">
          <ac:chgData name="WILLIAM RICARDO AGUILAR PIÑA" userId="25538c52-b196-49fc-9025-2dd86a54f18a" providerId="ADAL" clId="{98AACA97-0FB7-4BB8-85C4-35A6E71C3118}" dt="2020-10-24T21:15:40.913" v="33" actId="207"/>
          <ac:spMkLst>
            <pc:docMk/>
            <pc:sldMk cId="1340465966" sldId="336"/>
            <ac:spMk id="7" creationId="{00000000-0000-0000-0000-000000000000}"/>
          </ac:spMkLst>
        </pc:spChg>
        <pc:spChg chg="mod">
          <ac:chgData name="WILLIAM RICARDO AGUILAR PIÑA" userId="25538c52-b196-49fc-9025-2dd86a54f18a" providerId="ADAL" clId="{98AACA97-0FB7-4BB8-85C4-35A6E71C3118}" dt="2020-10-24T21:15:42.719" v="34" actId="313"/>
          <ac:spMkLst>
            <pc:docMk/>
            <pc:sldMk cId="1340465966" sldId="336"/>
            <ac:spMk id="8" creationId="{00000000-0000-0000-0000-000000000000}"/>
          </ac:spMkLst>
        </pc:spChg>
        <pc:spChg chg="mod">
          <ac:chgData name="WILLIAM RICARDO AGUILAR PIÑA" userId="25538c52-b196-49fc-9025-2dd86a54f18a" providerId="ADAL" clId="{98AACA97-0FB7-4BB8-85C4-35A6E71C3118}" dt="2020-10-24T21:15:40.913" v="33" actId="207"/>
          <ac:spMkLst>
            <pc:docMk/>
            <pc:sldMk cId="1340465966" sldId="336"/>
            <ac:spMk id="9" creationId="{00000000-0000-0000-0000-000000000000}"/>
          </ac:spMkLst>
        </pc:spChg>
        <pc:spChg chg="mod">
          <ac:chgData name="WILLIAM RICARDO AGUILAR PIÑA" userId="25538c52-b196-49fc-9025-2dd86a54f18a" providerId="ADAL" clId="{98AACA97-0FB7-4BB8-85C4-35A6E71C3118}" dt="2020-10-24T21:15:40.913" v="33" actId="207"/>
          <ac:spMkLst>
            <pc:docMk/>
            <pc:sldMk cId="1340465966" sldId="336"/>
            <ac:spMk id="10" creationId="{00000000-0000-0000-0000-000000000000}"/>
          </ac:spMkLst>
        </pc:spChg>
        <pc:spChg chg="mod">
          <ac:chgData name="WILLIAM RICARDO AGUILAR PIÑA" userId="25538c52-b196-49fc-9025-2dd86a54f18a" providerId="ADAL" clId="{98AACA97-0FB7-4BB8-85C4-35A6E71C3118}" dt="2020-10-24T21:15:40.913" v="33" actId="207"/>
          <ac:spMkLst>
            <pc:docMk/>
            <pc:sldMk cId="1340465966" sldId="336"/>
            <ac:spMk id="13" creationId="{DD311587-8FAB-4423-9B25-B3CB05111FDF}"/>
          </ac:spMkLst>
        </pc:spChg>
      </pc:sldChg>
      <pc:sldChg chg="modSp mod">
        <pc:chgData name="WILLIAM RICARDO AGUILAR PIÑA" userId="25538c52-b196-49fc-9025-2dd86a54f18a" providerId="ADAL" clId="{98AACA97-0FB7-4BB8-85C4-35A6E71C3118}" dt="2020-10-24T21:15:36.218" v="32" actId="313"/>
        <pc:sldMkLst>
          <pc:docMk/>
          <pc:sldMk cId="192561705" sldId="337"/>
        </pc:sldMkLst>
        <pc:spChg chg="mod">
          <ac:chgData name="WILLIAM RICARDO AGUILAR PIÑA" userId="25538c52-b196-49fc-9025-2dd86a54f18a" providerId="ADAL" clId="{98AACA97-0FB7-4BB8-85C4-35A6E71C3118}" dt="2020-10-24T21:15:36.218" v="32" actId="313"/>
          <ac:spMkLst>
            <pc:docMk/>
            <pc:sldMk cId="192561705" sldId="337"/>
            <ac:spMk id="8" creationId="{00000000-0000-0000-0000-000000000000}"/>
          </ac:spMkLst>
        </pc:spChg>
        <pc:spChg chg="mod">
          <ac:chgData name="WILLIAM RICARDO AGUILAR PIÑA" userId="25538c52-b196-49fc-9025-2dd86a54f18a" providerId="ADAL" clId="{98AACA97-0FB7-4BB8-85C4-35A6E71C3118}" dt="2020-10-24T21:15:24.639" v="31" actId="207"/>
          <ac:spMkLst>
            <pc:docMk/>
            <pc:sldMk cId="192561705" sldId="337"/>
            <ac:spMk id="9" creationId="{569D34AB-6DA8-4E87-B32A-5584200E31A7}"/>
          </ac:spMkLst>
        </pc:spChg>
        <pc:spChg chg="mod">
          <ac:chgData name="WILLIAM RICARDO AGUILAR PIÑA" userId="25538c52-b196-49fc-9025-2dd86a54f18a" providerId="ADAL" clId="{98AACA97-0FB7-4BB8-85C4-35A6E71C3118}" dt="2020-10-24T21:15:24.639" v="31" actId="207"/>
          <ac:spMkLst>
            <pc:docMk/>
            <pc:sldMk cId="192561705" sldId="337"/>
            <ac:spMk id="17" creationId="{00000000-0000-0000-0000-000000000000}"/>
          </ac:spMkLst>
        </pc:spChg>
      </pc:sldChg>
      <pc:sldChg chg="modSp mod">
        <pc:chgData name="WILLIAM RICARDO AGUILAR PIÑA" userId="25538c52-b196-49fc-9025-2dd86a54f18a" providerId="ADAL" clId="{98AACA97-0FB7-4BB8-85C4-35A6E71C3118}" dt="2020-10-24T21:15:49.621" v="35" actId="207"/>
        <pc:sldMkLst>
          <pc:docMk/>
          <pc:sldMk cId="2547073232" sldId="338"/>
        </pc:sldMkLst>
        <pc:spChg chg="mod">
          <ac:chgData name="WILLIAM RICARDO AGUILAR PIÑA" userId="25538c52-b196-49fc-9025-2dd86a54f18a" providerId="ADAL" clId="{98AACA97-0FB7-4BB8-85C4-35A6E71C3118}" dt="2020-10-24T21:15:49.621" v="35" actId="207"/>
          <ac:spMkLst>
            <pc:docMk/>
            <pc:sldMk cId="2547073232" sldId="338"/>
            <ac:spMk id="8" creationId="{00000000-0000-0000-0000-000000000000}"/>
          </ac:spMkLst>
        </pc:spChg>
        <pc:spChg chg="mod">
          <ac:chgData name="WILLIAM RICARDO AGUILAR PIÑA" userId="25538c52-b196-49fc-9025-2dd86a54f18a" providerId="ADAL" clId="{98AACA97-0FB7-4BB8-85C4-35A6E71C3118}" dt="2020-10-24T21:15:49.621" v="35" actId="207"/>
          <ac:spMkLst>
            <pc:docMk/>
            <pc:sldMk cId="2547073232" sldId="338"/>
            <ac:spMk id="17" creationId="{00000000-0000-0000-0000-000000000000}"/>
          </ac:spMkLst>
        </pc:spChg>
        <pc:spChg chg="mod">
          <ac:chgData name="WILLIAM RICARDO AGUILAR PIÑA" userId="25538c52-b196-49fc-9025-2dd86a54f18a" providerId="ADAL" clId="{98AACA97-0FB7-4BB8-85C4-35A6E71C3118}" dt="2020-10-24T21:15:49.621" v="35" actId="207"/>
          <ac:spMkLst>
            <pc:docMk/>
            <pc:sldMk cId="2547073232" sldId="338"/>
            <ac:spMk id="18" creationId="{00000000-0000-0000-0000-000000000000}"/>
          </ac:spMkLst>
        </pc:spChg>
        <pc:spChg chg="mod">
          <ac:chgData name="WILLIAM RICARDO AGUILAR PIÑA" userId="25538c52-b196-49fc-9025-2dd86a54f18a" providerId="ADAL" clId="{98AACA97-0FB7-4BB8-85C4-35A6E71C3118}" dt="2020-10-24T21:15:49.621" v="35" actId="207"/>
          <ac:spMkLst>
            <pc:docMk/>
            <pc:sldMk cId="2547073232" sldId="338"/>
            <ac:spMk id="19" creationId="{2FA35426-74F5-4065-91B3-4E3738C92D9A}"/>
          </ac:spMkLst>
        </pc:spChg>
      </pc:sldChg>
      <pc:sldChg chg="modSp mod">
        <pc:chgData name="WILLIAM RICARDO AGUILAR PIÑA" userId="25538c52-b196-49fc-9025-2dd86a54f18a" providerId="ADAL" clId="{98AACA97-0FB7-4BB8-85C4-35A6E71C3118}" dt="2020-10-24T21:16:03.874" v="36" actId="207"/>
        <pc:sldMkLst>
          <pc:docMk/>
          <pc:sldMk cId="436025060" sldId="339"/>
        </pc:sldMkLst>
        <pc:spChg chg="mod">
          <ac:chgData name="WILLIAM RICARDO AGUILAR PIÑA" userId="25538c52-b196-49fc-9025-2dd86a54f18a" providerId="ADAL" clId="{98AACA97-0FB7-4BB8-85C4-35A6E71C3118}" dt="2020-10-24T21:16:03.874" v="36" actId="207"/>
          <ac:spMkLst>
            <pc:docMk/>
            <pc:sldMk cId="436025060" sldId="339"/>
            <ac:spMk id="8" creationId="{00000000-0000-0000-0000-000000000000}"/>
          </ac:spMkLst>
        </pc:spChg>
        <pc:spChg chg="mod">
          <ac:chgData name="WILLIAM RICARDO AGUILAR PIÑA" userId="25538c52-b196-49fc-9025-2dd86a54f18a" providerId="ADAL" clId="{98AACA97-0FB7-4BB8-85C4-35A6E71C3118}" dt="2020-10-24T21:16:03.874" v="36" actId="207"/>
          <ac:spMkLst>
            <pc:docMk/>
            <pc:sldMk cId="436025060" sldId="339"/>
            <ac:spMk id="15" creationId="{400CC233-68B9-41B5-BD4B-026B88EABE79}"/>
          </ac:spMkLst>
        </pc:spChg>
        <pc:spChg chg="mod">
          <ac:chgData name="WILLIAM RICARDO AGUILAR PIÑA" userId="25538c52-b196-49fc-9025-2dd86a54f18a" providerId="ADAL" clId="{98AACA97-0FB7-4BB8-85C4-35A6E71C3118}" dt="2020-10-24T21:16:03.874" v="36" actId="207"/>
          <ac:spMkLst>
            <pc:docMk/>
            <pc:sldMk cId="436025060" sldId="339"/>
            <ac:spMk id="16" creationId="{00000000-0000-0000-0000-000000000000}"/>
          </ac:spMkLst>
        </pc:spChg>
        <pc:spChg chg="mod">
          <ac:chgData name="WILLIAM RICARDO AGUILAR PIÑA" userId="25538c52-b196-49fc-9025-2dd86a54f18a" providerId="ADAL" clId="{98AACA97-0FB7-4BB8-85C4-35A6E71C3118}" dt="2020-10-24T21:16:03.874" v="36" actId="207"/>
          <ac:spMkLst>
            <pc:docMk/>
            <pc:sldMk cId="436025060" sldId="339"/>
            <ac:spMk id="17" creationId="{00000000-0000-0000-0000-000000000000}"/>
          </ac:spMkLst>
        </pc:spChg>
      </pc:sldChg>
      <pc:sldChg chg="modSp mod">
        <pc:chgData name="WILLIAM RICARDO AGUILAR PIÑA" userId="25538c52-b196-49fc-9025-2dd86a54f18a" providerId="ADAL" clId="{98AACA97-0FB7-4BB8-85C4-35A6E71C3118}" dt="2020-10-24T21:16:21.265" v="37" actId="207"/>
        <pc:sldMkLst>
          <pc:docMk/>
          <pc:sldMk cId="3005607906" sldId="340"/>
        </pc:sldMkLst>
        <pc:spChg chg="mod">
          <ac:chgData name="WILLIAM RICARDO AGUILAR PIÑA" userId="25538c52-b196-49fc-9025-2dd86a54f18a" providerId="ADAL" clId="{98AACA97-0FB7-4BB8-85C4-35A6E71C3118}" dt="2020-10-24T21:16:21.265" v="37" actId="207"/>
          <ac:spMkLst>
            <pc:docMk/>
            <pc:sldMk cId="3005607906" sldId="340"/>
            <ac:spMk id="8" creationId="{00000000-0000-0000-0000-000000000000}"/>
          </ac:spMkLst>
        </pc:spChg>
        <pc:spChg chg="mod">
          <ac:chgData name="WILLIAM RICARDO AGUILAR PIÑA" userId="25538c52-b196-49fc-9025-2dd86a54f18a" providerId="ADAL" clId="{98AACA97-0FB7-4BB8-85C4-35A6E71C3118}" dt="2020-10-24T21:16:21.265" v="37" actId="207"/>
          <ac:spMkLst>
            <pc:docMk/>
            <pc:sldMk cId="3005607906" sldId="340"/>
            <ac:spMk id="11" creationId="{7892ED6A-9399-4C19-BED2-EB2578F15E4C}"/>
          </ac:spMkLst>
        </pc:spChg>
      </pc:sldChg>
      <pc:sldChg chg="modSp mod">
        <pc:chgData name="WILLIAM RICARDO AGUILAR PIÑA" userId="25538c52-b196-49fc-9025-2dd86a54f18a" providerId="ADAL" clId="{98AACA97-0FB7-4BB8-85C4-35A6E71C3118}" dt="2020-10-24T21:16:39.060" v="38" actId="207"/>
        <pc:sldMkLst>
          <pc:docMk/>
          <pc:sldMk cId="799140714" sldId="341"/>
        </pc:sldMkLst>
        <pc:spChg chg="mod">
          <ac:chgData name="WILLIAM RICARDO AGUILAR PIÑA" userId="25538c52-b196-49fc-9025-2dd86a54f18a" providerId="ADAL" clId="{98AACA97-0FB7-4BB8-85C4-35A6E71C3118}" dt="2020-10-24T21:16:39.060" v="38" actId="207"/>
          <ac:spMkLst>
            <pc:docMk/>
            <pc:sldMk cId="799140714" sldId="341"/>
            <ac:spMk id="8" creationId="{00000000-0000-0000-0000-000000000000}"/>
          </ac:spMkLst>
        </pc:spChg>
        <pc:spChg chg="mod">
          <ac:chgData name="WILLIAM RICARDO AGUILAR PIÑA" userId="25538c52-b196-49fc-9025-2dd86a54f18a" providerId="ADAL" clId="{98AACA97-0FB7-4BB8-85C4-35A6E71C3118}" dt="2020-10-24T21:16:39.060" v="38" actId="207"/>
          <ac:spMkLst>
            <pc:docMk/>
            <pc:sldMk cId="799140714" sldId="341"/>
            <ac:spMk id="12" creationId="{BDF6FD13-DAB2-4940-B8EC-F29429DF4E6C}"/>
          </ac:spMkLst>
        </pc:spChg>
      </pc:sldChg>
      <pc:sldChg chg="modSp mod">
        <pc:chgData name="WILLIAM RICARDO AGUILAR PIÑA" userId="25538c52-b196-49fc-9025-2dd86a54f18a" providerId="ADAL" clId="{98AACA97-0FB7-4BB8-85C4-35A6E71C3118}" dt="2020-10-24T21:17:00.285" v="39" actId="207"/>
        <pc:sldMkLst>
          <pc:docMk/>
          <pc:sldMk cId="2714578074" sldId="342"/>
        </pc:sldMkLst>
        <pc:spChg chg="mod">
          <ac:chgData name="WILLIAM RICARDO AGUILAR PIÑA" userId="25538c52-b196-49fc-9025-2dd86a54f18a" providerId="ADAL" clId="{98AACA97-0FB7-4BB8-85C4-35A6E71C3118}" dt="2020-10-24T21:17:00.285" v="39" actId="207"/>
          <ac:spMkLst>
            <pc:docMk/>
            <pc:sldMk cId="2714578074" sldId="342"/>
            <ac:spMk id="8" creationId="{00000000-0000-0000-0000-000000000000}"/>
          </ac:spMkLst>
        </pc:spChg>
        <pc:spChg chg="mod">
          <ac:chgData name="WILLIAM RICARDO AGUILAR PIÑA" userId="25538c52-b196-49fc-9025-2dd86a54f18a" providerId="ADAL" clId="{98AACA97-0FB7-4BB8-85C4-35A6E71C3118}" dt="2020-10-24T21:17:00.285" v="39" actId="207"/>
          <ac:spMkLst>
            <pc:docMk/>
            <pc:sldMk cId="2714578074" sldId="342"/>
            <ac:spMk id="9" creationId="{0246C547-D7DC-406B-9B1A-EB15603D56A4}"/>
          </ac:spMkLst>
        </pc:spChg>
      </pc:sldChg>
      <pc:sldChg chg="modSp mod">
        <pc:chgData name="WILLIAM RICARDO AGUILAR PIÑA" userId="25538c52-b196-49fc-9025-2dd86a54f18a" providerId="ADAL" clId="{98AACA97-0FB7-4BB8-85C4-35A6E71C3118}" dt="2020-10-24T21:17:03.223" v="40" actId="207"/>
        <pc:sldMkLst>
          <pc:docMk/>
          <pc:sldMk cId="1025037107" sldId="385"/>
        </pc:sldMkLst>
        <pc:spChg chg="mod">
          <ac:chgData name="WILLIAM RICARDO AGUILAR PIÑA" userId="25538c52-b196-49fc-9025-2dd86a54f18a" providerId="ADAL" clId="{98AACA97-0FB7-4BB8-85C4-35A6E71C3118}" dt="2020-10-24T21:17:03.223" v="40" actId="207"/>
          <ac:spMkLst>
            <pc:docMk/>
            <pc:sldMk cId="1025037107" sldId="385"/>
            <ac:spMk id="8" creationId="{00000000-0000-0000-0000-000000000000}"/>
          </ac:spMkLst>
        </pc:spChg>
        <pc:spChg chg="mod">
          <ac:chgData name="WILLIAM RICARDO AGUILAR PIÑA" userId="25538c52-b196-49fc-9025-2dd86a54f18a" providerId="ADAL" clId="{98AACA97-0FB7-4BB8-85C4-35A6E71C3118}" dt="2020-10-24T21:17:03.223" v="40" actId="207"/>
          <ac:spMkLst>
            <pc:docMk/>
            <pc:sldMk cId="1025037107" sldId="385"/>
            <ac:spMk id="9" creationId="{D6F801F3-ADE6-4408-B8C3-DC348C0BFFDE}"/>
          </ac:spMkLst>
        </pc:spChg>
      </pc:sldChg>
      <pc:sldChg chg="modSp mod">
        <pc:chgData name="WILLIAM RICARDO AGUILAR PIÑA" userId="25538c52-b196-49fc-9025-2dd86a54f18a" providerId="ADAL" clId="{98AACA97-0FB7-4BB8-85C4-35A6E71C3118}" dt="2020-10-24T21:17:05.155" v="41" actId="207"/>
        <pc:sldMkLst>
          <pc:docMk/>
          <pc:sldMk cId="2645996017" sldId="386"/>
        </pc:sldMkLst>
        <pc:spChg chg="mod">
          <ac:chgData name="WILLIAM RICARDO AGUILAR PIÑA" userId="25538c52-b196-49fc-9025-2dd86a54f18a" providerId="ADAL" clId="{98AACA97-0FB7-4BB8-85C4-35A6E71C3118}" dt="2020-10-24T21:17:05.155" v="41" actId="207"/>
          <ac:spMkLst>
            <pc:docMk/>
            <pc:sldMk cId="2645996017" sldId="386"/>
            <ac:spMk id="7" creationId="{2346F3AC-DDE3-404B-B288-80C4B3A0297A}"/>
          </ac:spMkLst>
        </pc:spChg>
        <pc:spChg chg="mod">
          <ac:chgData name="WILLIAM RICARDO AGUILAR PIÑA" userId="25538c52-b196-49fc-9025-2dd86a54f18a" providerId="ADAL" clId="{98AACA97-0FB7-4BB8-85C4-35A6E71C3118}" dt="2020-10-24T21:17:05.155" v="41" actId="207"/>
          <ac:spMkLst>
            <pc:docMk/>
            <pc:sldMk cId="2645996017" sldId="386"/>
            <ac:spMk id="8" creationId="{00000000-0000-0000-0000-000000000000}"/>
          </ac:spMkLst>
        </pc:spChg>
      </pc:sldChg>
      <pc:sldChg chg="modSp mod">
        <pc:chgData name="WILLIAM RICARDO AGUILAR PIÑA" userId="25538c52-b196-49fc-9025-2dd86a54f18a" providerId="ADAL" clId="{98AACA97-0FB7-4BB8-85C4-35A6E71C3118}" dt="2020-10-24T21:14:19.646" v="4" actId="20577"/>
        <pc:sldMkLst>
          <pc:docMk/>
          <pc:sldMk cId="0" sldId="390"/>
        </pc:sldMkLst>
        <pc:spChg chg="mod">
          <ac:chgData name="WILLIAM RICARDO AGUILAR PIÑA" userId="25538c52-b196-49fc-9025-2dd86a54f18a" providerId="ADAL" clId="{98AACA97-0FB7-4BB8-85C4-35A6E71C3118}" dt="2020-10-24T21:14:19.646" v="4" actId="20577"/>
          <ac:spMkLst>
            <pc:docMk/>
            <pc:sldMk cId="0" sldId="390"/>
            <ac:spMk id="9" creationId="{3072C985-1B9B-4BDD-9204-91D61E909C9C}"/>
          </ac:spMkLst>
        </pc:spChg>
        <pc:spChg chg="mod">
          <ac:chgData name="WILLIAM RICARDO AGUILAR PIÑA" userId="25538c52-b196-49fc-9025-2dd86a54f18a" providerId="ADAL" clId="{98AACA97-0FB7-4BB8-85C4-35A6E71C3118}" dt="2020-10-24T21:14:10.138" v="0" actId="207"/>
          <ac:spMkLst>
            <pc:docMk/>
            <pc:sldMk cId="0" sldId="390"/>
            <ac:spMk id="10" creationId="{7F6DDFB0-630E-45A2-B5EE-AB34BE184EC4}"/>
          </ac:spMkLst>
        </pc:spChg>
        <pc:spChg chg="mod">
          <ac:chgData name="WILLIAM RICARDO AGUILAR PIÑA" userId="25538c52-b196-49fc-9025-2dd86a54f18a" providerId="ADAL" clId="{98AACA97-0FB7-4BB8-85C4-35A6E71C3118}" dt="2020-10-24T21:14:10.138" v="0" actId="207"/>
          <ac:spMkLst>
            <pc:docMk/>
            <pc:sldMk cId="0" sldId="390"/>
            <ac:spMk id="17" creationId="{CF602DD4-6CD6-45A5-8387-11EC9AEA487E}"/>
          </ac:spMkLst>
        </pc:spChg>
      </pc:sldChg>
    </pc:docChg>
  </pc:docChgLst>
  <pc:docChgLst>
    <pc:chgData name="WILLIAM RICARDO AGUILAR PIÑA" userId="25538c52-b196-49fc-9025-2dd86a54f18a" providerId="ADAL" clId="{B86F6874-6A70-44EE-863F-EC42CAA06235}"/>
    <pc:docChg chg="undo custSel modSld">
      <pc:chgData name="WILLIAM RICARDO AGUILAR PIÑA" userId="25538c52-b196-49fc-9025-2dd86a54f18a" providerId="ADAL" clId="{B86F6874-6A70-44EE-863F-EC42CAA06235}" dt="2023-11-24T13:09:31.494" v="14" actId="20577"/>
      <pc:docMkLst>
        <pc:docMk/>
      </pc:docMkLst>
      <pc:sldChg chg="modSp mod">
        <pc:chgData name="WILLIAM RICARDO AGUILAR PIÑA" userId="25538c52-b196-49fc-9025-2dd86a54f18a" providerId="ADAL" clId="{B86F6874-6A70-44EE-863F-EC42CAA06235}" dt="2023-11-24T13:08:31.448" v="9" actId="20577"/>
        <pc:sldMkLst>
          <pc:docMk/>
          <pc:sldMk cId="1805327859" sldId="289"/>
        </pc:sldMkLst>
        <pc:spChg chg="mod">
          <ac:chgData name="WILLIAM RICARDO AGUILAR PIÑA" userId="25538c52-b196-49fc-9025-2dd86a54f18a" providerId="ADAL" clId="{B86F6874-6A70-44EE-863F-EC42CAA06235}" dt="2023-11-24T13:08:31.448" v="9" actId="20577"/>
          <ac:spMkLst>
            <pc:docMk/>
            <pc:sldMk cId="1805327859" sldId="289"/>
            <ac:spMk id="8" creationId="{00000000-0000-0000-0000-000000000000}"/>
          </ac:spMkLst>
        </pc:spChg>
      </pc:sldChg>
      <pc:sldChg chg="modSp mod">
        <pc:chgData name="WILLIAM RICARDO AGUILAR PIÑA" userId="25538c52-b196-49fc-9025-2dd86a54f18a" providerId="ADAL" clId="{B86F6874-6A70-44EE-863F-EC42CAA06235}" dt="2023-11-24T13:09:31.494" v="14" actId="20577"/>
        <pc:sldMkLst>
          <pc:docMk/>
          <pc:sldMk cId="0" sldId="390"/>
        </pc:sldMkLst>
        <pc:spChg chg="mod">
          <ac:chgData name="WILLIAM RICARDO AGUILAR PIÑA" userId="25538c52-b196-49fc-9025-2dd86a54f18a" providerId="ADAL" clId="{B86F6874-6A70-44EE-863F-EC42CAA06235}" dt="2023-11-24T13:09:31.494" v="14" actId="20577"/>
          <ac:spMkLst>
            <pc:docMk/>
            <pc:sldMk cId="0" sldId="390"/>
            <ac:spMk id="9" creationId="{3072C985-1B9B-4BDD-9204-91D61E909C9C}"/>
          </ac:spMkLst>
        </pc:spChg>
      </pc:sldChg>
    </pc:docChg>
  </pc:docChgLst>
  <pc:docChgLst>
    <pc:chgData name="WILLIAM RICARDO AGUILAR PIÑA" userId="25538c52-b196-49fc-9025-2dd86a54f18a" providerId="ADAL" clId="{E62A114D-19B6-45A0-8C8C-320F0B491F40}"/>
    <pc:docChg chg="modSld">
      <pc:chgData name="WILLIAM RICARDO AGUILAR PIÑA" userId="25538c52-b196-49fc-9025-2dd86a54f18a" providerId="ADAL" clId="{E62A114D-19B6-45A0-8C8C-320F0B491F40}" dt="2018-06-29T15:35:42.597" v="16" actId="20577"/>
      <pc:docMkLst>
        <pc:docMk/>
      </pc:docMkLst>
      <pc:sldChg chg="modSp">
        <pc:chgData name="WILLIAM RICARDO AGUILAR PIÑA" userId="25538c52-b196-49fc-9025-2dd86a54f18a" providerId="ADAL" clId="{E62A114D-19B6-45A0-8C8C-320F0B491F40}" dt="2018-06-29T15:35:42.597" v="16" actId="20577"/>
        <pc:sldMkLst>
          <pc:docMk/>
          <pc:sldMk cId="0" sldId="256"/>
        </pc:sldMkLst>
        <pc:spChg chg="mod">
          <ac:chgData name="WILLIAM RICARDO AGUILAR PIÑA" userId="25538c52-b196-49fc-9025-2dd86a54f18a" providerId="ADAL" clId="{E62A114D-19B6-45A0-8C8C-320F0B491F40}" dt="2018-06-29T15:35:42.597" v="16" actId="20577"/>
          <ac:spMkLst>
            <pc:docMk/>
            <pc:sldMk cId="0" sldId="256"/>
            <ac:spMk id="8" creationId="{00000000-0000-0000-0000-000000000000}"/>
          </ac:spMkLst>
        </pc:spChg>
      </pc:sldChg>
    </pc:docChg>
  </pc:docChgLst>
  <pc:docChgLst>
    <pc:chgData name="WILLIAM RICARDO AGUILAR PIÑA" userId="25538c52-b196-49fc-9025-2dd86a54f18a" providerId="ADAL" clId="{3F80B5BF-0776-4A1C-8193-3CEB08A339B4}"/>
    <pc:docChg chg="modSld">
      <pc:chgData name="WILLIAM RICARDO AGUILAR PIÑA" userId="25538c52-b196-49fc-9025-2dd86a54f18a" providerId="ADAL" clId="{3F80B5BF-0776-4A1C-8193-3CEB08A339B4}" dt="2022-11-19T13:18:13.774" v="29" actId="20577"/>
      <pc:docMkLst>
        <pc:docMk/>
      </pc:docMkLst>
      <pc:sldChg chg="modSp mod">
        <pc:chgData name="WILLIAM RICARDO AGUILAR PIÑA" userId="25538c52-b196-49fc-9025-2dd86a54f18a" providerId="ADAL" clId="{3F80B5BF-0776-4A1C-8193-3CEB08A339B4}" dt="2022-11-19T13:18:00.154" v="24" actId="20577"/>
        <pc:sldMkLst>
          <pc:docMk/>
          <pc:sldMk cId="1805327859" sldId="289"/>
        </pc:sldMkLst>
        <pc:spChg chg="mod">
          <ac:chgData name="WILLIAM RICARDO AGUILAR PIÑA" userId="25538c52-b196-49fc-9025-2dd86a54f18a" providerId="ADAL" clId="{3F80B5BF-0776-4A1C-8193-3CEB08A339B4}" dt="2022-11-19T13:18:00.154" v="24" actId="20577"/>
          <ac:spMkLst>
            <pc:docMk/>
            <pc:sldMk cId="1805327859" sldId="289"/>
            <ac:spMk id="8" creationId="{00000000-0000-0000-0000-000000000000}"/>
          </ac:spMkLst>
        </pc:spChg>
      </pc:sldChg>
      <pc:sldChg chg="modSp mod">
        <pc:chgData name="WILLIAM RICARDO AGUILAR PIÑA" userId="25538c52-b196-49fc-9025-2dd86a54f18a" providerId="ADAL" clId="{3F80B5BF-0776-4A1C-8193-3CEB08A339B4}" dt="2022-11-19T13:03:28.971" v="2" actId="20577"/>
        <pc:sldMkLst>
          <pc:docMk/>
          <pc:sldMk cId="2547073232" sldId="338"/>
        </pc:sldMkLst>
        <pc:spChg chg="mod">
          <ac:chgData name="WILLIAM RICARDO AGUILAR PIÑA" userId="25538c52-b196-49fc-9025-2dd86a54f18a" providerId="ADAL" clId="{3F80B5BF-0776-4A1C-8193-3CEB08A339B4}" dt="2022-11-19T13:03:28.971" v="2" actId="20577"/>
          <ac:spMkLst>
            <pc:docMk/>
            <pc:sldMk cId="2547073232" sldId="338"/>
            <ac:spMk id="8" creationId="{00000000-0000-0000-0000-000000000000}"/>
          </ac:spMkLst>
        </pc:spChg>
      </pc:sldChg>
      <pc:sldChg chg="modSp mod">
        <pc:chgData name="WILLIAM RICARDO AGUILAR PIÑA" userId="25538c52-b196-49fc-9025-2dd86a54f18a" providerId="ADAL" clId="{3F80B5BF-0776-4A1C-8193-3CEB08A339B4}" dt="2022-11-19T13:18:13.774" v="29" actId="20577"/>
        <pc:sldMkLst>
          <pc:docMk/>
          <pc:sldMk cId="0" sldId="390"/>
        </pc:sldMkLst>
        <pc:spChg chg="mod">
          <ac:chgData name="WILLIAM RICARDO AGUILAR PIÑA" userId="25538c52-b196-49fc-9025-2dd86a54f18a" providerId="ADAL" clId="{3F80B5BF-0776-4A1C-8193-3CEB08A339B4}" dt="2022-11-19T13:18:13.774" v="29" actId="20577"/>
          <ac:spMkLst>
            <pc:docMk/>
            <pc:sldMk cId="0" sldId="390"/>
            <ac:spMk id="9" creationId="{3072C985-1B9B-4BDD-9204-91D61E909C9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CE91DE-ABC6-4D22-89A0-1765B629FB43}" type="datetimeFigureOut">
              <a:rPr lang="es-CO" smtClean="0"/>
              <a:pPr/>
              <a:t>1/08/2025</a:t>
            </a:fld>
            <a:endParaRPr lang="es-CO"/>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FAC943-C359-4C07-B08A-993C08E8D67C}" type="slidenum">
              <a:rPr lang="es-CO" smtClean="0"/>
              <a:pPr/>
              <a:t>‹#›</a:t>
            </a:fld>
            <a:endParaRPr lang="es-CO"/>
          </a:p>
        </p:txBody>
      </p:sp>
    </p:spTree>
    <p:extLst>
      <p:ext uri="{BB962C8B-B14F-4D97-AF65-F5344CB8AC3E}">
        <p14:creationId xmlns:p14="http://schemas.microsoft.com/office/powerpoint/2010/main" val="3170295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5</a:t>
            </a:fld>
            <a:endParaRPr lang="es-CO"/>
          </a:p>
        </p:txBody>
      </p:sp>
    </p:spTree>
    <p:extLst>
      <p:ext uri="{BB962C8B-B14F-4D97-AF65-F5344CB8AC3E}">
        <p14:creationId xmlns:p14="http://schemas.microsoft.com/office/powerpoint/2010/main" val="3144353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8" name="7 Marcador de pie de página"/>
          <p:cNvSpPr>
            <a:spLocks noGrp="1"/>
          </p:cNvSpPr>
          <p:nvPr>
            <p:ph type="ftr" sz="quarter" idx="11"/>
          </p:nvPr>
        </p:nvSpPr>
        <p:spPr/>
        <p:txBody>
          <a:bodyPr/>
          <a:lstStyle/>
          <a:p>
            <a:endParaRPr lang="es-CO"/>
          </a:p>
        </p:txBody>
      </p:sp>
      <p:sp>
        <p:nvSpPr>
          <p:cNvPr id="9" name="8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4" name="3 Marcador de pie de página"/>
          <p:cNvSpPr>
            <a:spLocks noGrp="1"/>
          </p:cNvSpPr>
          <p:nvPr>
            <p:ph type="ftr" sz="quarter" idx="11"/>
          </p:nvPr>
        </p:nvSpPr>
        <p:spPr/>
        <p:txBody>
          <a:bodyPr/>
          <a:lstStyle/>
          <a:p>
            <a:endParaRPr lang="es-CO"/>
          </a:p>
        </p:txBody>
      </p:sp>
      <p:sp>
        <p:nvSpPr>
          <p:cNvPr id="5" name="4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3" name="2 Marcador de pie de página"/>
          <p:cNvSpPr>
            <a:spLocks noGrp="1"/>
          </p:cNvSpPr>
          <p:nvPr>
            <p:ph type="ftr" sz="quarter" idx="11"/>
          </p:nvPr>
        </p:nvSpPr>
        <p:spPr/>
        <p:txBody>
          <a:bodyPr/>
          <a:lstStyle/>
          <a:p>
            <a:endParaRPr lang="es-CO"/>
          </a:p>
        </p:txBody>
      </p:sp>
      <p:sp>
        <p:nvSpPr>
          <p:cNvPr id="4" name="3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F08CB-A55A-40B1-AEFD-F19B3CFD19B5}" type="datetimeFigureOut">
              <a:rPr lang="es-CO" smtClean="0"/>
              <a:pPr/>
              <a:t>1/08/2025</a:t>
            </a:fld>
            <a:endParaRPr lang="es-CO"/>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79857C-C111-4800-9D0C-003B4AAA4019}" type="slidenum">
              <a:rPr lang="es-CO" smtClean="0"/>
              <a:pPr/>
              <a:t>‹#›</a:t>
            </a:fld>
            <a:endParaRPr lang="es-CO"/>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rcfdtools/R.HydroTools/wiki/License" TargetMode="External"/><Relationship Id="rId2" Type="http://schemas.openxmlformats.org/officeDocument/2006/relationships/hyperlink" Target="https://github.com/rcfdtools" TargetMode="Externa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3072C985-1B9B-4BDD-9204-91D61E909C9C}"/>
              </a:ext>
            </a:extLst>
          </p:cNvPr>
          <p:cNvSpPr txBox="1">
            <a:spLocks/>
          </p:cNvSpPr>
          <p:nvPr/>
        </p:nvSpPr>
        <p:spPr>
          <a:xfrm>
            <a:off x="7620002"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ES" sz="800" dirty="0">
                <a:latin typeface="Segoe UI Light" panose="020B0502040204020203" pitchFamily="34" charset="0"/>
                <a:cs typeface="Segoe UI Light" panose="020B0502040204020203" pitchFamily="34" charset="0"/>
              </a:rPr>
              <a:t>v.20231124</a:t>
            </a:r>
            <a:endParaRPr lang="es-CO" sz="800" spc="100" dirty="0">
              <a:latin typeface="Segoe UI Light" panose="020B0502040204020203" pitchFamily="34" charset="0"/>
              <a:cs typeface="Segoe UI Light" panose="020B0502040204020203" pitchFamily="34" charset="0"/>
            </a:endParaRPr>
          </a:p>
        </p:txBody>
      </p:sp>
      <p:sp>
        <p:nvSpPr>
          <p:cNvPr id="10" name="1 Título">
            <a:extLst>
              <a:ext uri="{FF2B5EF4-FFF2-40B4-BE49-F238E27FC236}">
                <a16:creationId xmlns:a16="http://schemas.microsoft.com/office/drawing/2014/main" id="{7F6DDFB0-630E-45A2-B5EE-AB34BE184EC4}"/>
              </a:ext>
            </a:extLst>
          </p:cNvPr>
          <p:cNvSpPr txBox="1">
            <a:spLocks/>
          </p:cNvSpPr>
          <p:nvPr/>
        </p:nvSpPr>
        <p:spPr>
          <a:xfrm>
            <a:off x="0"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 dirty="0">
                <a:latin typeface="Segoe UI Light" panose="020B0502040204020203" pitchFamily="34" charset="0"/>
                <a:cs typeface="Segoe UI Light" panose="020B0502040204020203" pitchFamily="34" charset="0"/>
              </a:rPr>
              <a:t>Info: r.cfdtools@gmail.com</a:t>
            </a:r>
            <a:endParaRPr lang="es-CO" sz="800" spc="100" dirty="0">
              <a:latin typeface="Segoe UI Light" panose="020B0502040204020203" pitchFamily="34" charset="0"/>
              <a:cs typeface="Segoe UI Light" panose="020B0502040204020203" pitchFamily="34" charset="0"/>
            </a:endParaRPr>
          </a:p>
        </p:txBody>
      </p:sp>
      <p:sp>
        <p:nvSpPr>
          <p:cNvPr id="17" name="1 Título">
            <a:extLst>
              <a:ext uri="{FF2B5EF4-FFF2-40B4-BE49-F238E27FC236}">
                <a16:creationId xmlns:a16="http://schemas.microsoft.com/office/drawing/2014/main" id="{CF602DD4-6CD6-45A5-8387-11EC9AEA487E}"/>
              </a:ext>
            </a:extLst>
          </p:cNvPr>
          <p:cNvSpPr txBox="1">
            <a:spLocks/>
          </p:cNvSpPr>
          <p:nvPr/>
        </p:nvSpPr>
        <p:spPr>
          <a:xfrm>
            <a:off x="0" y="4263073"/>
            <a:ext cx="12192000" cy="1541552"/>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1200" dirty="0">
                <a:latin typeface="Segoe UI Light" panose="020B0502040204020203" pitchFamily="34" charset="0"/>
                <a:cs typeface="Segoe UI Light" panose="020B0502040204020203" pitchFamily="34" charset="0"/>
              </a:rPr>
              <a:t>Herramientas computacionales para el diseño y modelación de cauces</a:t>
            </a:r>
          </a:p>
          <a:p>
            <a:r>
              <a:rPr lang="es-CO" sz="1200" dirty="0">
                <a:latin typeface="Segoe UI Light" panose="020B0502040204020203" pitchFamily="34" charset="0"/>
                <a:cs typeface="Segoe UI Light" panose="020B0502040204020203" pitchFamily="34" charset="0"/>
              </a:rPr>
              <a:t>Modelación hidráulica 1D con HEC-GeoRAS y HEC-RAS</a:t>
            </a:r>
          </a:p>
          <a:p>
            <a:r>
              <a:rPr lang="es-CO" sz="1600" dirty="0">
                <a:latin typeface="Segoe UI Light" panose="020B0502040204020203" pitchFamily="34" charset="0"/>
                <a:cs typeface="Segoe UI Light" panose="020B0502040204020203" pitchFamily="34" charset="0"/>
              </a:rPr>
              <a:t>Análisis de resultados (perfiles de flujo, líneas de energía, esfuerzos</a:t>
            </a:r>
          </a:p>
          <a:p>
            <a:r>
              <a:rPr lang="es-CO" sz="1600" dirty="0">
                <a:latin typeface="Segoe UI Light" panose="020B0502040204020203" pitchFamily="34" charset="0"/>
                <a:cs typeface="Segoe UI Light" panose="020B0502040204020203" pitchFamily="34" charset="0"/>
              </a:rPr>
              <a:t>cortantes, velocidad, borde libre para los caudales de diseño)</a:t>
            </a:r>
            <a:endParaRPr lang="es-ES" sz="1600" dirty="0">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70C1FD41-6B01-4003-8583-7FDA4B45F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4" name="Imagen 3">
            <a:extLst>
              <a:ext uri="{FF2B5EF4-FFF2-40B4-BE49-F238E27FC236}">
                <a16:creationId xmlns:a16="http://schemas.microsoft.com/office/drawing/2014/main" id="{06E91BD8-645B-45EF-90B1-0CB71F0F18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8852" y="2553460"/>
            <a:ext cx="1574295" cy="1751080"/>
          </a:xfrm>
          <a:prstGeom prst="rect">
            <a:avLst/>
          </a:prstGeom>
        </p:spPr>
      </p:pic>
      <p:pic>
        <p:nvPicPr>
          <p:cNvPr id="5" name="Picture 4" descr="Logo&#10;&#10;Description automatically generated">
            <a:extLst>
              <a:ext uri="{FF2B5EF4-FFF2-40B4-BE49-F238E27FC236}">
                <a16:creationId xmlns:a16="http://schemas.microsoft.com/office/drawing/2014/main" id="{52FD31FD-4B09-4829-B138-04AD8E490AA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697" y="26672"/>
            <a:ext cx="449679" cy="45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368697" y="2505670"/>
            <a:ext cx="5454606" cy="2092881"/>
          </a:xfrm>
          <a:prstGeom prst="rect">
            <a:avLst/>
          </a:prstGeom>
          <a:noFill/>
        </p:spPr>
        <p:txBody>
          <a:bodyPr wrap="square" rtlCol="0">
            <a:spAutoFit/>
          </a:bodyPr>
          <a:lstStyle/>
          <a:p>
            <a:r>
              <a:rPr lang="es-CO" dirty="0">
                <a:latin typeface="Segoe UI Light" panose="020B0502040204020203" pitchFamily="34" charset="0"/>
                <a:cs typeface="Segoe UI Light" panose="020B0502040204020203" pitchFamily="34" charset="0"/>
              </a:rPr>
              <a:t>Objetivo</a:t>
            </a:r>
          </a:p>
          <a:p>
            <a:r>
              <a:rPr lang="es-CO" sz="1600" dirty="0">
                <a:latin typeface="Segoe UI Light" panose="020B0502040204020203" pitchFamily="34" charset="0"/>
                <a:cs typeface="Segoe UI Light" panose="020B0502040204020203" pitchFamily="34" charset="0"/>
              </a:rPr>
              <a:t> </a:t>
            </a:r>
          </a:p>
          <a:p>
            <a:pPr algn="just"/>
            <a:r>
              <a:rPr lang="es-CO" sz="1600" dirty="0">
                <a:latin typeface="Segoe UI Light" panose="020B0502040204020203" pitchFamily="34" charset="0"/>
                <a:cs typeface="Segoe UI Light" panose="020B0502040204020203" pitchFamily="34" charset="0"/>
              </a:rPr>
              <a:t>A partir de los resultados obtenidos en la ejecución del modelo hidráulico para condiciones de flujo permanente y no permanente, evaluar los resultados obtenidos para determinar si el diseño realizado cumplió con las especificaciones de diseño planteadas al inicio del curso en el Tema 1.</a:t>
            </a:r>
          </a:p>
        </p:txBody>
      </p:sp>
      <p:pic>
        <p:nvPicPr>
          <p:cNvPr id="4" name="Imagen 3">
            <a:extLst>
              <a:ext uri="{FF2B5EF4-FFF2-40B4-BE49-F238E27FC236}">
                <a16:creationId xmlns:a16="http://schemas.microsoft.com/office/drawing/2014/main" id="{08AABB92-85AD-4219-9551-9EEB45F6D5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852190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991544" y="1120676"/>
            <a:ext cx="8208912" cy="4616648"/>
          </a:xfrm>
          <a:prstGeom prst="rect">
            <a:avLst/>
          </a:prstGeom>
          <a:noFill/>
        </p:spPr>
        <p:txBody>
          <a:bodyPr wrap="square" rtlCol="0">
            <a:spAutoFit/>
          </a:bodyPr>
          <a:lstStyle/>
          <a:p>
            <a:r>
              <a:rPr lang="es-CO" dirty="0">
                <a:latin typeface="Segoe UI Light" panose="020B0502040204020203" pitchFamily="34" charset="0"/>
                <a:cs typeface="Segoe UI Light" panose="020B0502040204020203" pitchFamily="34" charset="0"/>
              </a:rPr>
              <a:t>Herramientas computacionales requeridas</a:t>
            </a:r>
          </a:p>
          <a:p>
            <a:r>
              <a:rPr lang="es-CO" dirty="0">
                <a:latin typeface="Segoe UI Light" panose="020B0502040204020203" pitchFamily="34" charset="0"/>
                <a:cs typeface="Segoe UI Light" panose="020B0502040204020203" pitchFamily="34" charset="0"/>
              </a:rPr>
              <a:t> </a:t>
            </a:r>
          </a:p>
          <a:p>
            <a:pPr marL="285750" indent="-285750">
              <a:buFont typeface="Wingdings" panose="05000000000000000000" pitchFamily="2" charset="2"/>
              <a:buChar char="ü"/>
            </a:pPr>
            <a:r>
              <a:rPr lang="es-ES" sz="1600" dirty="0">
                <a:latin typeface="Segoe UI Light" panose="020B0502040204020203" pitchFamily="34" charset="0"/>
                <a:cs typeface="Segoe UI Light" panose="020B0502040204020203" pitchFamily="34" charset="0"/>
              </a:rPr>
              <a:t>HEC-RAS versión 5.0.7+ http://www.hec.usace.army.mil/software/hec-ras/</a:t>
            </a:r>
          </a:p>
          <a:p>
            <a:endParaRPr lang="es-ES"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ES" sz="1600" dirty="0">
                <a:latin typeface="Segoe UI Light" panose="020B0502040204020203" pitchFamily="34" charset="0"/>
                <a:cs typeface="Segoe UI Light" panose="020B0502040204020203" pitchFamily="34" charset="0"/>
              </a:rPr>
              <a:t>Microsoft Excel 2016®</a:t>
            </a:r>
          </a:p>
          <a:p>
            <a:endParaRPr lang="es-ES" sz="1600" dirty="0">
              <a:latin typeface="Segoe UI Light" panose="020B0502040204020203" pitchFamily="34" charset="0"/>
              <a:cs typeface="Segoe UI Light" panose="020B0502040204020203" pitchFamily="34" charset="0"/>
            </a:endParaRPr>
          </a:p>
          <a:p>
            <a:endParaRPr lang="es-ES" sz="1600" dirty="0">
              <a:latin typeface="Segoe UI Light" panose="020B0502040204020203" pitchFamily="34" charset="0"/>
              <a:cs typeface="Segoe UI Light" panose="020B0502040204020203" pitchFamily="34" charset="0"/>
            </a:endParaRPr>
          </a:p>
          <a:p>
            <a:endParaRPr lang="es-ES" sz="1600" dirty="0">
              <a:latin typeface="Segoe UI Light" panose="020B0502040204020203" pitchFamily="34" charset="0"/>
              <a:cs typeface="Segoe UI Light" panose="020B0502040204020203" pitchFamily="34" charset="0"/>
            </a:endParaRPr>
          </a:p>
          <a:p>
            <a:r>
              <a:rPr lang="es-CO" dirty="0">
                <a:latin typeface="Segoe UI Light" panose="020B0502040204020203" pitchFamily="34" charset="0"/>
                <a:cs typeface="Segoe UI Light" panose="020B0502040204020203" pitchFamily="34" charset="0"/>
              </a:rPr>
              <a:t>Insumos requeridos</a:t>
            </a:r>
          </a:p>
          <a:p>
            <a:r>
              <a:rPr lang="es-CO" sz="1600" dirty="0">
                <a:latin typeface="Segoe UI Light" panose="020B0502040204020203" pitchFamily="34" charset="0"/>
                <a:cs typeface="Segoe UI Light" panose="020B0502040204020203" pitchFamily="34" charset="0"/>
              </a:rPr>
              <a:t> </a:t>
            </a:r>
          </a:p>
          <a:p>
            <a:pPr marL="285750" indent="-285750">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Modelo HECRAS_v1 con geometría importada desde ArcGIS usando HEC-GeoRAS o desde RAS </a:t>
            </a:r>
            <a:r>
              <a:rPr lang="es-CO" sz="1600" dirty="0" err="1">
                <a:latin typeface="Segoe UI Light" panose="020B0502040204020203" pitchFamily="34" charset="0"/>
                <a:cs typeface="Segoe UI Light" panose="020B0502040204020203" pitchFamily="34" charset="0"/>
              </a:rPr>
              <a:t>Mapper</a:t>
            </a:r>
            <a:r>
              <a:rPr lang="es-CO" sz="1600" dirty="0">
                <a:latin typeface="Segoe UI Light" panose="020B0502040204020203" pitchFamily="34" charset="0"/>
                <a:cs typeface="Segoe UI Light" panose="020B0502040204020203" pitchFamily="34" charset="0"/>
              </a:rPr>
              <a:t>, parámetros y condiciones de frontera. </a:t>
            </a:r>
          </a:p>
          <a:p>
            <a:pPr marL="285750" indent="-285750">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Hoja global de diseño con parámetros generales, caudales pico e hidrogramas para diferentes periodos de retorno y para diferentes puntos de estudio.</a:t>
            </a:r>
          </a:p>
          <a:p>
            <a:pPr marL="285750" indent="-285750">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Modelo completo con resultados obtenidos para condiciones de flujo permanente y no permanente.</a:t>
            </a:r>
          </a:p>
        </p:txBody>
      </p:sp>
      <p:pic>
        <p:nvPicPr>
          <p:cNvPr id="4" name="Imagen 3">
            <a:extLst>
              <a:ext uri="{FF2B5EF4-FFF2-40B4-BE49-F238E27FC236}">
                <a16:creationId xmlns:a16="http://schemas.microsoft.com/office/drawing/2014/main" id="{D05696B4-87CC-4FEF-BDED-0EC619C316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805327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440142" y="3244334"/>
            <a:ext cx="5311715" cy="369332"/>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Actividad 1: Análisis de resultados</a:t>
            </a:r>
          </a:p>
        </p:txBody>
      </p:sp>
      <p:pic>
        <p:nvPicPr>
          <p:cNvPr id="4" name="Imagen 3">
            <a:extLst>
              <a:ext uri="{FF2B5EF4-FFF2-40B4-BE49-F238E27FC236}">
                <a16:creationId xmlns:a16="http://schemas.microsoft.com/office/drawing/2014/main" id="{912F156C-0EF2-4AF1-AADF-615DC3E55E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062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36377" y="1233478"/>
            <a:ext cx="5508103" cy="406265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Perfiles de flujo</a:t>
            </a:r>
          </a:p>
          <a:p>
            <a:pPr algn="ctr"/>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Visualice el perfil de flujo correspondiente al cauce de creciente (</a:t>
            </a:r>
            <a:r>
              <a:rPr lang="es-CO" sz="1600" dirty="0" err="1">
                <a:latin typeface="Segoe UI Light" panose="020B0502040204020203" pitchFamily="34" charset="0"/>
                <a:cs typeface="Segoe UI Light" panose="020B0502040204020203" pitchFamily="34" charset="0"/>
              </a:rPr>
              <a:t>Tr</a:t>
            </a:r>
            <a:r>
              <a:rPr lang="es-CO" sz="1600" dirty="0">
                <a:latin typeface="Segoe UI Light" panose="020B0502040204020203" pitchFamily="34" charset="0"/>
                <a:cs typeface="Segoe UI Light" panose="020B0502040204020203" pitchFamily="34" charset="0"/>
              </a:rPr>
              <a:t>=100yr) para las condiciones de flujo permanente. Evalúe si existen desbordamientos.</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Análisis: Para el perfil a flujo permanente se observa que existe al final del tramo diseñado, un desbordamiento ocasionado por el remanso producido por el control hidráulico presente en el fondo del río natural. Remanso de 562m aprox.</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Soluciones:</a:t>
            </a:r>
          </a:p>
          <a:p>
            <a:pPr algn="just"/>
            <a:endParaRPr lang="es-CO"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Dragado de fondo en zona de cauce natural</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Realce de diques al final del canal diseñado hasta la cota máxima de elevación de lámina + borde libre.</a:t>
            </a:r>
          </a:p>
        </p:txBody>
      </p:sp>
      <p:pic>
        <p:nvPicPr>
          <p:cNvPr id="3" name="Imagen 2"/>
          <p:cNvPicPr>
            <a:picLocks noChangeAspect="1"/>
          </p:cNvPicPr>
          <p:nvPr/>
        </p:nvPicPr>
        <p:blipFill>
          <a:blip r:embed="rId3"/>
          <a:stretch>
            <a:fillRect/>
          </a:stretch>
        </p:blipFill>
        <p:spPr>
          <a:xfrm>
            <a:off x="6204520" y="559336"/>
            <a:ext cx="5508104" cy="2983556"/>
          </a:xfrm>
          <a:prstGeom prst="rect">
            <a:avLst/>
          </a:prstGeom>
        </p:spPr>
      </p:pic>
      <p:cxnSp>
        <p:nvCxnSpPr>
          <p:cNvPr id="10" name="Conector recto de flecha 9"/>
          <p:cNvCxnSpPr>
            <a:cxnSpLocks/>
          </p:cNvCxnSpPr>
          <p:nvPr/>
        </p:nvCxnSpPr>
        <p:spPr>
          <a:xfrm>
            <a:off x="7572672" y="2342758"/>
            <a:ext cx="288032" cy="504056"/>
          </a:xfrm>
          <a:prstGeom prst="straightConnector1">
            <a:avLst/>
          </a:prstGeom>
          <a:ln>
            <a:headEnd type="oval" w="sm" len="sm"/>
            <a:tailEnd type="oval" w="sm" len="sm"/>
          </a:ln>
        </p:spPr>
        <p:style>
          <a:lnRef idx="1">
            <a:schemeClr val="dk1"/>
          </a:lnRef>
          <a:fillRef idx="0">
            <a:schemeClr val="dk1"/>
          </a:fillRef>
          <a:effectRef idx="0">
            <a:schemeClr val="dk1"/>
          </a:effectRef>
          <a:fontRef idx="minor">
            <a:schemeClr val="tx1"/>
          </a:fontRef>
        </p:style>
      </p:cxnSp>
      <p:cxnSp>
        <p:nvCxnSpPr>
          <p:cNvPr id="12" name="Conector recto de flecha 11"/>
          <p:cNvCxnSpPr>
            <a:cxnSpLocks/>
          </p:cNvCxnSpPr>
          <p:nvPr/>
        </p:nvCxnSpPr>
        <p:spPr>
          <a:xfrm>
            <a:off x="6924600" y="2702798"/>
            <a:ext cx="936104" cy="144016"/>
          </a:xfrm>
          <a:prstGeom prst="straightConnector1">
            <a:avLst/>
          </a:prstGeom>
          <a:ln>
            <a:headEnd type="oval" w="sm" len="sm"/>
            <a:tailEnd type="oval" w="sm" len="sm"/>
          </a:ln>
        </p:spPr>
        <p:style>
          <a:lnRef idx="1">
            <a:schemeClr val="dk1"/>
          </a:lnRef>
          <a:fillRef idx="0">
            <a:schemeClr val="dk1"/>
          </a:fillRef>
          <a:effectRef idx="0">
            <a:schemeClr val="dk1"/>
          </a:effectRef>
          <a:fontRef idx="minor">
            <a:schemeClr val="tx1"/>
          </a:fontRef>
        </p:style>
      </p:cxnSp>
      <p:sp>
        <p:nvSpPr>
          <p:cNvPr id="15" name="Bocadillo: rectángulo con esquinas redondeadas 14"/>
          <p:cNvSpPr/>
          <p:nvPr/>
        </p:nvSpPr>
        <p:spPr>
          <a:xfrm>
            <a:off x="8076729" y="2990831"/>
            <a:ext cx="690433" cy="397083"/>
          </a:xfrm>
          <a:prstGeom prst="wedgeRoundRectCallout">
            <a:avLst>
              <a:gd name="adj1" fmla="val -76058"/>
              <a:gd name="adj2" fmla="val -85359"/>
              <a:gd name="adj3" fmla="val 16667"/>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es-419" sz="1000" dirty="0">
                <a:solidFill>
                  <a:schemeClr val="tx1"/>
                </a:solidFill>
                <a:latin typeface="Segoe UI Light" panose="020B0502040204020203" pitchFamily="34" charset="0"/>
                <a:cs typeface="Segoe UI Light" panose="020B0502040204020203" pitchFamily="34" charset="0"/>
              </a:rPr>
              <a:t>Control hidráulico</a:t>
            </a:r>
          </a:p>
        </p:txBody>
      </p:sp>
      <p:sp>
        <p:nvSpPr>
          <p:cNvPr id="16" name="Bocadillo: rectángulo con esquinas redondeadas 15"/>
          <p:cNvSpPr/>
          <p:nvPr/>
        </p:nvSpPr>
        <p:spPr>
          <a:xfrm>
            <a:off x="6702220" y="1424138"/>
            <a:ext cx="1014469" cy="397083"/>
          </a:xfrm>
          <a:prstGeom prst="wedgeRoundRectCallout">
            <a:avLst>
              <a:gd name="adj1" fmla="val 57694"/>
              <a:gd name="adj2" fmla="val 104780"/>
              <a:gd name="adj3" fmla="val 16667"/>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es-419" sz="1000" dirty="0">
                <a:solidFill>
                  <a:schemeClr val="tx1"/>
                </a:solidFill>
                <a:latin typeface="Segoe UI Light" panose="020B0502040204020203" pitchFamily="34" charset="0"/>
                <a:cs typeface="Segoe UI Light" panose="020B0502040204020203" pitchFamily="34" charset="0"/>
              </a:rPr>
              <a:t>Desbordamiento</a:t>
            </a:r>
          </a:p>
        </p:txBody>
      </p:sp>
      <p:pic>
        <p:nvPicPr>
          <p:cNvPr id="2" name="Imagen 1"/>
          <p:cNvPicPr>
            <a:picLocks noChangeAspect="1"/>
          </p:cNvPicPr>
          <p:nvPr/>
        </p:nvPicPr>
        <p:blipFill>
          <a:blip r:embed="rId4"/>
          <a:stretch>
            <a:fillRect/>
          </a:stretch>
        </p:blipFill>
        <p:spPr>
          <a:xfrm>
            <a:off x="6204520" y="3541788"/>
            <a:ext cx="5508104" cy="2983556"/>
          </a:xfrm>
          <a:prstGeom prst="rect">
            <a:avLst/>
          </a:prstGeom>
        </p:spPr>
      </p:pic>
      <p:sp>
        <p:nvSpPr>
          <p:cNvPr id="11" name="Bocadillo: rectángulo con esquinas redondeadas 10"/>
          <p:cNvSpPr/>
          <p:nvPr/>
        </p:nvSpPr>
        <p:spPr>
          <a:xfrm>
            <a:off x="6702219" y="4072151"/>
            <a:ext cx="1014469" cy="397083"/>
          </a:xfrm>
          <a:prstGeom prst="wedgeRoundRectCallout">
            <a:avLst>
              <a:gd name="adj1" fmla="val 99040"/>
              <a:gd name="adj2" fmla="val 92104"/>
              <a:gd name="adj3" fmla="val 16667"/>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es-419" sz="1000" dirty="0">
                <a:solidFill>
                  <a:schemeClr val="tx1"/>
                </a:solidFill>
                <a:latin typeface="Segoe UI Light" panose="020B0502040204020203" pitchFamily="34" charset="0"/>
                <a:cs typeface="Segoe UI Light" panose="020B0502040204020203" pitchFamily="34" charset="0"/>
              </a:rPr>
              <a:t>Desbordamiento</a:t>
            </a:r>
          </a:p>
        </p:txBody>
      </p:sp>
      <p:pic>
        <p:nvPicPr>
          <p:cNvPr id="4" name="Imagen 3"/>
          <p:cNvPicPr>
            <a:picLocks noChangeAspect="1"/>
          </p:cNvPicPr>
          <p:nvPr/>
        </p:nvPicPr>
        <p:blipFill>
          <a:blip r:embed="rId5"/>
          <a:stretch>
            <a:fillRect/>
          </a:stretch>
        </p:blipFill>
        <p:spPr>
          <a:xfrm>
            <a:off x="9115589" y="2756799"/>
            <a:ext cx="2414388" cy="1569978"/>
          </a:xfrm>
          <a:prstGeom prst="rect">
            <a:avLst/>
          </a:prstGeom>
        </p:spPr>
      </p:pic>
      <p:cxnSp>
        <p:nvCxnSpPr>
          <p:cNvPr id="14" name="Conector recto de flecha 13"/>
          <p:cNvCxnSpPr>
            <a:cxnSpLocks/>
          </p:cNvCxnSpPr>
          <p:nvPr/>
        </p:nvCxnSpPr>
        <p:spPr>
          <a:xfrm flipH="1">
            <a:off x="8292752" y="3422879"/>
            <a:ext cx="1440160" cy="1084009"/>
          </a:xfrm>
          <a:prstGeom prst="straightConnector1">
            <a:avLst/>
          </a:prstGeom>
          <a:ln>
            <a:headEnd type="oval" w="sm" len="sm"/>
            <a:tailEnd type="oval" w="sm" len="sm"/>
          </a:ln>
        </p:spPr>
        <p:style>
          <a:lnRef idx="1">
            <a:schemeClr val="dk1"/>
          </a:lnRef>
          <a:fillRef idx="0">
            <a:schemeClr val="dk1"/>
          </a:fillRef>
          <a:effectRef idx="0">
            <a:schemeClr val="dk1"/>
          </a:effectRef>
          <a:fontRef idx="minor">
            <a:schemeClr val="tx1"/>
          </a:fontRef>
        </p:style>
      </p:cxnSp>
      <p:sp>
        <p:nvSpPr>
          <p:cNvPr id="13" name="1 Título">
            <a:extLst>
              <a:ext uri="{FF2B5EF4-FFF2-40B4-BE49-F238E27FC236}">
                <a16:creationId xmlns:a16="http://schemas.microsoft.com/office/drawing/2014/main" id="{00AB1AAA-F93D-43A8-A963-A312A7723F8B}"/>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Análisis de resultados</a:t>
            </a:r>
          </a:p>
        </p:txBody>
      </p:sp>
      <p:pic>
        <p:nvPicPr>
          <p:cNvPr id="18" name="Imagen 17">
            <a:extLst>
              <a:ext uri="{FF2B5EF4-FFF2-40B4-BE49-F238E27FC236}">
                <a16:creationId xmlns:a16="http://schemas.microsoft.com/office/drawing/2014/main" id="{08F80B1F-B29A-4AF1-918E-B7BF9EE190F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77114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07368" y="1864405"/>
            <a:ext cx="4824536" cy="2862322"/>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Perfiles de flujo</a:t>
            </a:r>
          </a:p>
          <a:p>
            <a:pPr algn="ctr"/>
            <a:endParaRPr lang="es-CO"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Visualice el perfil de flujo correspondiente al cauce de creciente (</a:t>
            </a:r>
            <a:r>
              <a:rPr lang="es-CO" sz="1600" dirty="0" err="1">
                <a:latin typeface="Segoe UI Light" panose="020B0502040204020203" pitchFamily="34" charset="0"/>
                <a:cs typeface="Segoe UI Light" panose="020B0502040204020203" pitchFamily="34" charset="0"/>
              </a:rPr>
              <a:t>Tr</a:t>
            </a:r>
            <a:r>
              <a:rPr lang="es-CO" sz="1600" dirty="0">
                <a:latin typeface="Segoe UI Light" panose="020B0502040204020203" pitchFamily="34" charset="0"/>
                <a:cs typeface="Segoe UI Light" panose="020B0502040204020203" pitchFamily="34" charset="0"/>
              </a:rPr>
              <a:t>=100yr) para las condiciones de flujo No permanente. Evalúe si existen desbordamientos.</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Análisis: No existen desbordamientos debido a que se consideró que en la zona de entrega se realizó el dragado de fondo para retirar los controles naturales o sedimentos acumulados garantizando la continuidad del fondo del canal diseñado a natural.</a:t>
            </a:r>
          </a:p>
        </p:txBody>
      </p:sp>
      <p:pic>
        <p:nvPicPr>
          <p:cNvPr id="5" name="Imagen 4"/>
          <p:cNvPicPr>
            <a:picLocks noChangeAspect="1"/>
          </p:cNvPicPr>
          <p:nvPr/>
        </p:nvPicPr>
        <p:blipFill>
          <a:blip r:embed="rId2"/>
          <a:stretch>
            <a:fillRect/>
          </a:stretch>
        </p:blipFill>
        <p:spPr>
          <a:xfrm>
            <a:off x="5700464" y="565598"/>
            <a:ext cx="5508104" cy="2983556"/>
          </a:xfrm>
          <a:prstGeom prst="rect">
            <a:avLst/>
          </a:prstGeom>
        </p:spPr>
      </p:pic>
      <p:pic>
        <p:nvPicPr>
          <p:cNvPr id="6" name="Imagen 5"/>
          <p:cNvPicPr>
            <a:picLocks noChangeAspect="1"/>
          </p:cNvPicPr>
          <p:nvPr/>
        </p:nvPicPr>
        <p:blipFill>
          <a:blip r:embed="rId3"/>
          <a:stretch>
            <a:fillRect/>
          </a:stretch>
        </p:blipFill>
        <p:spPr>
          <a:xfrm>
            <a:off x="5700464" y="3541788"/>
            <a:ext cx="5508104" cy="2983556"/>
          </a:xfrm>
          <a:prstGeom prst="rect">
            <a:avLst/>
          </a:prstGeom>
        </p:spPr>
      </p:pic>
      <p:pic>
        <p:nvPicPr>
          <p:cNvPr id="7" name="Imagen 6">
            <a:extLst>
              <a:ext uri="{FF2B5EF4-FFF2-40B4-BE49-F238E27FC236}">
                <a16:creationId xmlns:a16="http://schemas.microsoft.com/office/drawing/2014/main" id="{2BB110B8-C69E-4E5F-A0AE-E09403F8579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DDD9B846-75DD-4C09-847D-7CF79CD0EE04}"/>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Análisis de resultados</a:t>
            </a:r>
          </a:p>
        </p:txBody>
      </p:sp>
    </p:spTree>
    <p:extLst>
      <p:ext uri="{BB962C8B-B14F-4D97-AF65-F5344CB8AC3E}">
        <p14:creationId xmlns:p14="http://schemas.microsoft.com/office/powerpoint/2010/main" val="3370394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35360" y="1821250"/>
            <a:ext cx="5286600" cy="3570208"/>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Profundidad crítica</a:t>
            </a:r>
          </a:p>
          <a:p>
            <a:pPr algn="ctr"/>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Visualice el perfil de flujo correspondiente al cauce dominante (</a:t>
            </a:r>
            <a:r>
              <a:rPr lang="es-CO" sz="1600" dirty="0" err="1">
                <a:latin typeface="Segoe UI Light" panose="020B0502040204020203" pitchFamily="34" charset="0"/>
                <a:cs typeface="Segoe UI Light" panose="020B0502040204020203" pitchFamily="34" charset="0"/>
              </a:rPr>
              <a:t>Tr</a:t>
            </a:r>
            <a:r>
              <a:rPr lang="es-CO" sz="1600" dirty="0">
                <a:latin typeface="Segoe UI Light" panose="020B0502040204020203" pitchFamily="34" charset="0"/>
                <a:cs typeface="Segoe UI Light" panose="020B0502040204020203" pitchFamily="34" charset="0"/>
              </a:rPr>
              <a:t>=2.33yr) para las condiciones de flujo permanente. Evalúe la localización de las profundidades críticas.</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Análisis: Se produce una profundad crítica en la zona de entrega debido a los controles hidráulicos de fondo ocasionados por la sedimentación del tramo natural en la zona de entrega.</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Modelación hidráulica debe ser realizada en régimen de flujo </a:t>
            </a:r>
            <a:r>
              <a:rPr lang="es-CO" sz="1600" dirty="0" err="1">
                <a:latin typeface="Segoe UI Light" panose="020B0502040204020203" pitchFamily="34" charset="0"/>
                <a:cs typeface="Segoe UI Light" panose="020B0502040204020203" pitchFamily="34" charset="0"/>
              </a:rPr>
              <a:t>Subcrítico</a:t>
            </a:r>
            <a:r>
              <a:rPr lang="es-CO" sz="1600" dirty="0">
                <a:latin typeface="Segoe UI Light" panose="020B0502040204020203" pitchFamily="34" charset="0"/>
                <a:cs typeface="Segoe UI Light" panose="020B0502040204020203" pitchFamily="34" charset="0"/>
              </a:rPr>
              <a:t>.</a:t>
            </a:r>
          </a:p>
        </p:txBody>
      </p:sp>
      <p:pic>
        <p:nvPicPr>
          <p:cNvPr id="5" name="Imagen 4"/>
          <p:cNvPicPr>
            <a:picLocks noChangeAspect="1"/>
          </p:cNvPicPr>
          <p:nvPr/>
        </p:nvPicPr>
        <p:blipFill>
          <a:blip r:embed="rId2"/>
          <a:stretch>
            <a:fillRect/>
          </a:stretch>
        </p:blipFill>
        <p:spPr>
          <a:xfrm>
            <a:off x="5951985" y="1889319"/>
            <a:ext cx="6168270" cy="3341146"/>
          </a:xfrm>
          <a:prstGeom prst="rect">
            <a:avLst/>
          </a:prstGeom>
        </p:spPr>
      </p:pic>
      <p:sp>
        <p:nvSpPr>
          <p:cNvPr id="17" name="Bocadillo: rectángulo con esquinas redondeadas 16"/>
          <p:cNvSpPr/>
          <p:nvPr/>
        </p:nvSpPr>
        <p:spPr>
          <a:xfrm>
            <a:off x="7032104" y="3095137"/>
            <a:ext cx="654429" cy="325075"/>
          </a:xfrm>
          <a:prstGeom prst="wedgeRoundRectCallout">
            <a:avLst>
              <a:gd name="adj1" fmla="val -69212"/>
              <a:gd name="adj2" fmla="val 220909"/>
              <a:gd name="adj3" fmla="val 16667"/>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es-419" sz="1000" dirty="0" err="1">
                <a:solidFill>
                  <a:schemeClr val="tx1"/>
                </a:solidFill>
                <a:latin typeface="Segoe UI Light" panose="020B0502040204020203" pitchFamily="34" charset="0"/>
                <a:cs typeface="Segoe UI Light" panose="020B0502040204020203" pitchFamily="34" charset="0"/>
              </a:rPr>
              <a:t>Yc</a:t>
            </a:r>
            <a:r>
              <a:rPr lang="es-419" sz="1000" dirty="0">
                <a:solidFill>
                  <a:schemeClr val="tx1"/>
                </a:solidFill>
                <a:latin typeface="Segoe UI Light" panose="020B0502040204020203" pitchFamily="34" charset="0"/>
                <a:cs typeface="Segoe UI Light" panose="020B0502040204020203" pitchFamily="34" charset="0"/>
              </a:rPr>
              <a:t> en la entrega</a:t>
            </a:r>
          </a:p>
        </p:txBody>
      </p:sp>
      <p:pic>
        <p:nvPicPr>
          <p:cNvPr id="10" name="Imagen 9">
            <a:extLst>
              <a:ext uri="{FF2B5EF4-FFF2-40B4-BE49-F238E27FC236}">
                <a16:creationId xmlns:a16="http://schemas.microsoft.com/office/drawing/2014/main" id="{1C55C5B9-B38C-40AB-8DA7-F45BA6E048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569D34AB-6DA8-4E87-B32A-5584200E31A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Análisis de resultados</a:t>
            </a:r>
          </a:p>
        </p:txBody>
      </p:sp>
      <p:pic>
        <p:nvPicPr>
          <p:cNvPr id="3" name="Imagen 2">
            <a:extLst>
              <a:ext uri="{FF2B5EF4-FFF2-40B4-BE49-F238E27FC236}">
                <a16:creationId xmlns:a16="http://schemas.microsoft.com/office/drawing/2014/main" id="{4BC0EC83-CF1A-4152-B157-B355D63DD6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9183" y="980728"/>
            <a:ext cx="758954" cy="844298"/>
          </a:xfrm>
          <a:prstGeom prst="rect">
            <a:avLst/>
          </a:prstGeom>
        </p:spPr>
      </p:pic>
    </p:spTree>
    <p:extLst>
      <p:ext uri="{BB962C8B-B14F-4D97-AF65-F5344CB8AC3E}">
        <p14:creationId xmlns:p14="http://schemas.microsoft.com/office/powerpoint/2010/main" val="192561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35360" y="1947024"/>
            <a:ext cx="5472608" cy="3570208"/>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Profundidad crítica</a:t>
            </a:r>
          </a:p>
          <a:p>
            <a:pPr algn="ctr"/>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Visualice el perfil de flujo correspondiente al cauce de creciente (</a:t>
            </a:r>
            <a:r>
              <a:rPr lang="es-CO" sz="1600" dirty="0" err="1">
                <a:latin typeface="Segoe UI Light" panose="020B0502040204020203" pitchFamily="34" charset="0"/>
                <a:cs typeface="Segoe UI Light" panose="020B0502040204020203" pitchFamily="34" charset="0"/>
              </a:rPr>
              <a:t>Tr</a:t>
            </a:r>
            <a:r>
              <a:rPr lang="es-CO" sz="1600" dirty="0">
                <a:latin typeface="Segoe UI Light" panose="020B0502040204020203" pitchFamily="34" charset="0"/>
                <a:cs typeface="Segoe UI Light" panose="020B0502040204020203" pitchFamily="34" charset="0"/>
              </a:rPr>
              <a:t>=100yr) para las condiciones de flujo NO permanente. Evalúe la localización de las profundidades críticas.</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Análisis: Debido a la sobreelevación del fondo natural o sedimentación del cauce natural al inicio del canal diseñado se produce un control. En la zona de entrega se produce también una profundidad crítica debido a la pendiente de diseño y a la sección natural de entrega.</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El canal puede ser modelado en régimen de flujo mixto.</a:t>
            </a:r>
          </a:p>
        </p:txBody>
      </p:sp>
      <p:pic>
        <p:nvPicPr>
          <p:cNvPr id="2" name="Imagen 1"/>
          <p:cNvPicPr>
            <a:picLocks noChangeAspect="1"/>
          </p:cNvPicPr>
          <p:nvPr/>
        </p:nvPicPr>
        <p:blipFill>
          <a:blip r:embed="rId2"/>
          <a:stretch>
            <a:fillRect/>
          </a:stretch>
        </p:blipFill>
        <p:spPr>
          <a:xfrm>
            <a:off x="6096000" y="2205456"/>
            <a:ext cx="5715235" cy="3095752"/>
          </a:xfrm>
          <a:prstGeom prst="rect">
            <a:avLst/>
          </a:prstGeom>
        </p:spPr>
      </p:pic>
      <p:sp>
        <p:nvSpPr>
          <p:cNvPr id="7" name="Bocadillo: rectángulo con esquinas redondeadas 6"/>
          <p:cNvSpPr/>
          <p:nvPr/>
        </p:nvSpPr>
        <p:spPr>
          <a:xfrm>
            <a:off x="9542029" y="2677693"/>
            <a:ext cx="654429" cy="325075"/>
          </a:xfrm>
          <a:prstGeom prst="wedgeRoundRectCallout">
            <a:avLst>
              <a:gd name="adj1" fmla="val 60258"/>
              <a:gd name="adj2" fmla="val 117683"/>
              <a:gd name="adj3" fmla="val 16667"/>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es-419" sz="1000" dirty="0" err="1">
                <a:solidFill>
                  <a:schemeClr val="tx1"/>
                </a:solidFill>
                <a:latin typeface="Segoe UI Light" panose="020B0502040204020203" pitchFamily="34" charset="0"/>
                <a:cs typeface="Segoe UI Light" panose="020B0502040204020203" pitchFamily="34" charset="0"/>
              </a:rPr>
              <a:t>Yc</a:t>
            </a:r>
            <a:r>
              <a:rPr lang="es-419" sz="1000" dirty="0">
                <a:solidFill>
                  <a:schemeClr val="tx1"/>
                </a:solidFill>
                <a:latin typeface="Segoe UI Light" panose="020B0502040204020203" pitchFamily="34" charset="0"/>
                <a:cs typeface="Segoe UI Light" panose="020B0502040204020203" pitchFamily="34" charset="0"/>
              </a:rPr>
              <a:t> al inicio</a:t>
            </a:r>
          </a:p>
        </p:txBody>
      </p:sp>
      <p:sp>
        <p:nvSpPr>
          <p:cNvPr id="9" name="Bocadillo: rectángulo con esquinas redondeadas 8"/>
          <p:cNvSpPr/>
          <p:nvPr/>
        </p:nvSpPr>
        <p:spPr>
          <a:xfrm>
            <a:off x="6805725" y="3484356"/>
            <a:ext cx="654429" cy="325075"/>
          </a:xfrm>
          <a:prstGeom prst="wedgeRoundRectCallout">
            <a:avLst>
              <a:gd name="adj1" fmla="val -70494"/>
              <a:gd name="adj2" fmla="val 192522"/>
              <a:gd name="adj3" fmla="val 16667"/>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es-419" sz="1000" dirty="0" err="1">
                <a:solidFill>
                  <a:schemeClr val="tx1"/>
                </a:solidFill>
                <a:latin typeface="Segoe UI Light" panose="020B0502040204020203" pitchFamily="34" charset="0"/>
                <a:cs typeface="Segoe UI Light" panose="020B0502040204020203" pitchFamily="34" charset="0"/>
              </a:rPr>
              <a:t>Yc</a:t>
            </a:r>
            <a:r>
              <a:rPr lang="es-419" sz="1000" dirty="0">
                <a:solidFill>
                  <a:schemeClr val="tx1"/>
                </a:solidFill>
                <a:latin typeface="Segoe UI Light" panose="020B0502040204020203" pitchFamily="34" charset="0"/>
                <a:cs typeface="Segoe UI Light" panose="020B0502040204020203" pitchFamily="34" charset="0"/>
              </a:rPr>
              <a:t> en la entrega</a:t>
            </a:r>
          </a:p>
        </p:txBody>
      </p:sp>
      <p:sp>
        <p:nvSpPr>
          <p:cNvPr id="10" name="Bocadillo: rectángulo con esquinas redondeadas 9"/>
          <p:cNvSpPr/>
          <p:nvPr/>
        </p:nvSpPr>
        <p:spPr>
          <a:xfrm>
            <a:off x="8734658" y="4203996"/>
            <a:ext cx="1249465" cy="325075"/>
          </a:xfrm>
          <a:prstGeom prst="wedgeRoundRectCallout">
            <a:avLst>
              <a:gd name="adj1" fmla="val 82089"/>
              <a:gd name="adj2" fmla="val -248767"/>
              <a:gd name="adj3" fmla="val 16667"/>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es-419" sz="1000" dirty="0">
                <a:solidFill>
                  <a:schemeClr val="tx1"/>
                </a:solidFill>
                <a:latin typeface="Segoe UI Light" panose="020B0502040204020203" pitchFamily="34" charset="0"/>
                <a:cs typeface="Segoe UI Light" panose="020B0502040204020203" pitchFamily="34" charset="0"/>
              </a:rPr>
              <a:t>Sobreelevación por sedimentación</a:t>
            </a:r>
          </a:p>
        </p:txBody>
      </p:sp>
      <p:pic>
        <p:nvPicPr>
          <p:cNvPr id="11" name="Imagen 10">
            <a:extLst>
              <a:ext uri="{FF2B5EF4-FFF2-40B4-BE49-F238E27FC236}">
                <a16:creationId xmlns:a16="http://schemas.microsoft.com/office/drawing/2014/main" id="{DA330AA8-D44C-4DDF-A144-87662E0617B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3" name="1 Título">
            <a:extLst>
              <a:ext uri="{FF2B5EF4-FFF2-40B4-BE49-F238E27FC236}">
                <a16:creationId xmlns:a16="http://schemas.microsoft.com/office/drawing/2014/main" id="{DD311587-8FAB-4423-9B25-B3CB05111FDF}"/>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Análisis de resultados</a:t>
            </a:r>
          </a:p>
        </p:txBody>
      </p:sp>
      <p:pic>
        <p:nvPicPr>
          <p:cNvPr id="14" name="Imagen 13">
            <a:extLst>
              <a:ext uri="{FF2B5EF4-FFF2-40B4-BE49-F238E27FC236}">
                <a16:creationId xmlns:a16="http://schemas.microsoft.com/office/drawing/2014/main" id="{744487AD-358F-4C37-BDBC-9A2B78F708E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92187" y="1101658"/>
            <a:ext cx="758954" cy="844298"/>
          </a:xfrm>
          <a:prstGeom prst="rect">
            <a:avLst/>
          </a:prstGeom>
        </p:spPr>
      </p:pic>
    </p:spTree>
    <p:extLst>
      <p:ext uri="{BB962C8B-B14F-4D97-AF65-F5344CB8AC3E}">
        <p14:creationId xmlns:p14="http://schemas.microsoft.com/office/powerpoint/2010/main" val="1340465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51185" y="1742613"/>
            <a:ext cx="5085104" cy="406265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Borde libre</a:t>
            </a:r>
          </a:p>
          <a:p>
            <a:pPr algn="ctr"/>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En el diseño hidráulico se estableció que el borde libre debería ser de aproximadamente 0.4m. </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Para el caudal de creciente (</a:t>
            </a:r>
            <a:r>
              <a:rPr lang="es-CO" sz="1600" dirty="0" err="1">
                <a:latin typeface="Segoe UI Light" panose="020B0502040204020203" pitchFamily="34" charset="0"/>
                <a:cs typeface="Segoe UI Light" panose="020B0502040204020203" pitchFamily="34" charset="0"/>
              </a:rPr>
              <a:t>Tr</a:t>
            </a:r>
            <a:r>
              <a:rPr lang="es-CO" sz="1600" dirty="0">
                <a:latin typeface="Segoe UI Light" panose="020B0502040204020203" pitchFamily="34" charset="0"/>
                <a:cs typeface="Segoe UI Light" panose="020B0502040204020203" pitchFamily="34" charset="0"/>
              </a:rPr>
              <a:t>=100yr) calcule el borde libre obtenido en la sección 6315.049m desde el punto de dique hasta el borde de la lámina de agua. Esta sección se encuentra ubicada en la zona central del canal diseñado y no presenta afectación o sobre elevación de la lámina de agua por el remanso producido en la zona de entrega.</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Permanente: 0.68m &gt; 0.4m (Cumple).</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No Perm.: 0.68m &gt; 0.4m (Cumple).</a:t>
            </a:r>
          </a:p>
        </p:txBody>
      </p:sp>
      <p:pic>
        <p:nvPicPr>
          <p:cNvPr id="3" name="Imagen 2"/>
          <p:cNvPicPr>
            <a:picLocks noChangeAspect="1"/>
          </p:cNvPicPr>
          <p:nvPr/>
        </p:nvPicPr>
        <p:blipFill>
          <a:blip r:embed="rId2"/>
          <a:stretch>
            <a:fillRect/>
          </a:stretch>
        </p:blipFill>
        <p:spPr>
          <a:xfrm>
            <a:off x="5982392" y="548680"/>
            <a:ext cx="5514208" cy="2986862"/>
          </a:xfrm>
          <a:prstGeom prst="rect">
            <a:avLst/>
          </a:prstGeom>
        </p:spPr>
      </p:pic>
      <p:pic>
        <p:nvPicPr>
          <p:cNvPr id="4" name="Imagen 3"/>
          <p:cNvPicPr>
            <a:picLocks noChangeAspect="1"/>
          </p:cNvPicPr>
          <p:nvPr/>
        </p:nvPicPr>
        <p:blipFill>
          <a:blip r:embed="rId3"/>
          <a:stretch>
            <a:fillRect/>
          </a:stretch>
        </p:blipFill>
        <p:spPr>
          <a:xfrm>
            <a:off x="9390944" y="2188086"/>
            <a:ext cx="1944216" cy="1264244"/>
          </a:xfrm>
          <a:prstGeom prst="rect">
            <a:avLst/>
          </a:prstGeom>
        </p:spPr>
      </p:pic>
      <p:cxnSp>
        <p:nvCxnSpPr>
          <p:cNvPr id="11" name="Conector recto de flecha 10"/>
          <p:cNvCxnSpPr>
            <a:cxnSpLocks/>
          </p:cNvCxnSpPr>
          <p:nvPr/>
        </p:nvCxnSpPr>
        <p:spPr>
          <a:xfrm>
            <a:off x="7309806" y="1853213"/>
            <a:ext cx="0" cy="216024"/>
          </a:xfrm>
          <a:prstGeom prst="straightConnector1">
            <a:avLst/>
          </a:prstGeom>
          <a:ln>
            <a:headEnd type="oval" w="sm" len="sm"/>
            <a:tailEnd type="oval" w="sm" len="sm"/>
          </a:ln>
        </p:spPr>
        <p:style>
          <a:lnRef idx="1">
            <a:schemeClr val="dk1"/>
          </a:lnRef>
          <a:fillRef idx="0">
            <a:schemeClr val="dk1"/>
          </a:fillRef>
          <a:effectRef idx="0">
            <a:schemeClr val="dk1"/>
          </a:effectRef>
          <a:fontRef idx="minor">
            <a:schemeClr val="tx1"/>
          </a:fontRef>
        </p:style>
      </p:cxnSp>
      <p:pic>
        <p:nvPicPr>
          <p:cNvPr id="13" name="Imagen 12"/>
          <p:cNvPicPr>
            <a:picLocks noChangeAspect="1"/>
          </p:cNvPicPr>
          <p:nvPr/>
        </p:nvPicPr>
        <p:blipFill>
          <a:blip r:embed="rId4"/>
          <a:stretch>
            <a:fillRect/>
          </a:stretch>
        </p:blipFill>
        <p:spPr>
          <a:xfrm>
            <a:off x="5982392" y="3531071"/>
            <a:ext cx="5508104" cy="2983556"/>
          </a:xfrm>
          <a:prstGeom prst="rect">
            <a:avLst/>
          </a:prstGeom>
        </p:spPr>
      </p:pic>
      <p:cxnSp>
        <p:nvCxnSpPr>
          <p:cNvPr id="15" name="Conector recto de flecha 14"/>
          <p:cNvCxnSpPr>
            <a:cxnSpLocks/>
          </p:cNvCxnSpPr>
          <p:nvPr/>
        </p:nvCxnSpPr>
        <p:spPr>
          <a:xfrm>
            <a:off x="6996607" y="4824805"/>
            <a:ext cx="0" cy="261389"/>
          </a:xfrm>
          <a:prstGeom prst="straightConnector1">
            <a:avLst/>
          </a:prstGeom>
          <a:ln>
            <a:headEnd type="oval" w="sm" len="sm"/>
            <a:tailEnd type="oval" w="sm" len="sm"/>
          </a:ln>
        </p:spPr>
        <p:style>
          <a:lnRef idx="1">
            <a:schemeClr val="dk1"/>
          </a:lnRef>
          <a:fillRef idx="0">
            <a:schemeClr val="dk1"/>
          </a:fillRef>
          <a:effectRef idx="0">
            <a:schemeClr val="dk1"/>
          </a:effectRef>
          <a:fontRef idx="minor">
            <a:schemeClr val="tx1"/>
          </a:fontRef>
        </p:style>
      </p:cxnSp>
      <p:pic>
        <p:nvPicPr>
          <p:cNvPr id="14" name="Imagen 13"/>
          <p:cNvPicPr>
            <a:picLocks noChangeAspect="1"/>
          </p:cNvPicPr>
          <p:nvPr/>
        </p:nvPicPr>
        <p:blipFill>
          <a:blip r:embed="rId5"/>
          <a:stretch>
            <a:fillRect/>
          </a:stretch>
        </p:blipFill>
        <p:spPr>
          <a:xfrm>
            <a:off x="9425730" y="5174949"/>
            <a:ext cx="1937374" cy="1259795"/>
          </a:xfrm>
          <a:prstGeom prst="rect">
            <a:avLst/>
          </a:prstGeom>
        </p:spPr>
      </p:pic>
      <p:sp>
        <p:nvSpPr>
          <p:cNvPr id="17" name="Bocadillo: rectángulo con esquinas redondeadas 16"/>
          <p:cNvSpPr/>
          <p:nvPr/>
        </p:nvSpPr>
        <p:spPr>
          <a:xfrm>
            <a:off x="8179980" y="1489742"/>
            <a:ext cx="1224136" cy="325075"/>
          </a:xfrm>
          <a:prstGeom prst="wedgeRoundRectCallout">
            <a:avLst>
              <a:gd name="adj1" fmla="val -119826"/>
              <a:gd name="adj2" fmla="val 99619"/>
              <a:gd name="adj3" fmla="val 16667"/>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es-419" sz="1000" dirty="0">
                <a:solidFill>
                  <a:schemeClr val="tx1"/>
                </a:solidFill>
                <a:latin typeface="Segoe UI Light" panose="020B0502040204020203" pitchFamily="34" charset="0"/>
                <a:cs typeface="Segoe UI Light" panose="020B0502040204020203" pitchFamily="34" charset="0"/>
              </a:rPr>
              <a:t>BL Flujo Permanente</a:t>
            </a:r>
          </a:p>
        </p:txBody>
      </p:sp>
      <p:sp>
        <p:nvSpPr>
          <p:cNvPr id="18" name="Bocadillo: rectángulo con esquinas redondeadas 17"/>
          <p:cNvSpPr/>
          <p:nvPr/>
        </p:nvSpPr>
        <p:spPr>
          <a:xfrm>
            <a:off x="7957878" y="4501163"/>
            <a:ext cx="1368152" cy="325075"/>
          </a:xfrm>
          <a:prstGeom prst="wedgeRoundRectCallout">
            <a:avLst>
              <a:gd name="adj1" fmla="val -119826"/>
              <a:gd name="adj2" fmla="val 99619"/>
              <a:gd name="adj3" fmla="val 16667"/>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es-419" sz="1000" dirty="0">
                <a:solidFill>
                  <a:schemeClr val="tx1"/>
                </a:solidFill>
                <a:latin typeface="Segoe UI Light" panose="020B0502040204020203" pitchFamily="34" charset="0"/>
                <a:cs typeface="Segoe UI Light" panose="020B0502040204020203" pitchFamily="34" charset="0"/>
              </a:rPr>
              <a:t>BL Flujo No Permanente</a:t>
            </a:r>
          </a:p>
        </p:txBody>
      </p:sp>
      <p:pic>
        <p:nvPicPr>
          <p:cNvPr id="20" name="Imagen 19">
            <a:extLst>
              <a:ext uri="{FF2B5EF4-FFF2-40B4-BE49-F238E27FC236}">
                <a16:creationId xmlns:a16="http://schemas.microsoft.com/office/drawing/2014/main" id="{EC99D264-A643-4452-80F9-B24D27E293A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9" name="1 Título">
            <a:extLst>
              <a:ext uri="{FF2B5EF4-FFF2-40B4-BE49-F238E27FC236}">
                <a16:creationId xmlns:a16="http://schemas.microsoft.com/office/drawing/2014/main" id="{2FA35426-74F5-4065-91B3-4E3738C92D9A}"/>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Análisis de resultados</a:t>
            </a:r>
          </a:p>
        </p:txBody>
      </p:sp>
      <p:pic>
        <p:nvPicPr>
          <p:cNvPr id="5" name="Imagen 4">
            <a:extLst>
              <a:ext uri="{FF2B5EF4-FFF2-40B4-BE49-F238E27FC236}">
                <a16:creationId xmlns:a16="http://schemas.microsoft.com/office/drawing/2014/main" id="{9A3AA25C-D991-4CD7-9726-243B69F334B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614260" y="851656"/>
            <a:ext cx="758954" cy="844298"/>
          </a:xfrm>
          <a:prstGeom prst="rect">
            <a:avLst/>
          </a:prstGeom>
        </p:spPr>
      </p:pic>
    </p:spTree>
    <p:extLst>
      <p:ext uri="{BB962C8B-B14F-4D97-AF65-F5344CB8AC3E}">
        <p14:creationId xmlns:p14="http://schemas.microsoft.com/office/powerpoint/2010/main" val="2547073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6102315" y="548680"/>
            <a:ext cx="5536927" cy="2999169"/>
          </a:xfrm>
          <a:prstGeom prst="rect">
            <a:avLst/>
          </a:prstGeom>
        </p:spPr>
      </p:pic>
      <p:sp>
        <p:nvSpPr>
          <p:cNvPr id="8" name="7 CuadroTexto"/>
          <p:cNvSpPr txBox="1"/>
          <p:nvPr/>
        </p:nvSpPr>
        <p:spPr>
          <a:xfrm>
            <a:off x="409123" y="1609630"/>
            <a:ext cx="5328592" cy="4339650"/>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Elevación lámina de agua</a:t>
            </a:r>
          </a:p>
          <a:p>
            <a:pPr algn="ctr"/>
            <a:r>
              <a:rPr lang="es-CO" dirty="0">
                <a:latin typeface="Segoe UI Light" panose="020B0502040204020203" pitchFamily="34" charset="0"/>
                <a:cs typeface="Segoe UI Light" panose="020B0502040204020203" pitchFamily="34" charset="0"/>
              </a:rPr>
              <a:t> en cauce dominante</a:t>
            </a:r>
          </a:p>
          <a:p>
            <a:pPr algn="ctr"/>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El diseño realizado de la sección inferior de la sección para el transporte del caudal producido por el cauce dominante (</a:t>
            </a:r>
            <a:r>
              <a:rPr lang="es-CO" sz="1600" dirty="0" err="1">
                <a:latin typeface="Segoe UI Light" panose="020B0502040204020203" pitchFamily="34" charset="0"/>
                <a:cs typeface="Segoe UI Light" panose="020B0502040204020203" pitchFamily="34" charset="0"/>
              </a:rPr>
              <a:t>Tr</a:t>
            </a:r>
            <a:r>
              <a:rPr lang="es-CO" sz="1600" dirty="0">
                <a:latin typeface="Segoe UI Light" panose="020B0502040204020203" pitchFamily="34" charset="0"/>
                <a:cs typeface="Segoe UI Light" panose="020B0502040204020203" pitchFamily="34" charset="0"/>
              </a:rPr>
              <a:t>=2.33yr), no preveía borde libre. Visualice la altura de lámina de agua en la sección 6315.049m para la modelación en flujo permanente y no permanente.</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Se observa que la lámina de agua no sobrepaso la corona del talud del cauce dominante y que por efecto de la modelación y tránsito hidráulico se obtuvo una pequeña disminución en la elevación de la lámina de agua de aproximadamente 0.13m. </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El diseño de la sección dominante cumplió con lo establecido.</a:t>
            </a:r>
          </a:p>
        </p:txBody>
      </p:sp>
      <p:cxnSp>
        <p:nvCxnSpPr>
          <p:cNvPr id="11" name="Conector recto de flecha 10"/>
          <p:cNvCxnSpPr>
            <a:cxnSpLocks/>
          </p:cNvCxnSpPr>
          <p:nvPr/>
        </p:nvCxnSpPr>
        <p:spPr>
          <a:xfrm>
            <a:off x="8805331" y="2458607"/>
            <a:ext cx="0" cy="83286"/>
          </a:xfrm>
          <a:prstGeom prst="straightConnector1">
            <a:avLst/>
          </a:prstGeom>
          <a:ln>
            <a:headEnd type="oval" w="sm" len="sm"/>
            <a:tailEnd type="oval" w="sm" len="sm"/>
          </a:ln>
        </p:spPr>
        <p:style>
          <a:lnRef idx="1">
            <a:schemeClr val="dk1"/>
          </a:lnRef>
          <a:fillRef idx="0">
            <a:schemeClr val="dk1"/>
          </a:fillRef>
          <a:effectRef idx="0">
            <a:schemeClr val="dk1"/>
          </a:effectRef>
          <a:fontRef idx="minor">
            <a:schemeClr val="tx1"/>
          </a:fontRef>
        </p:style>
      </p:cxnSp>
      <p:sp>
        <p:nvSpPr>
          <p:cNvPr id="17" name="Bocadillo: rectángulo con esquinas redondeadas 16"/>
          <p:cNvSpPr/>
          <p:nvPr/>
        </p:nvSpPr>
        <p:spPr>
          <a:xfrm>
            <a:off x="8218027" y="1675641"/>
            <a:ext cx="587304" cy="277195"/>
          </a:xfrm>
          <a:prstGeom prst="wedgeRoundRectCallout">
            <a:avLst>
              <a:gd name="adj1" fmla="val -17651"/>
              <a:gd name="adj2" fmla="val 234609"/>
              <a:gd name="adj3" fmla="val 16667"/>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es-419" sz="1000" dirty="0">
                <a:solidFill>
                  <a:schemeClr val="tx1"/>
                </a:solidFill>
                <a:latin typeface="Segoe UI Light" panose="020B0502040204020203" pitchFamily="34" charset="0"/>
                <a:cs typeface="Segoe UI Light" panose="020B0502040204020203" pitchFamily="34" charset="0"/>
              </a:rPr>
              <a:t>Energía</a:t>
            </a:r>
          </a:p>
        </p:txBody>
      </p:sp>
      <p:sp>
        <p:nvSpPr>
          <p:cNvPr id="16" name="Bocadillo: rectángulo con esquinas redondeadas 15"/>
          <p:cNvSpPr/>
          <p:nvPr/>
        </p:nvSpPr>
        <p:spPr>
          <a:xfrm>
            <a:off x="9461852" y="1675641"/>
            <a:ext cx="1279171" cy="277195"/>
          </a:xfrm>
          <a:prstGeom prst="wedgeRoundRectCallout">
            <a:avLst>
              <a:gd name="adj1" fmla="val -98188"/>
              <a:gd name="adj2" fmla="val 246714"/>
              <a:gd name="adj3" fmla="val 16667"/>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es-419" sz="1000" dirty="0">
                <a:solidFill>
                  <a:schemeClr val="tx1"/>
                </a:solidFill>
                <a:latin typeface="Segoe UI Light" panose="020B0502040204020203" pitchFamily="34" charset="0"/>
                <a:cs typeface="Segoe UI Light" panose="020B0502040204020203" pitchFamily="34" charset="0"/>
              </a:rPr>
              <a:t>Disminución de lámina por modelación</a:t>
            </a:r>
          </a:p>
        </p:txBody>
      </p:sp>
      <p:pic>
        <p:nvPicPr>
          <p:cNvPr id="5" name="Imagen 4"/>
          <p:cNvPicPr>
            <a:picLocks noChangeAspect="1"/>
          </p:cNvPicPr>
          <p:nvPr/>
        </p:nvPicPr>
        <p:blipFill>
          <a:blip r:embed="rId3"/>
          <a:stretch>
            <a:fillRect/>
          </a:stretch>
        </p:blipFill>
        <p:spPr>
          <a:xfrm>
            <a:off x="9534533" y="2179696"/>
            <a:ext cx="1973817" cy="1283492"/>
          </a:xfrm>
          <a:prstGeom prst="rect">
            <a:avLst/>
          </a:prstGeom>
        </p:spPr>
      </p:pic>
      <p:pic>
        <p:nvPicPr>
          <p:cNvPr id="6" name="Imagen 5"/>
          <p:cNvPicPr>
            <a:picLocks noChangeAspect="1"/>
          </p:cNvPicPr>
          <p:nvPr/>
        </p:nvPicPr>
        <p:blipFill>
          <a:blip r:embed="rId4"/>
          <a:stretch>
            <a:fillRect/>
          </a:stretch>
        </p:blipFill>
        <p:spPr>
          <a:xfrm>
            <a:off x="6102315" y="3516451"/>
            <a:ext cx="5538301" cy="2999913"/>
          </a:xfrm>
          <a:prstGeom prst="rect">
            <a:avLst/>
          </a:prstGeom>
        </p:spPr>
      </p:pic>
      <p:pic>
        <p:nvPicPr>
          <p:cNvPr id="14" name="Imagen 13">
            <a:extLst>
              <a:ext uri="{FF2B5EF4-FFF2-40B4-BE49-F238E27FC236}">
                <a16:creationId xmlns:a16="http://schemas.microsoft.com/office/drawing/2014/main" id="{4A08F0D5-D366-4950-8471-AF58EC38AE5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5" name="1 Título">
            <a:extLst>
              <a:ext uri="{FF2B5EF4-FFF2-40B4-BE49-F238E27FC236}">
                <a16:creationId xmlns:a16="http://schemas.microsoft.com/office/drawing/2014/main" id="{400CC233-68B9-41B5-BD4B-026B88EABE7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Análisis de resultados</a:t>
            </a:r>
          </a:p>
        </p:txBody>
      </p:sp>
      <p:pic>
        <p:nvPicPr>
          <p:cNvPr id="4" name="Imagen 3">
            <a:extLst>
              <a:ext uri="{FF2B5EF4-FFF2-40B4-BE49-F238E27FC236}">
                <a16:creationId xmlns:a16="http://schemas.microsoft.com/office/drawing/2014/main" id="{FFE09BE4-E508-42DC-ADFF-46B0388983B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693942" y="715542"/>
            <a:ext cx="758954" cy="841250"/>
          </a:xfrm>
          <a:prstGeom prst="rect">
            <a:avLst/>
          </a:prstGeom>
        </p:spPr>
      </p:pic>
    </p:spTree>
    <p:extLst>
      <p:ext uri="{BB962C8B-B14F-4D97-AF65-F5344CB8AC3E}">
        <p14:creationId xmlns:p14="http://schemas.microsoft.com/office/powerpoint/2010/main" val="436025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623392" y="1911023"/>
            <a:ext cx="4896544" cy="3323987"/>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Velocidad del flujo</a:t>
            </a:r>
          </a:p>
          <a:p>
            <a:pPr algn="ctr"/>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Se estableció que la velocidad de flujo obtenida mediante el tránsito hidráulico no debería superar los 2m/s para el caudal dominante y 3m/s para el caudal de creciente. Visualice los perfiles generales y analice las velocidades obtenidas.</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Para el cauce dominante (</a:t>
            </a:r>
            <a:r>
              <a:rPr lang="es-CO" sz="1600" dirty="0" err="1">
                <a:latin typeface="Segoe UI Light" panose="020B0502040204020203" pitchFamily="34" charset="0"/>
                <a:cs typeface="Segoe UI Light" panose="020B0502040204020203" pitchFamily="34" charset="0"/>
              </a:rPr>
              <a:t>Tr</a:t>
            </a:r>
            <a:r>
              <a:rPr lang="es-CO" sz="1600" dirty="0">
                <a:latin typeface="Segoe UI Light" panose="020B0502040204020203" pitchFamily="34" charset="0"/>
                <a:cs typeface="Segoe UI Light" panose="020B0502040204020203" pitchFamily="34" charset="0"/>
              </a:rPr>
              <a:t>=2.33yr), la velocidad obtenida en la zona del canal diseñado es inferior a 2m/s y es aproximadamente 1.7m/s. Cumple.</a:t>
            </a:r>
          </a:p>
          <a:p>
            <a:pPr algn="just"/>
            <a:endParaRPr lang="es-CO" sz="1600" dirty="0">
              <a:latin typeface="Segoe UI Light" panose="020B0502040204020203" pitchFamily="34" charset="0"/>
              <a:cs typeface="Segoe UI Light" panose="020B0502040204020203" pitchFamily="34" charset="0"/>
            </a:endParaRPr>
          </a:p>
          <a:p>
            <a:pPr algn="just"/>
            <a:endParaRPr lang="es-CO" sz="1600" dirty="0">
              <a:latin typeface="Segoe UI Light" panose="020B0502040204020203" pitchFamily="34" charset="0"/>
              <a:cs typeface="Segoe UI Light" panose="020B0502040204020203" pitchFamily="34" charset="0"/>
            </a:endParaRPr>
          </a:p>
        </p:txBody>
      </p:sp>
      <p:pic>
        <p:nvPicPr>
          <p:cNvPr id="3" name="Imagen 2"/>
          <p:cNvPicPr>
            <a:picLocks noChangeAspect="1"/>
          </p:cNvPicPr>
          <p:nvPr/>
        </p:nvPicPr>
        <p:blipFill>
          <a:blip r:embed="rId2"/>
          <a:stretch>
            <a:fillRect/>
          </a:stretch>
        </p:blipFill>
        <p:spPr>
          <a:xfrm>
            <a:off x="6097128" y="3573017"/>
            <a:ext cx="5471480" cy="2963718"/>
          </a:xfrm>
          <a:prstGeom prst="rect">
            <a:avLst/>
          </a:prstGeom>
        </p:spPr>
      </p:pic>
      <p:pic>
        <p:nvPicPr>
          <p:cNvPr id="4" name="Imagen 3"/>
          <p:cNvPicPr>
            <a:picLocks noChangeAspect="1"/>
          </p:cNvPicPr>
          <p:nvPr/>
        </p:nvPicPr>
        <p:blipFill>
          <a:blip r:embed="rId3"/>
          <a:stretch>
            <a:fillRect/>
          </a:stretch>
        </p:blipFill>
        <p:spPr>
          <a:xfrm>
            <a:off x="6097128" y="548680"/>
            <a:ext cx="5471480" cy="2963718"/>
          </a:xfrm>
          <a:prstGeom prst="rect">
            <a:avLst/>
          </a:prstGeom>
        </p:spPr>
      </p:pic>
      <p:cxnSp>
        <p:nvCxnSpPr>
          <p:cNvPr id="12" name="Conector recto de flecha 11"/>
          <p:cNvCxnSpPr>
            <a:cxnSpLocks/>
          </p:cNvCxnSpPr>
          <p:nvPr/>
        </p:nvCxnSpPr>
        <p:spPr>
          <a:xfrm>
            <a:off x="7608168" y="2204864"/>
            <a:ext cx="1944216" cy="0"/>
          </a:xfrm>
          <a:prstGeom prst="straightConnector1">
            <a:avLst/>
          </a:prstGeom>
          <a:ln>
            <a:headEnd type="oval" w="sm" len="sm"/>
            <a:tailEnd type="oval" w="sm" len="sm"/>
          </a:ln>
        </p:spPr>
        <p:style>
          <a:lnRef idx="1">
            <a:schemeClr val="dk1"/>
          </a:lnRef>
          <a:fillRef idx="0">
            <a:schemeClr val="dk1"/>
          </a:fillRef>
          <a:effectRef idx="0">
            <a:schemeClr val="dk1"/>
          </a:effectRef>
          <a:fontRef idx="minor">
            <a:schemeClr val="tx1"/>
          </a:fontRef>
        </p:style>
      </p:cxnSp>
      <p:cxnSp>
        <p:nvCxnSpPr>
          <p:cNvPr id="15" name="Conector recto de flecha 14"/>
          <p:cNvCxnSpPr>
            <a:cxnSpLocks/>
          </p:cNvCxnSpPr>
          <p:nvPr/>
        </p:nvCxnSpPr>
        <p:spPr>
          <a:xfrm>
            <a:off x="6492536" y="5019364"/>
            <a:ext cx="3329146" cy="0"/>
          </a:xfrm>
          <a:prstGeom prst="straightConnector1">
            <a:avLst/>
          </a:prstGeom>
          <a:ln>
            <a:headEnd type="oval" w="sm" len="sm"/>
            <a:tailEnd type="oval" w="sm" len="sm"/>
          </a:ln>
        </p:spPr>
        <p:style>
          <a:lnRef idx="1">
            <a:schemeClr val="dk1"/>
          </a:lnRef>
          <a:fillRef idx="0">
            <a:schemeClr val="dk1"/>
          </a:fillRef>
          <a:effectRef idx="0">
            <a:schemeClr val="dk1"/>
          </a:effectRef>
          <a:fontRef idx="minor">
            <a:schemeClr val="tx1"/>
          </a:fontRef>
        </p:style>
      </p:cxnSp>
      <p:pic>
        <p:nvPicPr>
          <p:cNvPr id="9" name="Imagen 8">
            <a:extLst>
              <a:ext uri="{FF2B5EF4-FFF2-40B4-BE49-F238E27FC236}">
                <a16:creationId xmlns:a16="http://schemas.microsoft.com/office/drawing/2014/main" id="{2BEB65D4-3E0B-40FD-863F-75E610A85F7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7892ED6A-9399-4C19-BED2-EB2578F15E4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Análisis de resultados</a:t>
            </a:r>
          </a:p>
        </p:txBody>
      </p:sp>
      <p:pic>
        <p:nvPicPr>
          <p:cNvPr id="5" name="Imagen 4">
            <a:extLst>
              <a:ext uri="{FF2B5EF4-FFF2-40B4-BE49-F238E27FC236}">
                <a16:creationId xmlns:a16="http://schemas.microsoft.com/office/drawing/2014/main" id="{0638DD93-8526-429D-9A31-628F0B5ED89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91100" y="1027529"/>
            <a:ext cx="755906" cy="841250"/>
          </a:xfrm>
          <a:prstGeom prst="rect">
            <a:avLst/>
          </a:prstGeom>
        </p:spPr>
      </p:pic>
      <p:pic>
        <p:nvPicPr>
          <p:cNvPr id="7" name="Imagen 6">
            <a:extLst>
              <a:ext uri="{FF2B5EF4-FFF2-40B4-BE49-F238E27FC236}">
                <a16:creationId xmlns:a16="http://schemas.microsoft.com/office/drawing/2014/main" id="{3AFB8B5A-D09F-4378-BB87-A8EE2CF3261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46245" y="1027529"/>
            <a:ext cx="755906" cy="841250"/>
          </a:xfrm>
          <a:prstGeom prst="rect">
            <a:avLst/>
          </a:prstGeom>
        </p:spPr>
      </p:pic>
    </p:spTree>
    <p:extLst>
      <p:ext uri="{BB962C8B-B14F-4D97-AF65-F5344CB8AC3E}">
        <p14:creationId xmlns:p14="http://schemas.microsoft.com/office/powerpoint/2010/main" val="3005607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767408" y="2628781"/>
            <a:ext cx="4104072" cy="1600438"/>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Velocidad del flujo</a:t>
            </a:r>
          </a:p>
          <a:p>
            <a:pPr algn="ctr"/>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Para el caudal de creciente (</a:t>
            </a:r>
            <a:r>
              <a:rPr lang="es-CO" sz="1600" dirty="0" err="1">
                <a:latin typeface="Segoe UI Light" panose="020B0502040204020203" pitchFamily="34" charset="0"/>
                <a:cs typeface="Segoe UI Light" panose="020B0502040204020203" pitchFamily="34" charset="0"/>
              </a:rPr>
              <a:t>Tr</a:t>
            </a:r>
            <a:r>
              <a:rPr lang="es-CO" sz="1600" dirty="0">
                <a:latin typeface="Segoe UI Light" panose="020B0502040204020203" pitchFamily="34" charset="0"/>
                <a:cs typeface="Segoe UI Light" panose="020B0502040204020203" pitchFamily="34" charset="0"/>
              </a:rPr>
              <a:t>=100yr), la velocidad obtenida en la zona del canal diseñado es inferior a 3m/s y es aproximadamente 2.79m/s. Cumple.</a:t>
            </a:r>
          </a:p>
        </p:txBody>
      </p:sp>
      <p:pic>
        <p:nvPicPr>
          <p:cNvPr id="2" name="Imagen 1"/>
          <p:cNvPicPr>
            <a:picLocks noChangeAspect="1"/>
          </p:cNvPicPr>
          <p:nvPr/>
        </p:nvPicPr>
        <p:blipFill>
          <a:blip r:embed="rId2"/>
          <a:stretch>
            <a:fillRect/>
          </a:stretch>
        </p:blipFill>
        <p:spPr>
          <a:xfrm>
            <a:off x="5810737" y="709474"/>
            <a:ext cx="5506074" cy="2982456"/>
          </a:xfrm>
          <a:prstGeom prst="rect">
            <a:avLst/>
          </a:prstGeom>
        </p:spPr>
      </p:pic>
      <p:cxnSp>
        <p:nvCxnSpPr>
          <p:cNvPr id="7" name="Conector recto de flecha 6"/>
          <p:cNvCxnSpPr>
            <a:cxnSpLocks/>
          </p:cNvCxnSpPr>
          <p:nvPr/>
        </p:nvCxnSpPr>
        <p:spPr>
          <a:xfrm>
            <a:off x="7538929" y="2492896"/>
            <a:ext cx="2016224" cy="0"/>
          </a:xfrm>
          <a:prstGeom prst="straightConnector1">
            <a:avLst/>
          </a:prstGeom>
          <a:ln>
            <a:headEnd type="oval" w="sm" len="sm"/>
            <a:tailEnd type="oval" w="sm" len="sm"/>
          </a:ln>
        </p:spPr>
        <p:style>
          <a:lnRef idx="1">
            <a:schemeClr val="dk1"/>
          </a:lnRef>
          <a:fillRef idx="0">
            <a:schemeClr val="dk1"/>
          </a:fillRef>
          <a:effectRef idx="0">
            <a:schemeClr val="dk1"/>
          </a:effectRef>
          <a:fontRef idx="minor">
            <a:schemeClr val="tx1"/>
          </a:fontRef>
        </p:style>
      </p:cxnSp>
      <p:pic>
        <p:nvPicPr>
          <p:cNvPr id="6" name="Imagen 5"/>
          <p:cNvPicPr>
            <a:picLocks noChangeAspect="1"/>
          </p:cNvPicPr>
          <p:nvPr/>
        </p:nvPicPr>
        <p:blipFill>
          <a:blip r:embed="rId3"/>
          <a:stretch>
            <a:fillRect/>
          </a:stretch>
        </p:blipFill>
        <p:spPr>
          <a:xfrm>
            <a:off x="5807968" y="3691930"/>
            <a:ext cx="5508096" cy="2983552"/>
          </a:xfrm>
          <a:prstGeom prst="rect">
            <a:avLst/>
          </a:prstGeom>
        </p:spPr>
      </p:pic>
      <p:cxnSp>
        <p:nvCxnSpPr>
          <p:cNvPr id="10" name="Conector recto de flecha 9"/>
          <p:cNvCxnSpPr>
            <a:cxnSpLocks/>
          </p:cNvCxnSpPr>
          <p:nvPr/>
        </p:nvCxnSpPr>
        <p:spPr>
          <a:xfrm>
            <a:off x="6314793" y="5427468"/>
            <a:ext cx="3240360" cy="0"/>
          </a:xfrm>
          <a:prstGeom prst="straightConnector1">
            <a:avLst/>
          </a:prstGeom>
          <a:ln>
            <a:headEnd type="oval" w="sm" len="sm"/>
            <a:tailEnd type="oval" w="sm" len="sm"/>
          </a:ln>
        </p:spPr>
        <p:style>
          <a:lnRef idx="1">
            <a:schemeClr val="dk1"/>
          </a:lnRef>
          <a:fillRef idx="0">
            <a:schemeClr val="dk1"/>
          </a:fillRef>
          <a:effectRef idx="0">
            <a:schemeClr val="dk1"/>
          </a:effectRef>
          <a:fontRef idx="minor">
            <a:schemeClr val="tx1"/>
          </a:fontRef>
        </p:style>
      </p:cxnSp>
      <p:pic>
        <p:nvPicPr>
          <p:cNvPr id="9" name="Imagen 8">
            <a:extLst>
              <a:ext uri="{FF2B5EF4-FFF2-40B4-BE49-F238E27FC236}">
                <a16:creationId xmlns:a16="http://schemas.microsoft.com/office/drawing/2014/main" id="{A04DC3C5-8CBE-4F76-93A2-732BA2F93F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BDF6FD13-DAB2-4940-B8EC-F29429DF4E6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Análisis de resultados</a:t>
            </a:r>
          </a:p>
        </p:txBody>
      </p:sp>
      <p:pic>
        <p:nvPicPr>
          <p:cNvPr id="13" name="Imagen 12">
            <a:extLst>
              <a:ext uri="{FF2B5EF4-FFF2-40B4-BE49-F238E27FC236}">
                <a16:creationId xmlns:a16="http://schemas.microsoft.com/office/drawing/2014/main" id="{B6C1BA11-2D30-4FDD-934F-8458FD31C4C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00495" y="1723654"/>
            <a:ext cx="755906" cy="841250"/>
          </a:xfrm>
          <a:prstGeom prst="rect">
            <a:avLst/>
          </a:prstGeom>
        </p:spPr>
      </p:pic>
      <p:pic>
        <p:nvPicPr>
          <p:cNvPr id="14" name="Imagen 13">
            <a:extLst>
              <a:ext uri="{FF2B5EF4-FFF2-40B4-BE49-F238E27FC236}">
                <a16:creationId xmlns:a16="http://schemas.microsoft.com/office/drawing/2014/main" id="{70409D6C-4F66-4C9F-9DE4-9717CB9E808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855640" y="1723654"/>
            <a:ext cx="755906" cy="841250"/>
          </a:xfrm>
          <a:prstGeom prst="rect">
            <a:avLst/>
          </a:prstGeom>
        </p:spPr>
      </p:pic>
    </p:spTree>
    <p:extLst>
      <p:ext uri="{BB962C8B-B14F-4D97-AF65-F5344CB8AC3E}">
        <p14:creationId xmlns:p14="http://schemas.microsoft.com/office/powerpoint/2010/main" val="799140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79376" y="1981463"/>
            <a:ext cx="4896544" cy="2831544"/>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Esfuerzo cortante</a:t>
            </a:r>
          </a:p>
          <a:p>
            <a:pPr algn="ctr"/>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Se estableció el esfuerzo cortante máximo obtenido mediante el tránsito hidráulico no debería superar los 10N/m2 para el caudal dominante y 20N/m2 para el caudal de creciente. Visualice los perfiles generales y analice los cortantes obtenidos.</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Para el cauce dominante (</a:t>
            </a:r>
            <a:r>
              <a:rPr lang="es-CO" sz="1600" dirty="0" err="1">
                <a:latin typeface="Segoe UI Light" panose="020B0502040204020203" pitchFamily="34" charset="0"/>
                <a:cs typeface="Segoe UI Light" panose="020B0502040204020203" pitchFamily="34" charset="0"/>
              </a:rPr>
              <a:t>Tr</a:t>
            </a:r>
            <a:r>
              <a:rPr lang="es-CO" sz="1600" dirty="0">
                <a:latin typeface="Segoe UI Light" panose="020B0502040204020203" pitchFamily="34" charset="0"/>
                <a:cs typeface="Segoe UI Light" panose="020B0502040204020203" pitchFamily="34" charset="0"/>
              </a:rPr>
              <a:t>=2.33yr), el cortante obtenido en la zona del canal diseñado es inferior a 10N/m2 y es aproximadamente 9.26N/m2. Cumple.</a:t>
            </a:r>
          </a:p>
        </p:txBody>
      </p:sp>
      <p:pic>
        <p:nvPicPr>
          <p:cNvPr id="2" name="Imagen 1"/>
          <p:cNvPicPr>
            <a:picLocks noChangeAspect="1"/>
          </p:cNvPicPr>
          <p:nvPr/>
        </p:nvPicPr>
        <p:blipFill>
          <a:blip r:embed="rId2"/>
          <a:stretch>
            <a:fillRect/>
          </a:stretch>
        </p:blipFill>
        <p:spPr>
          <a:xfrm>
            <a:off x="5988112" y="620688"/>
            <a:ext cx="5580496" cy="3022769"/>
          </a:xfrm>
          <a:prstGeom prst="rect">
            <a:avLst/>
          </a:prstGeom>
        </p:spPr>
      </p:pic>
      <p:pic>
        <p:nvPicPr>
          <p:cNvPr id="5" name="Imagen 4"/>
          <p:cNvPicPr>
            <a:picLocks noChangeAspect="1"/>
          </p:cNvPicPr>
          <p:nvPr/>
        </p:nvPicPr>
        <p:blipFill>
          <a:blip r:embed="rId3"/>
          <a:stretch>
            <a:fillRect/>
          </a:stretch>
        </p:blipFill>
        <p:spPr>
          <a:xfrm>
            <a:off x="5988112" y="3567419"/>
            <a:ext cx="5580496" cy="3022769"/>
          </a:xfrm>
          <a:prstGeom prst="rect">
            <a:avLst/>
          </a:prstGeom>
        </p:spPr>
      </p:pic>
      <p:pic>
        <p:nvPicPr>
          <p:cNvPr id="10" name="Imagen 9">
            <a:extLst>
              <a:ext uri="{FF2B5EF4-FFF2-40B4-BE49-F238E27FC236}">
                <a16:creationId xmlns:a16="http://schemas.microsoft.com/office/drawing/2014/main" id="{E8EA9193-6C3E-46BC-BB85-4619E9CD03E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0246C547-D7DC-406B-9B1A-EB15603D56A4}"/>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Análisis de resultados</a:t>
            </a:r>
          </a:p>
        </p:txBody>
      </p:sp>
      <p:pic>
        <p:nvPicPr>
          <p:cNvPr id="4" name="Imagen 3">
            <a:extLst>
              <a:ext uri="{FF2B5EF4-FFF2-40B4-BE49-F238E27FC236}">
                <a16:creationId xmlns:a16="http://schemas.microsoft.com/office/drawing/2014/main" id="{77A353DA-9CCB-4369-AB40-A603561E388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49695" y="1052736"/>
            <a:ext cx="755906" cy="841250"/>
          </a:xfrm>
          <a:prstGeom prst="rect">
            <a:avLst/>
          </a:prstGeom>
        </p:spPr>
      </p:pic>
    </p:spTree>
    <p:extLst>
      <p:ext uri="{BB962C8B-B14F-4D97-AF65-F5344CB8AC3E}">
        <p14:creationId xmlns:p14="http://schemas.microsoft.com/office/powerpoint/2010/main" val="2714578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695400" y="2628781"/>
            <a:ext cx="4608512" cy="1600438"/>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Esfuerzo cortante</a:t>
            </a:r>
          </a:p>
          <a:p>
            <a:pPr algn="ctr"/>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Para el cauce de creciente (</a:t>
            </a:r>
            <a:r>
              <a:rPr lang="es-CO" sz="1600" dirty="0" err="1">
                <a:latin typeface="Segoe UI Light" panose="020B0502040204020203" pitchFamily="34" charset="0"/>
                <a:cs typeface="Segoe UI Light" panose="020B0502040204020203" pitchFamily="34" charset="0"/>
              </a:rPr>
              <a:t>Tr</a:t>
            </a:r>
            <a:r>
              <a:rPr lang="es-CO" sz="1600" dirty="0">
                <a:latin typeface="Segoe UI Light" panose="020B0502040204020203" pitchFamily="34" charset="0"/>
                <a:cs typeface="Segoe UI Light" panose="020B0502040204020203" pitchFamily="34" charset="0"/>
              </a:rPr>
              <a:t>=100yr), el cortante obtenido en la zona del canal diseñado es inferior a 20N/m2 y es aproximadamente 19.81N/m2. Cumple.</a:t>
            </a:r>
          </a:p>
        </p:txBody>
      </p:sp>
      <p:pic>
        <p:nvPicPr>
          <p:cNvPr id="3" name="Imagen 2"/>
          <p:cNvPicPr>
            <a:picLocks noChangeAspect="1"/>
          </p:cNvPicPr>
          <p:nvPr/>
        </p:nvPicPr>
        <p:blipFill>
          <a:blip r:embed="rId2"/>
          <a:stretch>
            <a:fillRect/>
          </a:stretch>
        </p:blipFill>
        <p:spPr>
          <a:xfrm>
            <a:off x="5850019" y="3472780"/>
            <a:ext cx="5502565" cy="2980556"/>
          </a:xfrm>
          <a:prstGeom prst="rect">
            <a:avLst/>
          </a:prstGeom>
        </p:spPr>
      </p:pic>
      <p:pic>
        <p:nvPicPr>
          <p:cNvPr id="4" name="Imagen 3"/>
          <p:cNvPicPr>
            <a:picLocks noChangeAspect="1"/>
          </p:cNvPicPr>
          <p:nvPr/>
        </p:nvPicPr>
        <p:blipFill>
          <a:blip r:embed="rId3"/>
          <a:stretch>
            <a:fillRect/>
          </a:stretch>
        </p:blipFill>
        <p:spPr>
          <a:xfrm>
            <a:off x="5850018" y="486896"/>
            <a:ext cx="5502564" cy="2980556"/>
          </a:xfrm>
          <a:prstGeom prst="rect">
            <a:avLst/>
          </a:prstGeom>
        </p:spPr>
      </p:pic>
      <p:pic>
        <p:nvPicPr>
          <p:cNvPr id="10" name="Imagen 9">
            <a:extLst>
              <a:ext uri="{FF2B5EF4-FFF2-40B4-BE49-F238E27FC236}">
                <a16:creationId xmlns:a16="http://schemas.microsoft.com/office/drawing/2014/main" id="{8F90A275-CB92-49F1-93EC-8B905CC1927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D6F801F3-ADE6-4408-B8C3-DC348C0BFFDE}"/>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Análisis de resultados</a:t>
            </a:r>
          </a:p>
        </p:txBody>
      </p:sp>
      <p:pic>
        <p:nvPicPr>
          <p:cNvPr id="11" name="Imagen 10">
            <a:extLst>
              <a:ext uri="{FF2B5EF4-FFF2-40B4-BE49-F238E27FC236}">
                <a16:creationId xmlns:a16="http://schemas.microsoft.com/office/drawing/2014/main" id="{5872AE80-1F15-4E9A-91B8-39785E73DDA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49695" y="1772816"/>
            <a:ext cx="755906" cy="841250"/>
          </a:xfrm>
          <a:prstGeom prst="rect">
            <a:avLst/>
          </a:prstGeom>
        </p:spPr>
      </p:pic>
    </p:spTree>
    <p:extLst>
      <p:ext uri="{BB962C8B-B14F-4D97-AF65-F5344CB8AC3E}">
        <p14:creationId xmlns:p14="http://schemas.microsoft.com/office/powerpoint/2010/main" val="1025037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541175" y="908720"/>
            <a:ext cx="7097818" cy="1138773"/>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Energía máxima</a:t>
            </a:r>
          </a:p>
          <a:p>
            <a:pPr algn="ctr"/>
            <a:endParaRPr lang="es-CO"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Para todas las condiciones de flujo, la altura de la línea de energía (en metros) se encuentra por encima de la línea de lámina de agua.</a:t>
            </a:r>
          </a:p>
        </p:txBody>
      </p:sp>
      <p:pic>
        <p:nvPicPr>
          <p:cNvPr id="3" name="Imagen 2"/>
          <p:cNvPicPr>
            <a:picLocks noChangeAspect="1"/>
          </p:cNvPicPr>
          <p:nvPr/>
        </p:nvPicPr>
        <p:blipFill>
          <a:blip r:embed="rId2"/>
          <a:stretch>
            <a:fillRect/>
          </a:stretch>
        </p:blipFill>
        <p:spPr>
          <a:xfrm>
            <a:off x="2547090" y="2276872"/>
            <a:ext cx="7097819" cy="3844652"/>
          </a:xfrm>
          <a:prstGeom prst="rect">
            <a:avLst/>
          </a:prstGeom>
        </p:spPr>
      </p:pic>
      <p:pic>
        <p:nvPicPr>
          <p:cNvPr id="9" name="Imagen 8">
            <a:extLst>
              <a:ext uri="{FF2B5EF4-FFF2-40B4-BE49-F238E27FC236}">
                <a16:creationId xmlns:a16="http://schemas.microsoft.com/office/drawing/2014/main" id="{3E558594-19FD-44BC-84C4-BBF8EBB874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7" name="1 Título">
            <a:extLst>
              <a:ext uri="{FF2B5EF4-FFF2-40B4-BE49-F238E27FC236}">
                <a16:creationId xmlns:a16="http://schemas.microsoft.com/office/drawing/2014/main" id="{2346F3AC-DDE3-404B-B288-80C4B3A0297A}"/>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Análisis de resultados</a:t>
            </a:r>
          </a:p>
        </p:txBody>
      </p:sp>
    </p:spTree>
    <p:extLst>
      <p:ext uri="{BB962C8B-B14F-4D97-AF65-F5344CB8AC3E}">
        <p14:creationId xmlns:p14="http://schemas.microsoft.com/office/powerpoint/2010/main" val="26459960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70EE07A-5BFD-466E-B14A-12C366129646}"/>
              </a:ext>
            </a:extLst>
          </p:cNvPr>
          <p:cNvGrpSpPr/>
          <p:nvPr/>
        </p:nvGrpSpPr>
        <p:grpSpPr>
          <a:xfrm>
            <a:off x="4331804" y="1579664"/>
            <a:ext cx="3528392" cy="3698672"/>
            <a:chOff x="4223792" y="1628800"/>
            <a:chExt cx="3528392" cy="3698672"/>
          </a:xfrm>
        </p:grpSpPr>
        <p:sp>
          <p:nvSpPr>
            <p:cNvPr id="6" name="7 CuadroTexto">
              <a:extLst>
                <a:ext uri="{FF2B5EF4-FFF2-40B4-BE49-F238E27FC236}">
                  <a16:creationId xmlns:a16="http://schemas.microsoft.com/office/drawing/2014/main" id="{3572065F-81C1-454C-8E77-453E36FB65E9}"/>
                </a:ext>
              </a:extLst>
            </p:cNvPr>
            <p:cNvSpPr txBox="1"/>
            <p:nvPr/>
          </p:nvSpPr>
          <p:spPr>
            <a:xfrm>
              <a:off x="4223792" y="1628800"/>
              <a:ext cx="3528392" cy="861774"/>
            </a:xfrm>
            <a:prstGeom prst="rect">
              <a:avLst/>
            </a:prstGeom>
            <a:noFill/>
          </p:spPr>
          <p:txBody>
            <a:bodyPr wrap="square" rtlCol="0">
              <a:spAutoFit/>
            </a:bodyPr>
            <a:lstStyle/>
            <a:p>
              <a:pPr algn="ctr"/>
              <a:r>
                <a:rPr lang="es-ES" sz="1000" dirty="0">
                  <a:latin typeface="Segoe UI Light" panose="020B0502040204020203" pitchFamily="34" charset="0"/>
                  <a:cs typeface="Segoe UI Light" panose="020B0502040204020203" pitchFamily="34" charset="0"/>
                </a:rPr>
                <a:t>Contenido creado por: r.cfdtools@gmail.com</a:t>
              </a:r>
            </a:p>
            <a:p>
              <a:pPr algn="ctr"/>
              <a:r>
                <a:rPr lang="es-ES" sz="1000" dirty="0">
                  <a:latin typeface="Segoe UI Light" panose="020B0502040204020203" pitchFamily="34" charset="0"/>
                  <a:cs typeface="Segoe UI Light" panose="020B0502040204020203" pitchFamily="34" charset="0"/>
                  <a:hlinkClick r:id="rId2"/>
                </a:rPr>
                <a:t>https://github.com/rcfdtools</a:t>
              </a:r>
              <a:endParaRPr lang="es-ES" sz="1000" dirty="0">
                <a:latin typeface="Segoe UI Light" panose="020B0502040204020203" pitchFamily="34" charset="0"/>
                <a:cs typeface="Segoe UI Light" panose="020B0502040204020203" pitchFamily="34" charset="0"/>
              </a:endParaRPr>
            </a:p>
            <a:p>
              <a:pPr algn="ctr"/>
              <a:endParaRPr lang="es-ES" sz="1000" dirty="0">
                <a:latin typeface="Segoe UI Light" panose="020B0502040204020203" pitchFamily="34" charset="0"/>
                <a:cs typeface="Segoe UI Light" panose="020B0502040204020203" pitchFamily="34" charset="0"/>
              </a:endParaRPr>
            </a:p>
            <a:p>
              <a:pPr algn="ctr"/>
              <a:r>
                <a:rPr lang="es-ES" sz="1000" dirty="0">
                  <a:latin typeface="Segoe UI Light" panose="020B0502040204020203" pitchFamily="34" charset="0"/>
                  <a:cs typeface="Segoe UI Light" panose="020B0502040204020203" pitchFamily="34" charset="0"/>
                </a:rPr>
                <a:t>Licencia, cláusulas y condiciones de uso en:</a:t>
              </a:r>
            </a:p>
            <a:p>
              <a:pPr algn="ctr"/>
              <a:r>
                <a:rPr lang="es-ES" sz="1000" dirty="0">
                  <a:latin typeface="Segoe UI Light" panose="020B0502040204020203" pitchFamily="34" charset="0"/>
                  <a:cs typeface="Segoe UI Light" panose="020B0502040204020203" pitchFamily="34" charset="0"/>
                  <a:hlinkClick r:id="rId3"/>
                </a:rPr>
                <a:t>https://github.com/rcfdtools/R.HydroTools/wiki/License</a:t>
              </a:r>
              <a:endParaRPr lang="es-ES" sz="1000" dirty="0">
                <a:latin typeface="Segoe UI Light" panose="020B0502040204020203" pitchFamily="34" charset="0"/>
                <a:cs typeface="Segoe UI Light" panose="020B0502040204020203" pitchFamily="34" charset="0"/>
              </a:endParaRPr>
            </a:p>
          </p:txBody>
        </p:sp>
        <p:pic>
          <p:nvPicPr>
            <p:cNvPr id="7" name="Picture 6" descr="Qr code&#10;&#10;Description automatically generated">
              <a:extLst>
                <a:ext uri="{FF2B5EF4-FFF2-40B4-BE49-F238E27FC236}">
                  <a16:creationId xmlns:a16="http://schemas.microsoft.com/office/drawing/2014/main" id="{90F7619C-3D91-416E-B1F4-909E882E74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7988" y="2627472"/>
              <a:ext cx="2700000" cy="2700000"/>
            </a:xfrm>
            <a:prstGeom prst="rect">
              <a:avLst/>
            </a:prstGeom>
          </p:spPr>
        </p:pic>
      </p:grpSp>
      <p:pic>
        <p:nvPicPr>
          <p:cNvPr id="9" name="Imagen 8">
            <a:extLst>
              <a:ext uri="{FF2B5EF4-FFF2-40B4-BE49-F238E27FC236}">
                <a16:creationId xmlns:a16="http://schemas.microsoft.com/office/drawing/2014/main" id="{D1E24590-5B37-4B8E-8E7F-7CC7FF0BA20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9458599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13583</TotalTime>
  <Words>1156</Words>
  <Application>Microsoft Office PowerPoint</Application>
  <PresentationFormat>Widescreen</PresentationFormat>
  <Paragraphs>118</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Segoe UI Light</vt:lpstr>
      <vt:lpstr>Wingdings</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HCMC_3_5</dc:title>
  <dc:creator>master</dc:creator>
  <cp:lastModifiedBy>WILLIAM RICARDO AGUILAR PIÑA</cp:lastModifiedBy>
  <cp:revision>549</cp:revision>
  <dcterms:created xsi:type="dcterms:W3CDTF">2010-05-17T13:13:34Z</dcterms:created>
  <dcterms:modified xsi:type="dcterms:W3CDTF">2025-08-01T16:08:05Z</dcterms:modified>
</cp:coreProperties>
</file>