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25" r:id="rId2"/>
    <p:sldId id="301" r:id="rId3"/>
    <p:sldId id="289" r:id="rId4"/>
    <p:sldId id="308" r:id="rId5"/>
    <p:sldId id="326" r:id="rId6"/>
    <p:sldId id="309" r:id="rId7"/>
    <p:sldId id="311" r:id="rId8"/>
    <p:sldId id="310" r:id="rId9"/>
    <p:sldId id="312" r:id="rId10"/>
    <p:sldId id="314" r:id="rId11"/>
    <p:sldId id="387" r:id="rId12"/>
    <p:sldId id="386" r:id="rId13"/>
    <p:sldId id="388"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3" autoAdjust="0"/>
    <p:restoredTop sz="93623" autoAdjust="0"/>
  </p:normalViewPr>
  <p:slideViewPr>
    <p:cSldViewPr>
      <p:cViewPr varScale="1">
        <p:scale>
          <a:sx n="107" d="100"/>
          <a:sy n="107" d="100"/>
        </p:scale>
        <p:origin x="630" y="10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56B36750-061F-4FAC-8450-D5B51DFDEE40}"/>
    <pc:docChg chg="undo custSel addSld delSld modSld modMainMaster">
      <pc:chgData name="WILLIAM RICARDO AGUILAR PIÑA" userId="25538c52-b196-49fc-9025-2dd86a54f18a" providerId="ADAL" clId="{56B36750-061F-4FAC-8450-D5B51DFDEE40}" dt="2019-03-18T20:41:52.391" v="523" actId="2696"/>
      <pc:docMkLst>
        <pc:docMk/>
      </pc:docMkLst>
      <pc:sldChg chg="modSp del setBg">
        <pc:chgData name="WILLIAM RICARDO AGUILAR PIÑA" userId="25538c52-b196-49fc-9025-2dd86a54f18a" providerId="ADAL" clId="{56B36750-061F-4FAC-8450-D5B51DFDEE40}" dt="2019-03-18T16:18:08.878" v="29" actId="2696"/>
        <pc:sldMkLst>
          <pc:docMk/>
          <pc:sldMk cId="0" sldId="256"/>
        </pc:sldMkLst>
        <pc:spChg chg="mod">
          <ac:chgData name="WILLIAM RICARDO AGUILAR PIÑA" userId="25538c52-b196-49fc-9025-2dd86a54f18a" providerId="ADAL" clId="{56B36750-061F-4FAC-8450-D5B51DFDEE40}" dt="2019-03-18T16:14:51.704" v="2"/>
          <ac:spMkLst>
            <pc:docMk/>
            <pc:sldMk cId="0" sldId="256"/>
            <ac:spMk id="4" creationId="{00000000-0000-0000-0000-000000000000}"/>
          </ac:spMkLst>
        </pc:spChg>
        <pc:spChg chg="mod">
          <ac:chgData name="WILLIAM RICARDO AGUILAR PIÑA" userId="25538c52-b196-49fc-9025-2dd86a54f18a" providerId="ADAL" clId="{56B36750-061F-4FAC-8450-D5B51DFDEE40}" dt="2019-03-18T16:14:51.704" v="2"/>
          <ac:spMkLst>
            <pc:docMk/>
            <pc:sldMk cId="0" sldId="256"/>
            <ac:spMk id="7" creationId="{00000000-0000-0000-0000-000000000000}"/>
          </ac:spMkLst>
        </pc:spChg>
        <pc:spChg chg="mod">
          <ac:chgData name="WILLIAM RICARDO AGUILAR PIÑA" userId="25538c52-b196-49fc-9025-2dd86a54f18a" providerId="ADAL" clId="{56B36750-061F-4FAC-8450-D5B51DFDEE40}" dt="2019-03-18T16:14:51.704" v="2"/>
          <ac:spMkLst>
            <pc:docMk/>
            <pc:sldMk cId="0" sldId="256"/>
            <ac:spMk id="8" creationId="{00000000-0000-0000-0000-000000000000}"/>
          </ac:spMkLst>
        </pc:spChg>
        <pc:spChg chg="mod">
          <ac:chgData name="WILLIAM RICARDO AGUILAR PIÑA" userId="25538c52-b196-49fc-9025-2dd86a54f18a" providerId="ADAL" clId="{56B36750-061F-4FAC-8450-D5B51DFDEE40}" dt="2019-03-18T16:14:51.704" v="2"/>
          <ac:spMkLst>
            <pc:docMk/>
            <pc:sldMk cId="0" sldId="256"/>
            <ac:spMk id="22530" creationId="{00000000-0000-0000-0000-000000000000}"/>
          </ac:spMkLst>
        </pc:spChg>
      </pc:sldChg>
      <pc:sldChg chg="addSp delSp modSp">
        <pc:chgData name="WILLIAM RICARDO AGUILAR PIÑA" userId="25538c52-b196-49fc-9025-2dd86a54f18a" providerId="ADAL" clId="{56B36750-061F-4FAC-8450-D5B51DFDEE40}" dt="2019-03-18T16:19:27.196" v="63" actId="1076"/>
        <pc:sldMkLst>
          <pc:docMk/>
          <pc:sldMk cId="1805327859" sldId="289"/>
        </pc:sldMkLst>
        <pc:spChg chg="mod">
          <ac:chgData name="WILLIAM RICARDO AGUILAR PIÑA" userId="25538c52-b196-49fc-9025-2dd86a54f18a" providerId="ADAL" clId="{56B36750-061F-4FAC-8450-D5B51DFDEE40}" dt="2019-03-18T16:19:27.196" v="63" actId="1076"/>
          <ac:spMkLst>
            <pc:docMk/>
            <pc:sldMk cId="1805327859" sldId="289"/>
            <ac:spMk id="8" creationId="{00000000-0000-0000-0000-000000000000}"/>
          </ac:spMkLst>
        </pc:spChg>
        <pc:spChg chg="del mod">
          <ac:chgData name="WILLIAM RICARDO AGUILAR PIÑA" userId="25538c52-b196-49fc-9025-2dd86a54f18a" providerId="ADAL" clId="{56B36750-061F-4FAC-8450-D5B51DFDEE40}" dt="2019-03-18T16:15:00.587" v="4" actId="478"/>
          <ac:spMkLst>
            <pc:docMk/>
            <pc:sldMk cId="1805327859" sldId="289"/>
            <ac:spMk id="22530" creationId="{00000000-0000-0000-0000-000000000000}"/>
          </ac:spMkLst>
        </pc:spChg>
        <pc:picChg chg="add mod">
          <ac:chgData name="WILLIAM RICARDO AGUILAR PIÑA" userId="25538c52-b196-49fc-9025-2dd86a54f18a" providerId="ADAL" clId="{56B36750-061F-4FAC-8450-D5B51DFDEE40}" dt="2019-03-18T16:19:00.410" v="54" actId="207"/>
          <ac:picMkLst>
            <pc:docMk/>
            <pc:sldMk cId="1805327859" sldId="289"/>
            <ac:picMk id="4" creationId="{8DEE5074-2349-4925-AD89-ACABA1C0078B}"/>
          </ac:picMkLst>
        </pc:picChg>
      </pc:sldChg>
      <pc:sldChg chg="addSp delSp modSp">
        <pc:chgData name="WILLIAM RICARDO AGUILAR PIÑA" userId="25538c52-b196-49fc-9025-2dd86a54f18a" providerId="ADAL" clId="{56B36750-061F-4FAC-8450-D5B51DFDEE40}" dt="2019-03-18T16:18:46.188" v="43"/>
        <pc:sldMkLst>
          <pc:docMk/>
          <pc:sldMk cId="2852190545" sldId="301"/>
        </pc:sldMkLst>
        <pc:spChg chg="mod">
          <ac:chgData name="WILLIAM RICARDO AGUILAR PIÑA" userId="25538c52-b196-49fc-9025-2dd86a54f18a" providerId="ADAL" clId="{56B36750-061F-4FAC-8450-D5B51DFDEE40}" dt="2019-03-18T16:18:42.986" v="42" actId="1076"/>
          <ac:spMkLst>
            <pc:docMk/>
            <pc:sldMk cId="2852190545" sldId="301"/>
            <ac:spMk id="8" creationId="{00000000-0000-0000-0000-000000000000}"/>
          </ac:spMkLst>
        </pc:spChg>
        <pc:spChg chg="del mod">
          <ac:chgData name="WILLIAM RICARDO AGUILAR PIÑA" userId="25538c52-b196-49fc-9025-2dd86a54f18a" providerId="ADAL" clId="{56B36750-061F-4FAC-8450-D5B51DFDEE40}" dt="2019-03-18T16:14:59.173" v="3" actId="478"/>
          <ac:spMkLst>
            <pc:docMk/>
            <pc:sldMk cId="2852190545" sldId="301"/>
            <ac:spMk id="22530" creationId="{00000000-0000-0000-0000-000000000000}"/>
          </ac:spMkLst>
        </pc:spChg>
        <pc:picChg chg="add">
          <ac:chgData name="WILLIAM RICARDO AGUILAR PIÑA" userId="25538c52-b196-49fc-9025-2dd86a54f18a" providerId="ADAL" clId="{56B36750-061F-4FAC-8450-D5B51DFDEE40}" dt="2019-03-18T16:18:46.188" v="43"/>
          <ac:picMkLst>
            <pc:docMk/>
            <pc:sldMk cId="2852190545" sldId="301"/>
            <ac:picMk id="4" creationId="{51B6591E-57DB-44ED-9434-2EEB537BC516}"/>
          </ac:picMkLst>
        </pc:picChg>
      </pc:sldChg>
      <pc:sldChg chg="addSp delSp modSp">
        <pc:chgData name="WILLIAM RICARDO AGUILAR PIÑA" userId="25538c52-b196-49fc-9025-2dd86a54f18a" providerId="ADAL" clId="{56B36750-061F-4FAC-8450-D5B51DFDEE40}" dt="2019-03-18T16:20:08.680" v="80" actId="1076"/>
        <pc:sldMkLst>
          <pc:docMk/>
          <pc:sldMk cId="3461002424" sldId="308"/>
        </pc:sldMkLst>
        <pc:spChg chg="mod">
          <ac:chgData name="WILLIAM RICARDO AGUILAR PIÑA" userId="25538c52-b196-49fc-9025-2dd86a54f18a" providerId="ADAL" clId="{56B36750-061F-4FAC-8450-D5B51DFDEE40}" dt="2019-03-18T16:20:08.680" v="80" actId="1076"/>
          <ac:spMkLst>
            <pc:docMk/>
            <pc:sldMk cId="3461002424" sldId="308"/>
            <ac:spMk id="8" creationId="{00000000-0000-0000-0000-000000000000}"/>
          </ac:spMkLst>
        </pc:spChg>
        <pc:spChg chg="del mod">
          <ac:chgData name="WILLIAM RICARDO AGUILAR PIÑA" userId="25538c52-b196-49fc-9025-2dd86a54f18a" providerId="ADAL" clId="{56B36750-061F-4FAC-8450-D5B51DFDEE40}" dt="2019-03-18T16:19:45.189" v="72" actId="478"/>
          <ac:spMkLst>
            <pc:docMk/>
            <pc:sldMk cId="3461002424" sldId="308"/>
            <ac:spMk id="10" creationId="{00000000-0000-0000-0000-000000000000}"/>
          </ac:spMkLst>
        </pc:spChg>
        <pc:spChg chg="del mod">
          <ac:chgData name="WILLIAM RICARDO AGUILAR PIÑA" userId="25538c52-b196-49fc-9025-2dd86a54f18a" providerId="ADAL" clId="{56B36750-061F-4FAC-8450-D5B51DFDEE40}" dt="2019-03-18T16:19:46.353" v="73" actId="478"/>
          <ac:spMkLst>
            <pc:docMk/>
            <pc:sldMk cId="3461002424" sldId="308"/>
            <ac:spMk id="24" creationId="{00000000-0000-0000-0000-000000000000}"/>
          </ac:spMkLst>
        </pc:spChg>
        <pc:spChg chg="del mod">
          <ac:chgData name="WILLIAM RICARDO AGUILAR PIÑA" userId="25538c52-b196-49fc-9025-2dd86a54f18a" providerId="ADAL" clId="{56B36750-061F-4FAC-8450-D5B51DFDEE40}" dt="2019-03-18T16:19:46.353" v="73" actId="478"/>
          <ac:spMkLst>
            <pc:docMk/>
            <pc:sldMk cId="3461002424" sldId="308"/>
            <ac:spMk id="26" creationId="{00000000-0000-0000-0000-000000000000}"/>
          </ac:spMkLst>
        </pc:spChg>
        <pc:spChg chg="del mod">
          <ac:chgData name="WILLIAM RICARDO AGUILAR PIÑA" userId="25538c52-b196-49fc-9025-2dd86a54f18a" providerId="ADAL" clId="{56B36750-061F-4FAC-8450-D5B51DFDEE40}" dt="2019-03-18T16:15:01.829" v="5" actId="478"/>
          <ac:spMkLst>
            <pc:docMk/>
            <pc:sldMk cId="3461002424" sldId="308"/>
            <ac:spMk id="22530" creationId="{00000000-0000-0000-0000-000000000000}"/>
          </ac:spMkLst>
        </pc:spChg>
        <pc:picChg chg="del mod">
          <ac:chgData name="WILLIAM RICARDO AGUILAR PIÑA" userId="25538c52-b196-49fc-9025-2dd86a54f18a" providerId="ADAL" clId="{56B36750-061F-4FAC-8450-D5B51DFDEE40}" dt="2019-03-18T16:19:42.816" v="69" actId="478"/>
          <ac:picMkLst>
            <pc:docMk/>
            <pc:sldMk cId="3461002424" sldId="308"/>
            <ac:picMk id="2" creationId="{00000000-0000-0000-0000-000000000000}"/>
          </ac:picMkLst>
        </pc:picChg>
        <pc:picChg chg="del mod">
          <ac:chgData name="WILLIAM RICARDO AGUILAR PIÑA" userId="25538c52-b196-49fc-9025-2dd86a54f18a" providerId="ADAL" clId="{56B36750-061F-4FAC-8450-D5B51DFDEE40}" dt="2019-03-18T16:19:42.110" v="67" actId="478"/>
          <ac:picMkLst>
            <pc:docMk/>
            <pc:sldMk cId="3461002424" sldId="308"/>
            <ac:picMk id="3" creationId="{00000000-0000-0000-0000-000000000000}"/>
          </ac:picMkLst>
        </pc:picChg>
        <pc:picChg chg="del mod">
          <ac:chgData name="WILLIAM RICARDO AGUILAR PIÑA" userId="25538c52-b196-49fc-9025-2dd86a54f18a" providerId="ADAL" clId="{56B36750-061F-4FAC-8450-D5B51DFDEE40}" dt="2019-03-18T16:19:42.535" v="68" actId="478"/>
          <ac:picMkLst>
            <pc:docMk/>
            <pc:sldMk cId="3461002424" sldId="308"/>
            <ac:picMk id="4" creationId="{60CD0046-A86C-49AE-8885-606B0EFA8F8B}"/>
          </ac:picMkLst>
        </pc:picChg>
        <pc:picChg chg="del mod">
          <ac:chgData name="WILLIAM RICARDO AGUILAR PIÑA" userId="25538c52-b196-49fc-9025-2dd86a54f18a" providerId="ADAL" clId="{56B36750-061F-4FAC-8450-D5B51DFDEE40}" dt="2019-03-18T16:19:46.879" v="74" actId="478"/>
          <ac:picMkLst>
            <pc:docMk/>
            <pc:sldMk cId="3461002424" sldId="308"/>
            <ac:picMk id="7" creationId="{00000000-0000-0000-0000-000000000000}"/>
          </ac:picMkLst>
        </pc:picChg>
        <pc:picChg chg="del mod">
          <ac:chgData name="WILLIAM RICARDO AGUILAR PIÑA" userId="25538c52-b196-49fc-9025-2dd86a54f18a" providerId="ADAL" clId="{56B36750-061F-4FAC-8450-D5B51DFDEE40}" dt="2019-03-18T16:19:43.620" v="71" actId="478"/>
          <ac:picMkLst>
            <pc:docMk/>
            <pc:sldMk cId="3461002424" sldId="308"/>
            <ac:picMk id="9" creationId="{00000000-0000-0000-0000-000000000000}"/>
          </ac:picMkLst>
        </pc:picChg>
        <pc:picChg chg="add mod">
          <ac:chgData name="WILLIAM RICARDO AGUILAR PIÑA" userId="25538c52-b196-49fc-9025-2dd86a54f18a" providerId="ADAL" clId="{56B36750-061F-4FAC-8450-D5B51DFDEE40}" dt="2019-03-18T16:19:37.547" v="65" actId="207"/>
          <ac:picMkLst>
            <pc:docMk/>
            <pc:sldMk cId="3461002424" sldId="308"/>
            <ac:picMk id="14" creationId="{43766C0F-D08B-4E36-B9A2-C701033F79AF}"/>
          </ac:picMkLst>
        </pc:picChg>
        <pc:cxnChg chg="del mod">
          <ac:chgData name="WILLIAM RICARDO AGUILAR PIÑA" userId="25538c52-b196-49fc-9025-2dd86a54f18a" providerId="ADAL" clId="{56B36750-061F-4FAC-8450-D5B51DFDEE40}" dt="2019-03-18T16:19:46.353" v="73" actId="478"/>
          <ac:cxnSpMkLst>
            <pc:docMk/>
            <pc:sldMk cId="3461002424" sldId="308"/>
            <ac:cxnSpMk id="5" creationId="{00000000-0000-0000-0000-000000000000}"/>
          </ac:cxnSpMkLst>
        </pc:cxnChg>
        <pc:cxnChg chg="del mod">
          <ac:chgData name="WILLIAM RICARDO AGUILAR PIÑA" userId="25538c52-b196-49fc-9025-2dd86a54f18a" providerId="ADAL" clId="{56B36750-061F-4FAC-8450-D5B51DFDEE40}" dt="2019-03-18T16:19:46.353" v="73" actId="478"/>
          <ac:cxnSpMkLst>
            <pc:docMk/>
            <pc:sldMk cId="3461002424" sldId="308"/>
            <ac:cxnSpMk id="18" creationId="{00000000-0000-0000-0000-000000000000}"/>
          </ac:cxnSpMkLst>
        </pc:cxnChg>
      </pc:sldChg>
      <pc:sldChg chg="addSp delSp modSp">
        <pc:chgData name="WILLIAM RICARDO AGUILAR PIÑA" userId="25538c52-b196-49fc-9025-2dd86a54f18a" providerId="ADAL" clId="{56B36750-061F-4FAC-8450-D5B51DFDEE40}" dt="2019-03-18T16:36:46.204" v="251" actId="14100"/>
        <pc:sldMkLst>
          <pc:docMk/>
          <pc:sldMk cId="2293670241" sldId="309"/>
        </pc:sldMkLst>
        <pc:spChg chg="mod">
          <ac:chgData name="WILLIAM RICARDO AGUILAR PIÑA" userId="25538c52-b196-49fc-9025-2dd86a54f18a" providerId="ADAL" clId="{56B36750-061F-4FAC-8450-D5B51DFDEE40}" dt="2019-03-18T16:35:56.515" v="223" actId="1076"/>
          <ac:spMkLst>
            <pc:docMk/>
            <pc:sldMk cId="2293670241" sldId="309"/>
            <ac:spMk id="8" creationId="{00000000-0000-0000-0000-000000000000}"/>
          </ac:spMkLst>
        </pc:spChg>
        <pc:spChg chg="mod">
          <ac:chgData name="WILLIAM RICARDO AGUILAR PIÑA" userId="25538c52-b196-49fc-9025-2dd86a54f18a" providerId="ADAL" clId="{56B36750-061F-4FAC-8450-D5B51DFDEE40}" dt="2019-03-18T16:36:46.204" v="251" actId="14100"/>
          <ac:spMkLst>
            <pc:docMk/>
            <pc:sldMk cId="2293670241" sldId="309"/>
            <ac:spMk id="9" creationId="{00000000-0000-0000-0000-000000000000}"/>
          </ac:spMkLst>
        </pc:spChg>
        <pc:spChg chg="add mod">
          <ac:chgData name="WILLIAM RICARDO AGUILAR PIÑA" userId="25538c52-b196-49fc-9025-2dd86a54f18a" providerId="ADAL" clId="{56B36750-061F-4FAC-8450-D5B51DFDEE40}" dt="2019-03-18T16:24:41.712" v="194" actId="2711"/>
          <ac:spMkLst>
            <pc:docMk/>
            <pc:sldMk cId="2293670241" sldId="309"/>
            <ac:spMk id="12" creationId="{B07A8D94-D214-4839-A512-9249282CCEF8}"/>
          </ac:spMkLst>
        </pc:spChg>
        <pc:spChg chg="mod">
          <ac:chgData name="WILLIAM RICARDO AGUILAR PIÑA" userId="25538c52-b196-49fc-9025-2dd86a54f18a" providerId="ADAL" clId="{56B36750-061F-4FAC-8450-D5B51DFDEE40}" dt="2019-03-18T16:36:29.191" v="224" actId="6549"/>
          <ac:spMkLst>
            <pc:docMk/>
            <pc:sldMk cId="2293670241" sldId="309"/>
            <ac:spMk id="13" creationId="{00000000-0000-0000-0000-000000000000}"/>
          </ac:spMkLst>
        </pc:spChg>
        <pc:spChg chg="del mod">
          <ac:chgData name="WILLIAM RICARDO AGUILAR PIÑA" userId="25538c52-b196-49fc-9025-2dd86a54f18a" providerId="ADAL" clId="{56B36750-061F-4FAC-8450-D5B51DFDEE40}" dt="2019-03-18T16:15:03.020" v="6" actId="478"/>
          <ac:spMkLst>
            <pc:docMk/>
            <pc:sldMk cId="2293670241" sldId="309"/>
            <ac:spMk id="22530" creationId="{00000000-0000-0000-0000-000000000000}"/>
          </ac:spMkLst>
        </pc:spChg>
        <pc:picChg chg="mod">
          <ac:chgData name="WILLIAM RICARDO AGUILAR PIÑA" userId="25538c52-b196-49fc-9025-2dd86a54f18a" providerId="ADAL" clId="{56B36750-061F-4FAC-8450-D5B51DFDEE40}" dt="2019-03-18T16:35:22.969" v="218"/>
          <ac:picMkLst>
            <pc:docMk/>
            <pc:sldMk cId="2293670241" sldId="309"/>
            <ac:picMk id="2" creationId="{3800CC5E-7BFF-41C2-880D-C9C4618A7F07}"/>
          </ac:picMkLst>
        </pc:picChg>
        <pc:picChg chg="mod">
          <ac:chgData name="WILLIAM RICARDO AGUILAR PIÑA" userId="25538c52-b196-49fc-9025-2dd86a54f18a" providerId="ADAL" clId="{56B36750-061F-4FAC-8450-D5B51DFDEE40}" dt="2019-03-18T16:35:28.696" v="219"/>
          <ac:picMkLst>
            <pc:docMk/>
            <pc:sldMk cId="2293670241" sldId="309"/>
            <ac:picMk id="5" creationId="{00000000-0000-0000-0000-000000000000}"/>
          </ac:picMkLst>
        </pc:picChg>
        <pc:picChg chg="mod">
          <ac:chgData name="WILLIAM RICARDO AGUILAR PIÑA" userId="25538c52-b196-49fc-9025-2dd86a54f18a" providerId="ADAL" clId="{56B36750-061F-4FAC-8450-D5B51DFDEE40}" dt="2019-03-18T16:35:41.114" v="221" actId="1076"/>
          <ac:picMkLst>
            <pc:docMk/>
            <pc:sldMk cId="2293670241" sldId="309"/>
            <ac:picMk id="6" creationId="{00000000-0000-0000-0000-000000000000}"/>
          </ac:picMkLst>
        </pc:picChg>
        <pc:picChg chg="add">
          <ac:chgData name="WILLIAM RICARDO AGUILAR PIÑA" userId="25538c52-b196-49fc-9025-2dd86a54f18a" providerId="ADAL" clId="{56B36750-061F-4FAC-8450-D5B51DFDEE40}" dt="2019-03-18T16:18:48.058" v="46"/>
          <ac:picMkLst>
            <pc:docMk/>
            <pc:sldMk cId="2293670241" sldId="309"/>
            <ac:picMk id="11" creationId="{5DCA699C-2C18-4B17-B210-27C5BC892548}"/>
          </ac:picMkLst>
        </pc:picChg>
        <pc:cxnChg chg="mod">
          <ac:chgData name="WILLIAM RICARDO AGUILAR PIÑA" userId="25538c52-b196-49fc-9025-2dd86a54f18a" providerId="ADAL" clId="{56B36750-061F-4FAC-8450-D5B51DFDEE40}" dt="2019-03-18T16:36:46.204" v="251" actId="14100"/>
          <ac:cxnSpMkLst>
            <pc:docMk/>
            <pc:sldMk cId="2293670241" sldId="309"/>
            <ac:cxnSpMk id="7" creationId="{00000000-0000-0000-0000-000000000000}"/>
          </ac:cxnSpMkLst>
        </pc:cxnChg>
        <pc:cxnChg chg="mod">
          <ac:chgData name="WILLIAM RICARDO AGUILAR PIÑA" userId="25538c52-b196-49fc-9025-2dd86a54f18a" providerId="ADAL" clId="{56B36750-061F-4FAC-8450-D5B51DFDEE40}" dt="2019-03-18T16:24:55.493" v="199" actId="14100"/>
          <ac:cxnSpMkLst>
            <pc:docMk/>
            <pc:sldMk cId="2293670241" sldId="309"/>
            <ac:cxnSpMk id="10" creationId="{00000000-0000-0000-0000-000000000000}"/>
          </ac:cxnSpMkLst>
        </pc:cxnChg>
      </pc:sldChg>
      <pc:sldChg chg="addSp delSp modSp">
        <pc:chgData name="WILLIAM RICARDO AGUILAR PIÑA" userId="25538c52-b196-49fc-9025-2dd86a54f18a" providerId="ADAL" clId="{56B36750-061F-4FAC-8450-D5B51DFDEE40}" dt="2019-03-18T16:46:31.102" v="502" actId="1035"/>
        <pc:sldMkLst>
          <pc:docMk/>
          <pc:sldMk cId="2695036879" sldId="310"/>
        </pc:sldMkLst>
        <pc:spChg chg="mod">
          <ac:chgData name="WILLIAM RICARDO AGUILAR PIÑA" userId="25538c52-b196-49fc-9025-2dd86a54f18a" providerId="ADAL" clId="{56B36750-061F-4FAC-8450-D5B51DFDEE40}" dt="2019-03-18T16:46:27.633" v="490" actId="1035"/>
          <ac:spMkLst>
            <pc:docMk/>
            <pc:sldMk cId="2695036879" sldId="310"/>
            <ac:spMk id="5" creationId="{00000000-0000-0000-0000-000000000000}"/>
          </ac:spMkLst>
        </pc:spChg>
        <pc:spChg chg="add">
          <ac:chgData name="WILLIAM RICARDO AGUILAR PIÑA" userId="25538c52-b196-49fc-9025-2dd86a54f18a" providerId="ADAL" clId="{56B36750-061F-4FAC-8450-D5B51DFDEE40}" dt="2019-03-18T16:38:32.610" v="291"/>
          <ac:spMkLst>
            <pc:docMk/>
            <pc:sldMk cId="2695036879" sldId="310"/>
            <ac:spMk id="8" creationId="{4E109D68-5D23-4ED0-9F4D-90869A0B11C3}"/>
          </ac:spMkLst>
        </pc:spChg>
        <pc:spChg chg="del mod">
          <ac:chgData name="WILLIAM RICARDO AGUILAR PIÑA" userId="25538c52-b196-49fc-9025-2dd86a54f18a" providerId="ADAL" clId="{56B36750-061F-4FAC-8450-D5B51DFDEE40}" dt="2019-03-18T16:15:05.642" v="8" actId="478"/>
          <ac:spMkLst>
            <pc:docMk/>
            <pc:sldMk cId="2695036879" sldId="310"/>
            <ac:spMk id="22530" creationId="{00000000-0000-0000-0000-000000000000}"/>
          </ac:spMkLst>
        </pc:spChg>
        <pc:picChg chg="mod">
          <ac:chgData name="WILLIAM RICARDO AGUILAR PIÑA" userId="25538c52-b196-49fc-9025-2dd86a54f18a" providerId="ADAL" clId="{56B36750-061F-4FAC-8450-D5B51DFDEE40}" dt="2019-03-18T16:46:31.102" v="502" actId="1035"/>
          <ac:picMkLst>
            <pc:docMk/>
            <pc:sldMk cId="2695036879" sldId="310"/>
            <ac:picMk id="2" creationId="{00000000-0000-0000-0000-000000000000}"/>
          </ac:picMkLst>
        </pc:picChg>
        <pc:picChg chg="del mod">
          <ac:chgData name="WILLIAM RICARDO AGUILAR PIÑA" userId="25538c52-b196-49fc-9025-2dd86a54f18a" providerId="ADAL" clId="{56B36750-061F-4FAC-8450-D5B51DFDEE40}" dt="2019-03-18T16:38:26.660" v="290" actId="478"/>
          <ac:picMkLst>
            <pc:docMk/>
            <pc:sldMk cId="2695036879" sldId="310"/>
            <ac:picMk id="6" creationId="{00000000-0000-0000-0000-000000000000}"/>
          </ac:picMkLst>
        </pc:picChg>
        <pc:picChg chg="add">
          <ac:chgData name="WILLIAM RICARDO AGUILAR PIÑA" userId="25538c52-b196-49fc-9025-2dd86a54f18a" providerId="ADAL" clId="{56B36750-061F-4FAC-8450-D5B51DFDEE40}" dt="2019-03-18T16:18:49.172" v="48"/>
          <ac:picMkLst>
            <pc:docMk/>
            <pc:sldMk cId="2695036879" sldId="310"/>
            <ac:picMk id="7" creationId="{A0473213-36D3-4919-86A6-EDBA4C7E26DB}"/>
          </ac:picMkLst>
        </pc:picChg>
      </pc:sldChg>
      <pc:sldChg chg="addSp delSp modSp">
        <pc:chgData name="WILLIAM RICARDO AGUILAR PIÑA" userId="25538c52-b196-49fc-9025-2dd86a54f18a" providerId="ADAL" clId="{56B36750-061F-4FAC-8450-D5B51DFDEE40}" dt="2019-03-18T16:38:20.477" v="289" actId="1076"/>
        <pc:sldMkLst>
          <pc:docMk/>
          <pc:sldMk cId="3631669522" sldId="311"/>
        </pc:sldMkLst>
        <pc:spChg chg="mod">
          <ac:chgData name="WILLIAM RICARDO AGUILAR PIÑA" userId="25538c52-b196-49fc-9025-2dd86a54f18a" providerId="ADAL" clId="{56B36750-061F-4FAC-8450-D5B51DFDEE40}" dt="2019-03-18T16:14:51.704" v="2"/>
          <ac:spMkLst>
            <pc:docMk/>
            <pc:sldMk cId="3631669522" sldId="311"/>
            <ac:spMk id="6" creationId="{00000000-0000-0000-0000-000000000000}"/>
          </ac:spMkLst>
        </pc:spChg>
        <pc:spChg chg="mod">
          <ac:chgData name="WILLIAM RICARDO AGUILAR PIÑA" userId="25538c52-b196-49fc-9025-2dd86a54f18a" providerId="ADAL" clId="{56B36750-061F-4FAC-8450-D5B51DFDEE40}" dt="2019-03-18T16:37:34.192" v="271" actId="14100"/>
          <ac:spMkLst>
            <pc:docMk/>
            <pc:sldMk cId="3631669522" sldId="311"/>
            <ac:spMk id="8" creationId="{00000000-0000-0000-0000-000000000000}"/>
          </ac:spMkLst>
        </pc:spChg>
        <pc:spChg chg="mod">
          <ac:chgData name="WILLIAM RICARDO AGUILAR PIÑA" userId="25538c52-b196-49fc-9025-2dd86a54f18a" providerId="ADAL" clId="{56B36750-061F-4FAC-8450-D5B51DFDEE40}" dt="2019-03-18T16:14:51.704" v="2"/>
          <ac:spMkLst>
            <pc:docMk/>
            <pc:sldMk cId="3631669522" sldId="311"/>
            <ac:spMk id="12" creationId="{00000000-0000-0000-0000-000000000000}"/>
          </ac:spMkLst>
        </pc:spChg>
        <pc:spChg chg="add">
          <ac:chgData name="WILLIAM RICARDO AGUILAR PIÑA" userId="25538c52-b196-49fc-9025-2dd86a54f18a" providerId="ADAL" clId="{56B36750-061F-4FAC-8450-D5B51DFDEE40}" dt="2019-03-18T16:36:52.059" v="252"/>
          <ac:spMkLst>
            <pc:docMk/>
            <pc:sldMk cId="3631669522" sldId="311"/>
            <ac:spMk id="13" creationId="{CC4F012B-A377-4AB3-BAE9-BC2ADAADD79B}"/>
          </ac:spMkLst>
        </pc:spChg>
        <pc:spChg chg="del mod">
          <ac:chgData name="WILLIAM RICARDO AGUILAR PIÑA" userId="25538c52-b196-49fc-9025-2dd86a54f18a" providerId="ADAL" clId="{56B36750-061F-4FAC-8450-D5B51DFDEE40}" dt="2019-03-18T16:15:04.245" v="7" actId="478"/>
          <ac:spMkLst>
            <pc:docMk/>
            <pc:sldMk cId="3631669522" sldId="311"/>
            <ac:spMk id="22530" creationId="{00000000-0000-0000-0000-000000000000}"/>
          </ac:spMkLst>
        </pc:spChg>
        <pc:grpChg chg="mod">
          <ac:chgData name="WILLIAM RICARDO AGUILAR PIÑA" userId="25538c52-b196-49fc-9025-2dd86a54f18a" providerId="ADAL" clId="{56B36750-061F-4FAC-8450-D5B51DFDEE40}" dt="2019-03-18T16:37:31.899" v="270" actId="14100"/>
          <ac:grpSpMkLst>
            <pc:docMk/>
            <pc:sldMk cId="3631669522" sldId="311"/>
            <ac:grpSpMk id="11" creationId="{B1764C3B-EF05-4EFC-93C0-0BE841363F2A}"/>
          </ac:grpSpMkLst>
        </pc:grpChg>
        <pc:picChg chg="add">
          <ac:chgData name="WILLIAM RICARDO AGUILAR PIÑA" userId="25538c52-b196-49fc-9025-2dd86a54f18a" providerId="ADAL" clId="{56B36750-061F-4FAC-8450-D5B51DFDEE40}" dt="2019-03-18T16:18:48.625" v="47"/>
          <ac:picMkLst>
            <pc:docMk/>
            <pc:sldMk cId="3631669522" sldId="311"/>
            <ac:picMk id="10" creationId="{41634ADC-BF0E-48A9-AB00-5483626659B0}"/>
          </ac:picMkLst>
        </pc:picChg>
        <pc:picChg chg="add mod">
          <ac:chgData name="WILLIAM RICARDO AGUILAR PIÑA" userId="25538c52-b196-49fc-9025-2dd86a54f18a" providerId="ADAL" clId="{56B36750-061F-4FAC-8450-D5B51DFDEE40}" dt="2019-03-18T16:37:42.807" v="273" actId="1076"/>
          <ac:picMkLst>
            <pc:docMk/>
            <pc:sldMk cId="3631669522" sldId="311"/>
            <ac:picMk id="14" creationId="{4AE4D356-9124-4D0B-B8E5-6A57D81459E7}"/>
          </ac:picMkLst>
        </pc:picChg>
        <pc:picChg chg="add mod">
          <ac:chgData name="WILLIAM RICARDO AGUILAR PIÑA" userId="25538c52-b196-49fc-9025-2dd86a54f18a" providerId="ADAL" clId="{56B36750-061F-4FAC-8450-D5B51DFDEE40}" dt="2019-03-18T16:37:50.977" v="275" actId="1076"/>
          <ac:picMkLst>
            <pc:docMk/>
            <pc:sldMk cId="3631669522" sldId="311"/>
            <ac:picMk id="15" creationId="{6DADC396-F53E-4651-8F99-B767C1EF635C}"/>
          </ac:picMkLst>
        </pc:picChg>
        <pc:picChg chg="add mod">
          <ac:chgData name="WILLIAM RICARDO AGUILAR PIÑA" userId="25538c52-b196-49fc-9025-2dd86a54f18a" providerId="ADAL" clId="{56B36750-061F-4FAC-8450-D5B51DFDEE40}" dt="2019-03-18T16:37:54.915" v="277" actId="1076"/>
          <ac:picMkLst>
            <pc:docMk/>
            <pc:sldMk cId="3631669522" sldId="311"/>
            <ac:picMk id="16" creationId="{4BC7F91E-34BD-48C9-B3F6-864E53A8D625}"/>
          </ac:picMkLst>
        </pc:picChg>
        <pc:picChg chg="add mod">
          <ac:chgData name="WILLIAM RICARDO AGUILAR PIÑA" userId="25538c52-b196-49fc-9025-2dd86a54f18a" providerId="ADAL" clId="{56B36750-061F-4FAC-8450-D5B51DFDEE40}" dt="2019-03-18T16:37:58.022" v="279" actId="1076"/>
          <ac:picMkLst>
            <pc:docMk/>
            <pc:sldMk cId="3631669522" sldId="311"/>
            <ac:picMk id="17" creationId="{5EE72990-0C5E-4692-88C8-12D802F149BF}"/>
          </ac:picMkLst>
        </pc:picChg>
        <pc:picChg chg="add mod">
          <ac:chgData name="WILLIAM RICARDO AGUILAR PIÑA" userId="25538c52-b196-49fc-9025-2dd86a54f18a" providerId="ADAL" clId="{56B36750-061F-4FAC-8450-D5B51DFDEE40}" dt="2019-03-18T16:38:03.407" v="281" actId="1076"/>
          <ac:picMkLst>
            <pc:docMk/>
            <pc:sldMk cId="3631669522" sldId="311"/>
            <ac:picMk id="18" creationId="{9C6F14E1-2284-498D-83A9-492534BF38C7}"/>
          </ac:picMkLst>
        </pc:picChg>
        <pc:picChg chg="add mod">
          <ac:chgData name="WILLIAM RICARDO AGUILAR PIÑA" userId="25538c52-b196-49fc-9025-2dd86a54f18a" providerId="ADAL" clId="{56B36750-061F-4FAC-8450-D5B51DFDEE40}" dt="2019-03-18T16:38:07.177" v="283" actId="1076"/>
          <ac:picMkLst>
            <pc:docMk/>
            <pc:sldMk cId="3631669522" sldId="311"/>
            <ac:picMk id="19" creationId="{EE74A87A-D884-4D2B-B097-B13C8089783E}"/>
          </ac:picMkLst>
        </pc:picChg>
        <pc:picChg chg="add mod">
          <ac:chgData name="WILLIAM RICARDO AGUILAR PIÑA" userId="25538c52-b196-49fc-9025-2dd86a54f18a" providerId="ADAL" clId="{56B36750-061F-4FAC-8450-D5B51DFDEE40}" dt="2019-03-18T16:38:14.360" v="285" actId="1076"/>
          <ac:picMkLst>
            <pc:docMk/>
            <pc:sldMk cId="3631669522" sldId="311"/>
            <ac:picMk id="20" creationId="{075461CE-3077-4F08-9819-B02A2D304252}"/>
          </ac:picMkLst>
        </pc:picChg>
        <pc:picChg chg="add mod">
          <ac:chgData name="WILLIAM RICARDO AGUILAR PIÑA" userId="25538c52-b196-49fc-9025-2dd86a54f18a" providerId="ADAL" clId="{56B36750-061F-4FAC-8450-D5B51DFDEE40}" dt="2019-03-18T16:38:17.407" v="287" actId="1076"/>
          <ac:picMkLst>
            <pc:docMk/>
            <pc:sldMk cId="3631669522" sldId="311"/>
            <ac:picMk id="21" creationId="{1EA20268-9049-4009-A3BD-B24B3C71FB4E}"/>
          </ac:picMkLst>
        </pc:picChg>
        <pc:picChg chg="add mod">
          <ac:chgData name="WILLIAM RICARDO AGUILAR PIÑA" userId="25538c52-b196-49fc-9025-2dd86a54f18a" providerId="ADAL" clId="{56B36750-061F-4FAC-8450-D5B51DFDEE40}" dt="2019-03-18T16:38:20.477" v="289" actId="1076"/>
          <ac:picMkLst>
            <pc:docMk/>
            <pc:sldMk cId="3631669522" sldId="311"/>
            <ac:picMk id="22" creationId="{D6FEA0B0-A95F-4542-B226-C89A16BA928E}"/>
          </ac:picMkLst>
        </pc:picChg>
      </pc:sldChg>
      <pc:sldChg chg="addSp delSp modSp">
        <pc:chgData name="WILLIAM RICARDO AGUILAR PIÑA" userId="25538c52-b196-49fc-9025-2dd86a54f18a" providerId="ADAL" clId="{56B36750-061F-4FAC-8450-D5B51DFDEE40}" dt="2019-03-18T16:41:28.399" v="367" actId="14100"/>
        <pc:sldMkLst>
          <pc:docMk/>
          <pc:sldMk cId="4230018552" sldId="312"/>
        </pc:sldMkLst>
        <pc:spChg chg="mod">
          <ac:chgData name="WILLIAM RICARDO AGUILAR PIÑA" userId="25538c52-b196-49fc-9025-2dd86a54f18a" providerId="ADAL" clId="{56B36750-061F-4FAC-8450-D5B51DFDEE40}" dt="2019-03-18T16:40:45.783" v="337" actId="164"/>
          <ac:spMkLst>
            <pc:docMk/>
            <pc:sldMk cId="4230018552" sldId="312"/>
            <ac:spMk id="4" creationId="{6A8D5176-1613-4AB5-B3BB-77168B2AAA5A}"/>
          </ac:spMkLst>
        </pc:spChg>
        <pc:spChg chg="mod">
          <ac:chgData name="WILLIAM RICARDO AGUILAR PIÑA" userId="25538c52-b196-49fc-9025-2dd86a54f18a" providerId="ADAL" clId="{56B36750-061F-4FAC-8450-D5B51DFDEE40}" dt="2019-03-18T16:40:04.353" v="329" actId="2711"/>
          <ac:spMkLst>
            <pc:docMk/>
            <pc:sldMk cId="4230018552" sldId="312"/>
            <ac:spMk id="5" creationId="{00000000-0000-0000-0000-000000000000}"/>
          </ac:spMkLst>
        </pc:spChg>
        <pc:spChg chg="mod">
          <ac:chgData name="WILLIAM RICARDO AGUILAR PIÑA" userId="25538c52-b196-49fc-9025-2dd86a54f18a" providerId="ADAL" clId="{56B36750-061F-4FAC-8450-D5B51DFDEE40}" dt="2019-03-18T16:40:30.106" v="332" actId="255"/>
          <ac:spMkLst>
            <pc:docMk/>
            <pc:sldMk cId="4230018552" sldId="312"/>
            <ac:spMk id="8" creationId="{DEFF087D-DACA-4304-B297-53367DE767A5}"/>
          </ac:spMkLst>
        </pc:spChg>
        <pc:spChg chg="mod">
          <ac:chgData name="WILLIAM RICARDO AGUILAR PIÑA" userId="25538c52-b196-49fc-9025-2dd86a54f18a" providerId="ADAL" clId="{56B36750-061F-4FAC-8450-D5B51DFDEE40}" dt="2019-03-18T16:40:30.106" v="332" actId="255"/>
          <ac:spMkLst>
            <pc:docMk/>
            <pc:sldMk cId="4230018552" sldId="312"/>
            <ac:spMk id="9" creationId="{379BD8AE-58BF-4074-B0CA-26AE5F8613BD}"/>
          </ac:spMkLst>
        </pc:spChg>
        <pc:spChg chg="mod">
          <ac:chgData name="WILLIAM RICARDO AGUILAR PIÑA" userId="25538c52-b196-49fc-9025-2dd86a54f18a" providerId="ADAL" clId="{56B36750-061F-4FAC-8450-D5B51DFDEE40}" dt="2019-03-18T16:40:30.106" v="332" actId="255"/>
          <ac:spMkLst>
            <pc:docMk/>
            <pc:sldMk cId="4230018552" sldId="312"/>
            <ac:spMk id="11" creationId="{EA818BB3-09AE-4D6E-A4FD-0FB2CB5634FC}"/>
          </ac:spMkLst>
        </pc:spChg>
        <pc:spChg chg="mod">
          <ac:chgData name="WILLIAM RICARDO AGUILAR PIÑA" userId="25538c52-b196-49fc-9025-2dd86a54f18a" providerId="ADAL" clId="{56B36750-061F-4FAC-8450-D5B51DFDEE40}" dt="2019-03-18T16:40:30.106" v="332" actId="255"/>
          <ac:spMkLst>
            <pc:docMk/>
            <pc:sldMk cId="4230018552" sldId="312"/>
            <ac:spMk id="14" creationId="{689B6B03-6642-4E3B-88BD-25B5DFCF2194}"/>
          </ac:spMkLst>
        </pc:spChg>
        <pc:spChg chg="mod">
          <ac:chgData name="WILLIAM RICARDO AGUILAR PIÑA" userId="25538c52-b196-49fc-9025-2dd86a54f18a" providerId="ADAL" clId="{56B36750-061F-4FAC-8450-D5B51DFDEE40}" dt="2019-03-18T16:40:30.106" v="332" actId="255"/>
          <ac:spMkLst>
            <pc:docMk/>
            <pc:sldMk cId="4230018552" sldId="312"/>
            <ac:spMk id="16" creationId="{5517EB0B-2E97-46D2-92A5-9D6357BFFB5B}"/>
          </ac:spMkLst>
        </pc:spChg>
        <pc:spChg chg="mod">
          <ac:chgData name="WILLIAM RICARDO AGUILAR PIÑA" userId="25538c52-b196-49fc-9025-2dd86a54f18a" providerId="ADAL" clId="{56B36750-061F-4FAC-8450-D5B51DFDEE40}" dt="2019-03-18T16:40:30.106" v="332" actId="255"/>
          <ac:spMkLst>
            <pc:docMk/>
            <pc:sldMk cId="4230018552" sldId="312"/>
            <ac:spMk id="18" creationId="{197E677C-43D5-4725-AFBF-3A1AD17399F9}"/>
          </ac:spMkLst>
        </pc:spChg>
        <pc:spChg chg="mod">
          <ac:chgData name="WILLIAM RICARDO AGUILAR PIÑA" userId="25538c52-b196-49fc-9025-2dd86a54f18a" providerId="ADAL" clId="{56B36750-061F-4FAC-8450-D5B51DFDEE40}" dt="2019-03-18T16:40:30.106" v="332" actId="255"/>
          <ac:spMkLst>
            <pc:docMk/>
            <pc:sldMk cId="4230018552" sldId="312"/>
            <ac:spMk id="19" creationId="{72FFCF56-A6C9-407C-98A4-0650FFA51C95}"/>
          </ac:spMkLst>
        </pc:spChg>
        <pc:spChg chg="mod">
          <ac:chgData name="WILLIAM RICARDO AGUILAR PIÑA" userId="25538c52-b196-49fc-9025-2dd86a54f18a" providerId="ADAL" clId="{56B36750-061F-4FAC-8450-D5B51DFDEE40}" dt="2019-03-18T16:40:30.106" v="332" actId="255"/>
          <ac:spMkLst>
            <pc:docMk/>
            <pc:sldMk cId="4230018552" sldId="312"/>
            <ac:spMk id="20" creationId="{85F036EE-9A8C-4852-BED0-98A92E584EEE}"/>
          </ac:spMkLst>
        </pc:spChg>
        <pc:spChg chg="mod">
          <ac:chgData name="WILLIAM RICARDO AGUILAR PIÑA" userId="25538c52-b196-49fc-9025-2dd86a54f18a" providerId="ADAL" clId="{56B36750-061F-4FAC-8450-D5B51DFDEE40}" dt="2019-03-18T16:40:30.106" v="332" actId="255"/>
          <ac:spMkLst>
            <pc:docMk/>
            <pc:sldMk cId="4230018552" sldId="312"/>
            <ac:spMk id="25" creationId="{517614AC-1B30-42BA-B87D-A2002078E0CD}"/>
          </ac:spMkLst>
        </pc:spChg>
        <pc:spChg chg="mod">
          <ac:chgData name="WILLIAM RICARDO AGUILAR PIÑA" userId="25538c52-b196-49fc-9025-2dd86a54f18a" providerId="ADAL" clId="{56B36750-061F-4FAC-8450-D5B51DFDEE40}" dt="2019-03-18T16:40:30.106" v="332" actId="255"/>
          <ac:spMkLst>
            <pc:docMk/>
            <pc:sldMk cId="4230018552" sldId="312"/>
            <ac:spMk id="26" creationId="{83E5C22A-591E-456B-BF81-29930641C2CF}"/>
          </ac:spMkLst>
        </pc:spChg>
        <pc:spChg chg="mod">
          <ac:chgData name="WILLIAM RICARDO AGUILAR PIÑA" userId="25538c52-b196-49fc-9025-2dd86a54f18a" providerId="ADAL" clId="{56B36750-061F-4FAC-8450-D5B51DFDEE40}" dt="2019-03-18T16:40:30.106" v="332" actId="255"/>
          <ac:spMkLst>
            <pc:docMk/>
            <pc:sldMk cId="4230018552" sldId="312"/>
            <ac:spMk id="27" creationId="{682B1E60-3F40-4017-ACB1-441687A89121}"/>
          </ac:spMkLst>
        </pc:spChg>
        <pc:spChg chg="mod">
          <ac:chgData name="WILLIAM RICARDO AGUILAR PIÑA" userId="25538c52-b196-49fc-9025-2dd86a54f18a" providerId="ADAL" clId="{56B36750-061F-4FAC-8450-D5B51DFDEE40}" dt="2019-03-18T16:40:30.106" v="332" actId="255"/>
          <ac:spMkLst>
            <pc:docMk/>
            <pc:sldMk cId="4230018552" sldId="312"/>
            <ac:spMk id="29" creationId="{DBF5F982-A9D9-4C9A-BBD2-CCD169507D88}"/>
          </ac:spMkLst>
        </pc:spChg>
        <pc:spChg chg="mod">
          <ac:chgData name="WILLIAM RICARDO AGUILAR PIÑA" userId="25538c52-b196-49fc-9025-2dd86a54f18a" providerId="ADAL" clId="{56B36750-061F-4FAC-8450-D5B51DFDEE40}" dt="2019-03-18T16:40:30.106" v="332" actId="255"/>
          <ac:spMkLst>
            <pc:docMk/>
            <pc:sldMk cId="4230018552" sldId="312"/>
            <ac:spMk id="30" creationId="{D8F58C59-94B6-4CFC-BE32-9D3D64C3EE4A}"/>
          </ac:spMkLst>
        </pc:spChg>
        <pc:spChg chg="mod">
          <ac:chgData name="WILLIAM RICARDO AGUILAR PIÑA" userId="25538c52-b196-49fc-9025-2dd86a54f18a" providerId="ADAL" clId="{56B36750-061F-4FAC-8450-D5B51DFDEE40}" dt="2019-03-18T16:40:30.106" v="332" actId="255"/>
          <ac:spMkLst>
            <pc:docMk/>
            <pc:sldMk cId="4230018552" sldId="312"/>
            <ac:spMk id="31" creationId="{D935E8EC-672E-4106-95A7-32ACBFD365B7}"/>
          </ac:spMkLst>
        </pc:spChg>
        <pc:spChg chg="mod">
          <ac:chgData name="WILLIAM RICARDO AGUILAR PIÑA" userId="25538c52-b196-49fc-9025-2dd86a54f18a" providerId="ADAL" clId="{56B36750-061F-4FAC-8450-D5B51DFDEE40}" dt="2019-03-18T16:40:30.106" v="332" actId="255"/>
          <ac:spMkLst>
            <pc:docMk/>
            <pc:sldMk cId="4230018552" sldId="312"/>
            <ac:spMk id="33" creationId="{352BEB53-0FF0-4BA0-9983-962AA14570EF}"/>
          </ac:spMkLst>
        </pc:spChg>
        <pc:spChg chg="mod">
          <ac:chgData name="WILLIAM RICARDO AGUILAR PIÑA" userId="25538c52-b196-49fc-9025-2dd86a54f18a" providerId="ADAL" clId="{56B36750-061F-4FAC-8450-D5B51DFDEE40}" dt="2019-03-18T16:41:16.217" v="364" actId="1035"/>
          <ac:spMkLst>
            <pc:docMk/>
            <pc:sldMk cId="4230018552" sldId="312"/>
            <ac:spMk id="36" creationId="{58F5F45E-7557-404C-B589-87E666E36008}"/>
          </ac:spMkLst>
        </pc:spChg>
        <pc:spChg chg="mod">
          <ac:chgData name="WILLIAM RICARDO AGUILAR PIÑA" userId="25538c52-b196-49fc-9025-2dd86a54f18a" providerId="ADAL" clId="{56B36750-061F-4FAC-8450-D5B51DFDEE40}" dt="2019-03-18T16:41:28.399" v="367" actId="14100"/>
          <ac:spMkLst>
            <pc:docMk/>
            <pc:sldMk cId="4230018552" sldId="312"/>
            <ac:spMk id="40" creationId="{563DF829-F97B-424B-A96D-B4A101346BF3}"/>
          </ac:spMkLst>
        </pc:spChg>
        <pc:spChg chg="mod">
          <ac:chgData name="WILLIAM RICARDO AGUILAR PIÑA" userId="25538c52-b196-49fc-9025-2dd86a54f18a" providerId="ADAL" clId="{56B36750-061F-4FAC-8450-D5B51DFDEE40}" dt="2019-03-18T16:40:30.106" v="332" actId="255"/>
          <ac:spMkLst>
            <pc:docMk/>
            <pc:sldMk cId="4230018552" sldId="312"/>
            <ac:spMk id="41" creationId="{7B035E00-94B2-493D-8F1D-2F5588A5068B}"/>
          </ac:spMkLst>
        </pc:spChg>
        <pc:spChg chg="mod">
          <ac:chgData name="WILLIAM RICARDO AGUILAR PIÑA" userId="25538c52-b196-49fc-9025-2dd86a54f18a" providerId="ADAL" clId="{56B36750-061F-4FAC-8450-D5B51DFDEE40}" dt="2019-03-18T16:40:30.106" v="332" actId="255"/>
          <ac:spMkLst>
            <pc:docMk/>
            <pc:sldMk cId="4230018552" sldId="312"/>
            <ac:spMk id="42" creationId="{9B3B8B53-7E70-481B-865C-99D42C2467CB}"/>
          </ac:spMkLst>
        </pc:spChg>
        <pc:spChg chg="mod">
          <ac:chgData name="WILLIAM RICARDO AGUILAR PIÑA" userId="25538c52-b196-49fc-9025-2dd86a54f18a" providerId="ADAL" clId="{56B36750-061F-4FAC-8450-D5B51DFDEE40}" dt="2019-03-18T16:41:23.322" v="366" actId="14100"/>
          <ac:spMkLst>
            <pc:docMk/>
            <pc:sldMk cId="4230018552" sldId="312"/>
            <ac:spMk id="44" creationId="{39626397-EE12-4B2A-AA98-0A12CED8FDC0}"/>
          </ac:spMkLst>
        </pc:spChg>
        <pc:spChg chg="mod">
          <ac:chgData name="WILLIAM RICARDO AGUILAR PIÑA" userId="25538c52-b196-49fc-9025-2dd86a54f18a" providerId="ADAL" clId="{56B36750-061F-4FAC-8450-D5B51DFDEE40}" dt="2019-03-18T16:41:02.830" v="339" actId="14100"/>
          <ac:spMkLst>
            <pc:docMk/>
            <pc:sldMk cId="4230018552" sldId="312"/>
            <ac:spMk id="45" creationId="{451B9CA5-1FB2-4B7B-A280-E98FE13CDA0B}"/>
          </ac:spMkLst>
        </pc:spChg>
        <pc:spChg chg="mod">
          <ac:chgData name="WILLIAM RICARDO AGUILAR PIÑA" userId="25538c52-b196-49fc-9025-2dd86a54f18a" providerId="ADAL" clId="{56B36750-061F-4FAC-8450-D5B51DFDEE40}" dt="2019-03-18T16:40:45.783" v="337" actId="164"/>
          <ac:spMkLst>
            <pc:docMk/>
            <pc:sldMk cId="4230018552" sldId="312"/>
            <ac:spMk id="47" creationId="{0343ACBA-3160-45AB-A705-AD7D3F86B87E}"/>
          </ac:spMkLst>
        </pc:spChg>
        <pc:spChg chg="mod">
          <ac:chgData name="WILLIAM RICARDO AGUILAR PIÑA" userId="25538c52-b196-49fc-9025-2dd86a54f18a" providerId="ADAL" clId="{56B36750-061F-4FAC-8450-D5B51DFDEE40}" dt="2019-03-18T16:40:45.783" v="337" actId="164"/>
          <ac:spMkLst>
            <pc:docMk/>
            <pc:sldMk cId="4230018552" sldId="312"/>
            <ac:spMk id="48" creationId="{219CA3E9-A33A-4B50-AA3C-9EBC3C0B1942}"/>
          </ac:spMkLst>
        </pc:spChg>
        <pc:spChg chg="mod">
          <ac:chgData name="WILLIAM RICARDO AGUILAR PIÑA" userId="25538c52-b196-49fc-9025-2dd86a54f18a" providerId="ADAL" clId="{56B36750-061F-4FAC-8450-D5B51DFDEE40}" dt="2019-03-18T16:40:45.783" v="337" actId="164"/>
          <ac:spMkLst>
            <pc:docMk/>
            <pc:sldMk cId="4230018552" sldId="312"/>
            <ac:spMk id="49" creationId="{9A0BE1FB-4625-43B5-A280-51B92C49E180}"/>
          </ac:spMkLst>
        </pc:spChg>
        <pc:spChg chg="mod">
          <ac:chgData name="WILLIAM RICARDO AGUILAR PIÑA" userId="25538c52-b196-49fc-9025-2dd86a54f18a" providerId="ADAL" clId="{56B36750-061F-4FAC-8450-D5B51DFDEE40}" dt="2019-03-18T16:40:45.783" v="337" actId="164"/>
          <ac:spMkLst>
            <pc:docMk/>
            <pc:sldMk cId="4230018552" sldId="312"/>
            <ac:spMk id="50" creationId="{788932EF-CD43-49B1-9DFF-790AF12D1D51}"/>
          </ac:spMkLst>
        </pc:spChg>
        <pc:spChg chg="add mod">
          <ac:chgData name="WILLIAM RICARDO AGUILAR PIÑA" userId="25538c52-b196-49fc-9025-2dd86a54f18a" providerId="ADAL" clId="{56B36750-061F-4FAC-8450-D5B51DFDEE40}" dt="2019-03-18T16:40:04.353" v="329" actId="2711"/>
          <ac:spMkLst>
            <pc:docMk/>
            <pc:sldMk cId="4230018552" sldId="312"/>
            <ac:spMk id="52" creationId="{4ABD25D7-7870-40A0-B527-1E7F08879EFB}"/>
          </ac:spMkLst>
        </pc:spChg>
        <pc:spChg chg="del mod">
          <ac:chgData name="WILLIAM RICARDO AGUILAR PIÑA" userId="25538c52-b196-49fc-9025-2dd86a54f18a" providerId="ADAL" clId="{56B36750-061F-4FAC-8450-D5B51DFDEE40}" dt="2019-03-18T16:15:07.083" v="9" actId="478"/>
          <ac:spMkLst>
            <pc:docMk/>
            <pc:sldMk cId="4230018552" sldId="312"/>
            <ac:spMk id="22530" creationId="{00000000-0000-0000-0000-000000000000}"/>
          </ac:spMkLst>
        </pc:spChg>
        <pc:grpChg chg="add mod">
          <ac:chgData name="WILLIAM RICARDO AGUILAR PIÑA" userId="25538c52-b196-49fc-9025-2dd86a54f18a" providerId="ADAL" clId="{56B36750-061F-4FAC-8450-D5B51DFDEE40}" dt="2019-03-18T16:40:47.695" v="338" actId="1076"/>
          <ac:grpSpMkLst>
            <pc:docMk/>
            <pc:sldMk cId="4230018552" sldId="312"/>
            <ac:grpSpMk id="2" creationId="{2C06F352-8023-43AF-8359-71448B7A1D1F}"/>
          </ac:grpSpMkLst>
        </pc:grpChg>
        <pc:grpChg chg="add del mod">
          <ac:chgData name="WILLIAM RICARDO AGUILAR PIÑA" userId="25538c52-b196-49fc-9025-2dd86a54f18a" providerId="ADAL" clId="{56B36750-061F-4FAC-8450-D5B51DFDEE40}" dt="2019-03-18T16:40:45.783" v="337" actId="164"/>
          <ac:grpSpMkLst>
            <pc:docMk/>
            <pc:sldMk cId="4230018552" sldId="312"/>
            <ac:grpSpMk id="7" creationId="{BDC90620-A37A-4E00-B162-E3100AC567F2}"/>
          </ac:grpSpMkLst>
        </pc:grpChg>
        <pc:picChg chg="add">
          <ac:chgData name="WILLIAM RICARDO AGUILAR PIÑA" userId="25538c52-b196-49fc-9025-2dd86a54f18a" providerId="ADAL" clId="{56B36750-061F-4FAC-8450-D5B51DFDEE40}" dt="2019-03-18T16:18:49.814" v="49"/>
          <ac:picMkLst>
            <pc:docMk/>
            <pc:sldMk cId="4230018552" sldId="312"/>
            <ac:picMk id="51" creationId="{04409BA9-4761-4393-A631-FB629D5FB1BA}"/>
          </ac:picMkLst>
        </pc:picChg>
        <pc:cxnChg chg="mod">
          <ac:chgData name="WILLIAM RICARDO AGUILAR PIÑA" userId="25538c52-b196-49fc-9025-2dd86a54f18a" providerId="ADAL" clId="{56B36750-061F-4FAC-8450-D5B51DFDEE40}" dt="2019-03-18T16:41:10.457" v="348" actId="1037"/>
          <ac:cxnSpMkLst>
            <pc:docMk/>
            <pc:sldMk cId="4230018552" sldId="312"/>
            <ac:cxnSpMk id="37" creationId="{F74BA5E7-9014-4DFB-88D5-8631408C7016}"/>
          </ac:cxnSpMkLst>
        </pc:cxnChg>
      </pc:sldChg>
      <pc:sldChg chg="delSp modSp del">
        <pc:chgData name="WILLIAM RICARDO AGUILAR PIÑA" userId="25538c52-b196-49fc-9025-2dd86a54f18a" providerId="ADAL" clId="{56B36750-061F-4FAC-8450-D5B51DFDEE40}" dt="2019-03-18T16:15:10.081" v="12" actId="2696"/>
        <pc:sldMkLst>
          <pc:docMk/>
          <pc:sldMk cId="2186527381" sldId="313"/>
        </pc:sldMkLst>
        <pc:spChg chg="mod">
          <ac:chgData name="WILLIAM RICARDO AGUILAR PIÑA" userId="25538c52-b196-49fc-9025-2dd86a54f18a" providerId="ADAL" clId="{56B36750-061F-4FAC-8450-D5B51DFDEE40}" dt="2019-03-18T16:14:51.704" v="2"/>
          <ac:spMkLst>
            <pc:docMk/>
            <pc:sldMk cId="2186527381" sldId="313"/>
            <ac:spMk id="7" creationId="{00000000-0000-0000-0000-000000000000}"/>
          </ac:spMkLst>
        </pc:spChg>
        <pc:spChg chg="del mod">
          <ac:chgData name="WILLIAM RICARDO AGUILAR PIÑA" userId="25538c52-b196-49fc-9025-2dd86a54f18a" providerId="ADAL" clId="{56B36750-061F-4FAC-8450-D5B51DFDEE40}" dt="2019-03-18T16:15:09.314" v="11" actId="478"/>
          <ac:spMkLst>
            <pc:docMk/>
            <pc:sldMk cId="2186527381" sldId="313"/>
            <ac:spMk id="22530" creationId="{00000000-0000-0000-0000-000000000000}"/>
          </ac:spMkLst>
        </pc:spChg>
      </pc:sldChg>
      <pc:sldChg chg="addSp delSp modSp">
        <pc:chgData name="WILLIAM RICARDO AGUILAR PIÑA" userId="25538c52-b196-49fc-9025-2dd86a54f18a" providerId="ADAL" clId="{56B36750-061F-4FAC-8450-D5B51DFDEE40}" dt="2019-03-18T16:45:58.360" v="445" actId="1076"/>
        <pc:sldMkLst>
          <pc:docMk/>
          <pc:sldMk cId="3179285108" sldId="314"/>
        </pc:sldMkLst>
        <pc:spChg chg="del mod">
          <ac:chgData name="WILLIAM RICARDO AGUILAR PIÑA" userId="25538c52-b196-49fc-9025-2dd86a54f18a" providerId="ADAL" clId="{56B36750-061F-4FAC-8450-D5B51DFDEE40}" dt="2019-03-18T16:45:54.430" v="439" actId="478"/>
          <ac:spMkLst>
            <pc:docMk/>
            <pc:sldMk cId="3179285108" sldId="314"/>
            <ac:spMk id="3" creationId="{00000000-0000-0000-0000-000000000000}"/>
          </ac:spMkLst>
        </pc:spChg>
        <pc:spChg chg="del mod">
          <ac:chgData name="WILLIAM RICARDO AGUILAR PIÑA" userId="25538c52-b196-49fc-9025-2dd86a54f18a" providerId="ADAL" clId="{56B36750-061F-4FAC-8450-D5B51DFDEE40}" dt="2019-03-18T16:42:00.745" v="374" actId="478"/>
          <ac:spMkLst>
            <pc:docMk/>
            <pc:sldMk cId="3179285108" sldId="314"/>
            <ac:spMk id="5" creationId="{00000000-0000-0000-0000-000000000000}"/>
          </ac:spMkLst>
        </pc:spChg>
        <pc:spChg chg="add mod">
          <ac:chgData name="WILLIAM RICARDO AGUILAR PIÑA" userId="25538c52-b196-49fc-9025-2dd86a54f18a" providerId="ADAL" clId="{56B36750-061F-4FAC-8450-D5B51DFDEE40}" dt="2019-03-18T16:41:49.082" v="373" actId="2711"/>
          <ac:spMkLst>
            <pc:docMk/>
            <pc:sldMk cId="3179285108" sldId="314"/>
            <ac:spMk id="9" creationId="{CA1D40E3-F027-4D29-84EF-389DDCE92518}"/>
          </ac:spMkLst>
        </pc:spChg>
        <pc:spChg chg="del mod">
          <ac:chgData name="WILLIAM RICARDO AGUILAR PIÑA" userId="25538c52-b196-49fc-9025-2dd86a54f18a" providerId="ADAL" clId="{56B36750-061F-4FAC-8450-D5B51DFDEE40}" dt="2019-03-18T16:15:08.150" v="10" actId="478"/>
          <ac:spMkLst>
            <pc:docMk/>
            <pc:sldMk cId="3179285108" sldId="314"/>
            <ac:spMk id="22530" creationId="{00000000-0000-0000-0000-000000000000}"/>
          </ac:spMkLst>
        </pc:spChg>
        <pc:picChg chg="mod">
          <ac:chgData name="WILLIAM RICARDO AGUILAR PIÑA" userId="25538c52-b196-49fc-9025-2dd86a54f18a" providerId="ADAL" clId="{56B36750-061F-4FAC-8450-D5B51DFDEE40}" dt="2019-03-18T16:45:58.360" v="445" actId="1076"/>
          <ac:picMkLst>
            <pc:docMk/>
            <pc:sldMk cId="3179285108" sldId="314"/>
            <ac:picMk id="2" creationId="{00000000-0000-0000-0000-000000000000}"/>
          </ac:picMkLst>
        </pc:picChg>
        <pc:picChg chg="del mod">
          <ac:chgData name="WILLIAM RICARDO AGUILAR PIÑA" userId="25538c52-b196-49fc-9025-2dd86a54f18a" providerId="ADAL" clId="{56B36750-061F-4FAC-8450-D5B51DFDEE40}" dt="2019-03-18T16:41:38.896" v="371" actId="478"/>
          <ac:picMkLst>
            <pc:docMk/>
            <pc:sldMk cId="3179285108" sldId="314"/>
            <ac:picMk id="6" creationId="{00000000-0000-0000-0000-000000000000}"/>
          </ac:picMkLst>
        </pc:picChg>
        <pc:picChg chg="add">
          <ac:chgData name="WILLIAM RICARDO AGUILAR PIÑA" userId="25538c52-b196-49fc-9025-2dd86a54f18a" providerId="ADAL" clId="{56B36750-061F-4FAC-8450-D5B51DFDEE40}" dt="2019-03-18T16:18:50.492" v="50"/>
          <ac:picMkLst>
            <pc:docMk/>
            <pc:sldMk cId="3179285108" sldId="314"/>
            <ac:picMk id="7" creationId="{0ABAF1B4-7347-4CB2-99DB-8DE7E04B88F7}"/>
          </ac:picMkLst>
        </pc:picChg>
        <pc:picChg chg="add del">
          <ac:chgData name="WILLIAM RICARDO AGUILAR PIÑA" userId="25538c52-b196-49fc-9025-2dd86a54f18a" providerId="ADAL" clId="{56B36750-061F-4FAC-8450-D5B51DFDEE40}" dt="2019-03-18T16:18:52.009" v="52" actId="478"/>
          <ac:picMkLst>
            <pc:docMk/>
            <pc:sldMk cId="3179285108" sldId="314"/>
            <ac:picMk id="8" creationId="{77C87807-2C72-42EE-9182-E1C26ABA31BB}"/>
          </ac:picMkLst>
        </pc:picChg>
      </pc:sldChg>
      <pc:sldChg chg="addSp delSp modSp add">
        <pc:chgData name="WILLIAM RICARDO AGUILAR PIÑA" userId="25538c52-b196-49fc-9025-2dd86a54f18a" providerId="ADAL" clId="{56B36750-061F-4FAC-8450-D5B51DFDEE40}" dt="2019-03-18T20:41:24.300" v="521"/>
        <pc:sldMkLst>
          <pc:docMk/>
          <pc:sldMk cId="0" sldId="325"/>
        </pc:sldMkLst>
        <pc:spChg chg="add">
          <ac:chgData name="WILLIAM RICARDO AGUILAR PIÑA" userId="25538c52-b196-49fc-9025-2dd86a54f18a" providerId="ADAL" clId="{56B36750-061F-4FAC-8450-D5B51DFDEE40}" dt="2019-03-18T20:41:24.300" v="521"/>
          <ac:spMkLst>
            <pc:docMk/>
            <pc:sldMk cId="0" sldId="325"/>
            <ac:spMk id="8" creationId="{E64E95BA-1A19-400D-BE10-00D6CD33F0DE}"/>
          </ac:spMkLst>
        </pc:spChg>
        <pc:spChg chg="del">
          <ac:chgData name="WILLIAM RICARDO AGUILAR PIÑA" userId="25538c52-b196-49fc-9025-2dd86a54f18a" providerId="ADAL" clId="{56B36750-061F-4FAC-8450-D5B51DFDEE40}" dt="2019-03-18T20:41:19.595" v="520" actId="478"/>
          <ac:spMkLst>
            <pc:docMk/>
            <pc:sldMk cId="0" sldId="325"/>
            <ac:spMk id="10" creationId="{7F6DDFB0-630E-45A2-B5EE-AB34BE184EC4}"/>
          </ac:spMkLst>
        </pc:spChg>
        <pc:spChg chg="mod">
          <ac:chgData name="WILLIAM RICARDO AGUILAR PIÑA" userId="25538c52-b196-49fc-9025-2dd86a54f18a" providerId="ADAL" clId="{56B36750-061F-4FAC-8450-D5B51DFDEE40}" dt="2019-03-18T16:50:01.368" v="519" actId="6549"/>
          <ac:spMkLst>
            <pc:docMk/>
            <pc:sldMk cId="0" sldId="325"/>
            <ac:spMk id="17" creationId="{CF602DD4-6CD6-45A5-8387-11EC9AEA487E}"/>
          </ac:spMkLst>
        </pc:spChg>
      </pc:sldChg>
      <pc:sldChg chg="addSp delSp modSp add">
        <pc:chgData name="WILLIAM RICARDO AGUILAR PIÑA" userId="25538c52-b196-49fc-9025-2dd86a54f18a" providerId="ADAL" clId="{56B36750-061F-4FAC-8450-D5B51DFDEE40}" dt="2019-03-18T16:24:12.557" v="184" actId="1076"/>
        <pc:sldMkLst>
          <pc:docMk/>
          <pc:sldMk cId="44371984" sldId="326"/>
        </pc:sldMkLst>
        <pc:spChg chg="mod">
          <ac:chgData name="WILLIAM RICARDO AGUILAR PIÑA" userId="25538c52-b196-49fc-9025-2dd86a54f18a" providerId="ADAL" clId="{56B36750-061F-4FAC-8450-D5B51DFDEE40}" dt="2019-03-18T16:23:48.254" v="173" actId="14100"/>
          <ac:spMkLst>
            <pc:docMk/>
            <pc:sldMk cId="44371984" sldId="326"/>
            <ac:spMk id="8" creationId="{00000000-0000-0000-0000-000000000000}"/>
          </ac:spMkLst>
        </pc:spChg>
        <pc:spChg chg="mod">
          <ac:chgData name="WILLIAM RICARDO AGUILAR PIÑA" userId="25538c52-b196-49fc-9025-2dd86a54f18a" providerId="ADAL" clId="{56B36750-061F-4FAC-8450-D5B51DFDEE40}" dt="2019-03-18T16:23:44.508" v="172" actId="1038"/>
          <ac:spMkLst>
            <pc:docMk/>
            <pc:sldMk cId="44371984" sldId="326"/>
            <ac:spMk id="10" creationId="{00000000-0000-0000-0000-000000000000}"/>
          </ac:spMkLst>
        </pc:spChg>
        <pc:spChg chg="add mod">
          <ac:chgData name="WILLIAM RICARDO AGUILAR PIÑA" userId="25538c52-b196-49fc-9025-2dd86a54f18a" providerId="ADAL" clId="{56B36750-061F-4FAC-8450-D5B51DFDEE40}" dt="2019-03-18T16:20:26.291" v="82"/>
          <ac:spMkLst>
            <pc:docMk/>
            <pc:sldMk cId="44371984" sldId="326"/>
            <ac:spMk id="15" creationId="{975B311E-D20F-49A9-8587-3557BE8BA2D5}"/>
          </ac:spMkLst>
        </pc:spChg>
        <pc:spChg chg="mod">
          <ac:chgData name="WILLIAM RICARDO AGUILAR PIÑA" userId="25538c52-b196-49fc-9025-2dd86a54f18a" providerId="ADAL" clId="{56B36750-061F-4FAC-8450-D5B51DFDEE40}" dt="2019-03-18T16:23:44.508" v="172" actId="1038"/>
          <ac:spMkLst>
            <pc:docMk/>
            <pc:sldMk cId="44371984" sldId="326"/>
            <ac:spMk id="24" creationId="{00000000-0000-0000-0000-000000000000}"/>
          </ac:spMkLst>
        </pc:spChg>
        <pc:spChg chg="mod">
          <ac:chgData name="WILLIAM RICARDO AGUILAR PIÑA" userId="25538c52-b196-49fc-9025-2dd86a54f18a" providerId="ADAL" clId="{56B36750-061F-4FAC-8450-D5B51DFDEE40}" dt="2019-03-18T16:22:30.282" v="121" actId="164"/>
          <ac:spMkLst>
            <pc:docMk/>
            <pc:sldMk cId="44371984" sldId="326"/>
            <ac:spMk id="26" creationId="{00000000-0000-0000-0000-000000000000}"/>
          </ac:spMkLst>
        </pc:spChg>
        <pc:grpChg chg="add mod">
          <ac:chgData name="WILLIAM RICARDO AGUILAR PIÑA" userId="25538c52-b196-49fc-9025-2dd86a54f18a" providerId="ADAL" clId="{56B36750-061F-4FAC-8450-D5B51DFDEE40}" dt="2019-03-18T16:23:44.508" v="172" actId="1038"/>
          <ac:grpSpMkLst>
            <pc:docMk/>
            <pc:sldMk cId="44371984" sldId="326"/>
            <ac:grpSpMk id="6" creationId="{A8C63AB3-2025-4880-BE17-98EEC3942B1D}"/>
          </ac:grpSpMkLst>
        </pc:grpChg>
        <pc:picChg chg="mod">
          <ac:chgData name="WILLIAM RICARDO AGUILAR PIÑA" userId="25538c52-b196-49fc-9025-2dd86a54f18a" providerId="ADAL" clId="{56B36750-061F-4FAC-8450-D5B51DFDEE40}" dt="2019-03-18T16:23:44.508" v="172" actId="1038"/>
          <ac:picMkLst>
            <pc:docMk/>
            <pc:sldMk cId="44371984" sldId="326"/>
            <ac:picMk id="2" creationId="{00000000-0000-0000-0000-000000000000}"/>
          </ac:picMkLst>
        </pc:picChg>
        <pc:picChg chg="mod">
          <ac:chgData name="WILLIAM RICARDO AGUILAR PIÑA" userId="25538c52-b196-49fc-9025-2dd86a54f18a" providerId="ADAL" clId="{56B36750-061F-4FAC-8450-D5B51DFDEE40}" dt="2019-03-18T16:23:56.532" v="177" actId="1076"/>
          <ac:picMkLst>
            <pc:docMk/>
            <pc:sldMk cId="44371984" sldId="326"/>
            <ac:picMk id="3" creationId="{00000000-0000-0000-0000-000000000000}"/>
          </ac:picMkLst>
        </pc:picChg>
        <pc:picChg chg="mod">
          <ac:chgData name="WILLIAM RICARDO AGUILAR PIÑA" userId="25538c52-b196-49fc-9025-2dd86a54f18a" providerId="ADAL" clId="{56B36750-061F-4FAC-8450-D5B51DFDEE40}" dt="2019-03-18T16:23:44.508" v="172" actId="1038"/>
          <ac:picMkLst>
            <pc:docMk/>
            <pc:sldMk cId="44371984" sldId="326"/>
            <ac:picMk id="4" creationId="{60CD0046-A86C-49AE-8885-606B0EFA8F8B}"/>
          </ac:picMkLst>
        </pc:picChg>
        <pc:picChg chg="mod">
          <ac:chgData name="WILLIAM RICARDO AGUILAR PIÑA" userId="25538c52-b196-49fc-9025-2dd86a54f18a" providerId="ADAL" clId="{56B36750-061F-4FAC-8450-D5B51DFDEE40}" dt="2019-03-18T16:24:02.066" v="179" actId="14100"/>
          <ac:picMkLst>
            <pc:docMk/>
            <pc:sldMk cId="44371984" sldId="326"/>
            <ac:picMk id="7" creationId="{00000000-0000-0000-0000-000000000000}"/>
          </ac:picMkLst>
        </pc:picChg>
        <pc:picChg chg="del">
          <ac:chgData name="WILLIAM RICARDO AGUILAR PIÑA" userId="25538c52-b196-49fc-9025-2dd86a54f18a" providerId="ADAL" clId="{56B36750-061F-4FAC-8450-D5B51DFDEE40}" dt="2019-03-18T16:20:56.539" v="93" actId="478"/>
          <ac:picMkLst>
            <pc:docMk/>
            <pc:sldMk cId="44371984" sldId="326"/>
            <ac:picMk id="9" creationId="{00000000-0000-0000-0000-000000000000}"/>
          </ac:picMkLst>
        </pc:picChg>
        <pc:picChg chg="add mod">
          <ac:chgData name="WILLIAM RICARDO AGUILAR PIÑA" userId="25538c52-b196-49fc-9025-2dd86a54f18a" providerId="ADAL" clId="{56B36750-061F-4FAC-8450-D5B51DFDEE40}" dt="2019-03-18T16:23:58.170" v="178" actId="1076"/>
          <ac:picMkLst>
            <pc:docMk/>
            <pc:sldMk cId="44371984" sldId="326"/>
            <ac:picMk id="19" creationId="{51135821-CCB2-4519-9883-68BC7B712326}"/>
          </ac:picMkLst>
        </pc:picChg>
        <pc:picChg chg="add mod">
          <ac:chgData name="WILLIAM RICARDO AGUILAR PIÑA" userId="25538c52-b196-49fc-9025-2dd86a54f18a" providerId="ADAL" clId="{56B36750-061F-4FAC-8450-D5B51DFDEE40}" dt="2019-03-18T16:24:04.658" v="180" actId="1076"/>
          <ac:picMkLst>
            <pc:docMk/>
            <pc:sldMk cId="44371984" sldId="326"/>
            <ac:picMk id="20" creationId="{FFD9EFCB-E11B-4367-9126-A685FEA8E87F}"/>
          </ac:picMkLst>
        </pc:picChg>
        <pc:picChg chg="add mod">
          <ac:chgData name="WILLIAM RICARDO AGUILAR PIÑA" userId="25538c52-b196-49fc-9025-2dd86a54f18a" providerId="ADAL" clId="{56B36750-061F-4FAC-8450-D5B51DFDEE40}" dt="2019-03-18T16:24:08.488" v="182" actId="1076"/>
          <ac:picMkLst>
            <pc:docMk/>
            <pc:sldMk cId="44371984" sldId="326"/>
            <ac:picMk id="21" creationId="{2EC23AC2-AE2B-4FCF-AF7F-E6CD77A29877}"/>
          </ac:picMkLst>
        </pc:picChg>
        <pc:picChg chg="add mod">
          <ac:chgData name="WILLIAM RICARDO AGUILAR PIÑA" userId="25538c52-b196-49fc-9025-2dd86a54f18a" providerId="ADAL" clId="{56B36750-061F-4FAC-8450-D5B51DFDEE40}" dt="2019-03-18T16:24:12.557" v="184" actId="1076"/>
          <ac:picMkLst>
            <pc:docMk/>
            <pc:sldMk cId="44371984" sldId="326"/>
            <ac:picMk id="22" creationId="{4DDFD034-040C-48D1-9C7A-84407E1D228F}"/>
          </ac:picMkLst>
        </pc:picChg>
        <pc:cxnChg chg="mod">
          <ac:chgData name="WILLIAM RICARDO AGUILAR PIÑA" userId="25538c52-b196-49fc-9025-2dd86a54f18a" providerId="ADAL" clId="{56B36750-061F-4FAC-8450-D5B51DFDEE40}" dt="2019-03-18T16:22:30.282" v="121" actId="164"/>
          <ac:cxnSpMkLst>
            <pc:docMk/>
            <pc:sldMk cId="44371984" sldId="326"/>
            <ac:cxnSpMk id="5" creationId="{00000000-0000-0000-0000-000000000000}"/>
          </ac:cxnSpMkLst>
        </pc:cxnChg>
        <pc:cxnChg chg="mod">
          <ac:chgData name="WILLIAM RICARDO AGUILAR PIÑA" userId="25538c52-b196-49fc-9025-2dd86a54f18a" providerId="ADAL" clId="{56B36750-061F-4FAC-8450-D5B51DFDEE40}" dt="2019-03-18T16:23:44.508" v="172" actId="1038"/>
          <ac:cxnSpMkLst>
            <pc:docMk/>
            <pc:sldMk cId="44371984" sldId="326"/>
            <ac:cxnSpMk id="18" creationId="{00000000-0000-0000-0000-000000000000}"/>
          </ac:cxnSpMkLst>
        </pc:cxnChg>
      </pc:sldChg>
      <pc:sldChg chg="add del">
        <pc:chgData name="WILLIAM RICARDO AGUILAR PIÑA" userId="25538c52-b196-49fc-9025-2dd86a54f18a" providerId="ADAL" clId="{56B36750-061F-4FAC-8450-D5B51DFDEE40}" dt="2019-03-18T20:41:52.391" v="523" actId="2696"/>
        <pc:sldMkLst>
          <pc:docMk/>
          <pc:sldMk cId="1616861817" sldId="385"/>
        </pc:sldMkLst>
      </pc:sldChg>
      <pc:sldChg chg="addSp delSp modSp add">
        <pc:chgData name="WILLIAM RICARDO AGUILAR PIÑA" userId="25538c52-b196-49fc-9025-2dd86a54f18a" providerId="ADAL" clId="{56B36750-061F-4FAC-8450-D5B51DFDEE40}" dt="2019-03-18T16:47:36.902" v="517"/>
        <pc:sldMkLst>
          <pc:docMk/>
          <pc:sldMk cId="3802754554" sldId="386"/>
        </pc:sldMkLst>
        <pc:spChg chg="mod">
          <ac:chgData name="WILLIAM RICARDO AGUILAR PIÑA" userId="25538c52-b196-49fc-9025-2dd86a54f18a" providerId="ADAL" clId="{56B36750-061F-4FAC-8450-D5B51DFDEE40}" dt="2019-03-18T16:45:47.295" v="437" actId="1076"/>
          <ac:spMkLst>
            <pc:docMk/>
            <pc:sldMk cId="3802754554" sldId="386"/>
            <ac:spMk id="3" creationId="{00000000-0000-0000-0000-000000000000}"/>
          </ac:spMkLst>
        </pc:spChg>
        <pc:spChg chg="add mod">
          <ac:chgData name="WILLIAM RICARDO AGUILAR PIÑA" userId="25538c52-b196-49fc-9025-2dd86a54f18a" providerId="ADAL" clId="{56B36750-061F-4FAC-8450-D5B51DFDEE40}" dt="2019-03-18T16:47:36.902" v="517"/>
          <ac:spMkLst>
            <pc:docMk/>
            <pc:sldMk cId="3802754554" sldId="386"/>
            <ac:spMk id="6" creationId="{9193AE46-F005-485B-8AAA-3D1A93FA8BD4}"/>
          </ac:spMkLst>
        </pc:spChg>
        <pc:spChg chg="del">
          <ac:chgData name="WILLIAM RICARDO AGUILAR PIÑA" userId="25538c52-b196-49fc-9025-2dd86a54f18a" providerId="ADAL" clId="{56B36750-061F-4FAC-8450-D5B51DFDEE40}" dt="2019-03-18T16:47:27.764" v="515" actId="478"/>
          <ac:spMkLst>
            <pc:docMk/>
            <pc:sldMk cId="3802754554" sldId="386"/>
            <ac:spMk id="9" creationId="{CA1D40E3-F027-4D29-84EF-389DDCE92518}"/>
          </ac:spMkLst>
        </pc:spChg>
        <pc:picChg chg="del">
          <ac:chgData name="WILLIAM RICARDO AGUILAR PIÑA" userId="25538c52-b196-49fc-9025-2dd86a54f18a" providerId="ADAL" clId="{56B36750-061F-4FAC-8450-D5B51DFDEE40}" dt="2019-03-18T16:45:34.571" v="432" actId="478"/>
          <ac:picMkLst>
            <pc:docMk/>
            <pc:sldMk cId="3802754554" sldId="386"/>
            <ac:picMk id="2" creationId="{00000000-0000-0000-0000-000000000000}"/>
          </ac:picMkLst>
        </pc:picChg>
      </pc:sldChg>
      <pc:sldChg chg="modSp add">
        <pc:chgData name="WILLIAM RICARDO AGUILAR PIÑA" userId="25538c52-b196-49fc-9025-2dd86a54f18a" providerId="ADAL" clId="{56B36750-061F-4FAC-8450-D5B51DFDEE40}" dt="2019-03-18T16:47:21.142" v="514" actId="1076"/>
        <pc:sldMkLst>
          <pc:docMk/>
          <pc:sldMk cId="2368804617" sldId="387"/>
        </pc:sldMkLst>
        <pc:spChg chg="mod">
          <ac:chgData name="WILLIAM RICARDO AGUILAR PIÑA" userId="25538c52-b196-49fc-9025-2dd86a54f18a" providerId="ADAL" clId="{56B36750-061F-4FAC-8450-D5B51DFDEE40}" dt="2019-03-18T16:47:21.142" v="514" actId="1076"/>
          <ac:spMkLst>
            <pc:docMk/>
            <pc:sldMk cId="2368804617" sldId="387"/>
            <ac:spMk id="8" creationId="{00000000-0000-0000-0000-000000000000}"/>
          </ac:spMkLst>
        </pc:spChg>
      </pc:sldChg>
      <pc:sldChg chg="add">
        <pc:chgData name="WILLIAM RICARDO AGUILAR PIÑA" userId="25538c52-b196-49fc-9025-2dd86a54f18a" providerId="ADAL" clId="{56B36750-061F-4FAC-8450-D5B51DFDEE40}" dt="2019-03-18T20:41:50.805" v="522"/>
        <pc:sldMkLst>
          <pc:docMk/>
          <pc:sldMk cId="775965439" sldId="388"/>
        </pc:sldMkLst>
      </pc:sldChg>
      <pc:sldMasterChg chg="modSp setBg modSldLayout">
        <pc:chgData name="WILLIAM RICARDO AGUILAR PIÑA" userId="25538c52-b196-49fc-9025-2dd86a54f18a" providerId="ADAL" clId="{56B36750-061F-4FAC-8450-D5B51DFDEE40}" dt="2019-03-18T16:14:51.704" v="2"/>
        <pc:sldMasterMkLst>
          <pc:docMk/>
          <pc:sldMasterMk cId="0" sldId="2147483648"/>
        </pc:sldMasterMkLst>
        <pc:spChg chg="mod">
          <ac:chgData name="WILLIAM RICARDO AGUILAR PIÑA" userId="25538c52-b196-49fc-9025-2dd86a54f18a" providerId="ADAL" clId="{56B36750-061F-4FAC-8450-D5B51DFDEE40}" dt="2019-03-18T16:14:51.704" v="2"/>
          <ac:spMkLst>
            <pc:docMk/>
            <pc:sldMasterMk cId="0" sldId="2147483648"/>
            <ac:spMk id="2"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ac:spMk id="3"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ac:spMk id="4"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ac:spMk id="5"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ac:spMk id="6" creationId="{00000000-0000-0000-0000-000000000000}"/>
          </ac:spMkLst>
        </pc:sp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49"/>
          </pc:sldLayoutMkLst>
          <pc:spChg chg="mod">
            <ac:chgData name="WILLIAM RICARDO AGUILAR PIÑA" userId="25538c52-b196-49fc-9025-2dd86a54f18a" providerId="ADAL" clId="{56B36750-061F-4FAC-8450-D5B51DFDEE40}" dt="2019-03-18T16:14:51.704" v="2"/>
            <ac:spMkLst>
              <pc:docMk/>
              <pc:sldMasterMk cId="0" sldId="2147483648"/>
              <pc:sldLayoutMk cId="0" sldId="2147483649"/>
              <ac:spMk id="2"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49"/>
              <ac:spMk id="3" creationId="{00000000-0000-0000-0000-000000000000}"/>
            </ac:spMkLst>
          </pc:spChg>
        </pc:sldLayoutChg>
        <pc:sldLayoutChg chg="setBg">
          <pc:chgData name="WILLIAM RICARDO AGUILAR PIÑA" userId="25538c52-b196-49fc-9025-2dd86a54f18a" providerId="ADAL" clId="{56B36750-061F-4FAC-8450-D5B51DFDEE40}" dt="2019-03-18T16:14:47.626" v="1"/>
          <pc:sldLayoutMkLst>
            <pc:docMk/>
            <pc:sldMasterMk cId="0" sldId="2147483648"/>
            <pc:sldLayoutMk cId="0" sldId="2147483650"/>
          </pc:sldLayoutMkLst>
        </pc:sldLayout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51"/>
          </pc:sldLayoutMkLst>
          <pc:spChg chg="mod">
            <ac:chgData name="WILLIAM RICARDO AGUILAR PIÑA" userId="25538c52-b196-49fc-9025-2dd86a54f18a" providerId="ADAL" clId="{56B36750-061F-4FAC-8450-D5B51DFDEE40}" dt="2019-03-18T16:14:51.704" v="2"/>
            <ac:spMkLst>
              <pc:docMk/>
              <pc:sldMasterMk cId="0" sldId="2147483648"/>
              <pc:sldLayoutMk cId="0" sldId="2147483651"/>
              <ac:spMk id="2"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1"/>
              <ac:spMk id="3" creationId="{00000000-0000-0000-0000-000000000000}"/>
            </ac:spMkLst>
          </pc:spChg>
        </pc:sldLayout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52"/>
          </pc:sldLayoutMkLst>
          <pc:spChg chg="mod">
            <ac:chgData name="WILLIAM RICARDO AGUILAR PIÑA" userId="25538c52-b196-49fc-9025-2dd86a54f18a" providerId="ADAL" clId="{56B36750-061F-4FAC-8450-D5B51DFDEE40}" dt="2019-03-18T16:14:51.704" v="2"/>
            <ac:spMkLst>
              <pc:docMk/>
              <pc:sldMasterMk cId="0" sldId="2147483648"/>
              <pc:sldLayoutMk cId="0" sldId="2147483652"/>
              <ac:spMk id="3"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2"/>
              <ac:spMk id="4" creationId="{00000000-0000-0000-0000-000000000000}"/>
            </ac:spMkLst>
          </pc:spChg>
        </pc:sldLayout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53"/>
          </pc:sldLayoutMkLst>
          <pc:spChg chg="mod">
            <ac:chgData name="WILLIAM RICARDO AGUILAR PIÑA" userId="25538c52-b196-49fc-9025-2dd86a54f18a" providerId="ADAL" clId="{56B36750-061F-4FAC-8450-D5B51DFDEE40}" dt="2019-03-18T16:14:51.704" v="2"/>
            <ac:spMkLst>
              <pc:docMk/>
              <pc:sldMasterMk cId="0" sldId="2147483648"/>
              <pc:sldLayoutMk cId="0" sldId="2147483653"/>
              <ac:spMk id="3"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3"/>
              <ac:spMk id="4"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3"/>
              <ac:spMk id="5"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3"/>
              <ac:spMk id="6" creationId="{00000000-0000-0000-0000-000000000000}"/>
            </ac:spMkLst>
          </pc:spChg>
        </pc:sldLayoutChg>
        <pc:sldLayoutChg chg="setBg">
          <pc:chgData name="WILLIAM RICARDO AGUILAR PIÑA" userId="25538c52-b196-49fc-9025-2dd86a54f18a" providerId="ADAL" clId="{56B36750-061F-4FAC-8450-D5B51DFDEE40}" dt="2019-03-18T16:14:47.626" v="1"/>
          <pc:sldLayoutMkLst>
            <pc:docMk/>
            <pc:sldMasterMk cId="0" sldId="2147483648"/>
            <pc:sldLayoutMk cId="0" sldId="2147483654"/>
          </pc:sldLayoutMkLst>
        </pc:sldLayoutChg>
        <pc:sldLayoutChg chg="setBg">
          <pc:chgData name="WILLIAM RICARDO AGUILAR PIÑA" userId="25538c52-b196-49fc-9025-2dd86a54f18a" providerId="ADAL" clId="{56B36750-061F-4FAC-8450-D5B51DFDEE40}" dt="2019-03-18T16:14:47.626" v="1"/>
          <pc:sldLayoutMkLst>
            <pc:docMk/>
            <pc:sldMasterMk cId="0" sldId="2147483648"/>
            <pc:sldLayoutMk cId="0" sldId="2147483655"/>
          </pc:sldLayoutMkLst>
        </pc:sldLayout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56"/>
          </pc:sldLayoutMkLst>
          <pc:spChg chg="mod">
            <ac:chgData name="WILLIAM RICARDO AGUILAR PIÑA" userId="25538c52-b196-49fc-9025-2dd86a54f18a" providerId="ADAL" clId="{56B36750-061F-4FAC-8450-D5B51DFDEE40}" dt="2019-03-18T16:14:51.704" v="2"/>
            <ac:spMkLst>
              <pc:docMk/>
              <pc:sldMasterMk cId="0" sldId="2147483648"/>
              <pc:sldLayoutMk cId="0" sldId="2147483656"/>
              <ac:spMk id="2"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6"/>
              <ac:spMk id="3"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6"/>
              <ac:spMk id="4" creationId="{00000000-0000-0000-0000-000000000000}"/>
            </ac:spMkLst>
          </pc:spChg>
        </pc:sldLayout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57"/>
          </pc:sldLayoutMkLst>
          <pc:spChg chg="mod">
            <ac:chgData name="WILLIAM RICARDO AGUILAR PIÑA" userId="25538c52-b196-49fc-9025-2dd86a54f18a" providerId="ADAL" clId="{56B36750-061F-4FAC-8450-D5B51DFDEE40}" dt="2019-03-18T16:14:51.704" v="2"/>
            <ac:spMkLst>
              <pc:docMk/>
              <pc:sldMasterMk cId="0" sldId="2147483648"/>
              <pc:sldLayoutMk cId="0" sldId="2147483657"/>
              <ac:spMk id="2"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7"/>
              <ac:spMk id="3"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7"/>
              <ac:spMk id="4" creationId="{00000000-0000-0000-0000-000000000000}"/>
            </ac:spMkLst>
          </pc:spChg>
        </pc:sldLayoutChg>
        <pc:sldLayoutChg chg="setBg">
          <pc:chgData name="WILLIAM RICARDO AGUILAR PIÑA" userId="25538c52-b196-49fc-9025-2dd86a54f18a" providerId="ADAL" clId="{56B36750-061F-4FAC-8450-D5B51DFDEE40}" dt="2019-03-18T16:14:47.626" v="1"/>
          <pc:sldLayoutMkLst>
            <pc:docMk/>
            <pc:sldMasterMk cId="0" sldId="2147483648"/>
            <pc:sldLayoutMk cId="0" sldId="2147483658"/>
          </pc:sldLayoutMkLst>
        </pc:sldLayoutChg>
        <pc:sldLayoutChg chg="modSp setBg">
          <pc:chgData name="WILLIAM RICARDO AGUILAR PIÑA" userId="25538c52-b196-49fc-9025-2dd86a54f18a" providerId="ADAL" clId="{56B36750-061F-4FAC-8450-D5B51DFDEE40}" dt="2019-03-18T16:14:51.704" v="2"/>
          <pc:sldLayoutMkLst>
            <pc:docMk/>
            <pc:sldMasterMk cId="0" sldId="2147483648"/>
            <pc:sldLayoutMk cId="0" sldId="2147483659"/>
          </pc:sldLayoutMkLst>
          <pc:spChg chg="mod">
            <ac:chgData name="WILLIAM RICARDO AGUILAR PIÑA" userId="25538c52-b196-49fc-9025-2dd86a54f18a" providerId="ADAL" clId="{56B36750-061F-4FAC-8450-D5B51DFDEE40}" dt="2019-03-18T16:14:51.704" v="2"/>
            <ac:spMkLst>
              <pc:docMk/>
              <pc:sldMasterMk cId="0" sldId="2147483648"/>
              <pc:sldLayoutMk cId="0" sldId="2147483659"/>
              <ac:spMk id="2" creationId="{00000000-0000-0000-0000-000000000000}"/>
            </ac:spMkLst>
          </pc:spChg>
          <pc:spChg chg="mod">
            <ac:chgData name="WILLIAM RICARDO AGUILAR PIÑA" userId="25538c52-b196-49fc-9025-2dd86a54f18a" providerId="ADAL" clId="{56B36750-061F-4FAC-8450-D5B51DFDEE40}" dt="2019-03-18T16:14:51.704" v="2"/>
            <ac:spMkLst>
              <pc:docMk/>
              <pc:sldMasterMk cId="0" sldId="2147483648"/>
              <pc:sldLayoutMk cId="0" sldId="2147483659"/>
              <ac:spMk id="3" creationId="{00000000-0000-0000-0000-000000000000}"/>
            </ac:spMkLst>
          </pc:spChg>
        </pc:sldLayoutChg>
      </pc:sldMasterChg>
    </pc:docChg>
  </pc:docChgLst>
  <pc:docChgLst>
    <pc:chgData name="WILLIAM RICARDO AGUILAR PIÑA" userId="25538c52-b196-49fc-9025-2dd86a54f18a" providerId="ADAL" clId="{533E5D62-DB84-4569-AFBA-A6279118E4A0}"/>
    <pc:docChg chg="modSld">
      <pc:chgData name="WILLIAM RICARDO AGUILAR PIÑA" userId="25538c52-b196-49fc-9025-2dd86a54f18a" providerId="ADAL" clId="{533E5D62-DB84-4569-AFBA-A6279118E4A0}" dt="2020-08-28T11:26:17.271" v="6" actId="6549"/>
      <pc:docMkLst>
        <pc:docMk/>
      </pc:docMkLst>
      <pc:sldChg chg="modSp mod">
        <pc:chgData name="WILLIAM RICARDO AGUILAR PIÑA" userId="25538c52-b196-49fc-9025-2dd86a54f18a" providerId="ADAL" clId="{533E5D62-DB84-4569-AFBA-A6279118E4A0}" dt="2020-08-28T11:26:17.271" v="6" actId="6549"/>
        <pc:sldMkLst>
          <pc:docMk/>
          <pc:sldMk cId="44371984" sldId="326"/>
        </pc:sldMkLst>
        <pc:spChg chg="mod">
          <ac:chgData name="WILLIAM RICARDO AGUILAR PIÑA" userId="25538c52-b196-49fc-9025-2dd86a54f18a" providerId="ADAL" clId="{533E5D62-DB84-4569-AFBA-A6279118E4A0}" dt="2020-08-28T11:26:17.271" v="6" actId="6549"/>
          <ac:spMkLst>
            <pc:docMk/>
            <pc:sldMk cId="44371984" sldId="32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30/07/2025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30/07/2025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30/07/2025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microsoft.com/office/2007/relationships/hdphoto" Target="../media/hdphoto1.wdp"/><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v.20250730</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038135"/>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ES" sz="1200" dirty="0">
                <a:latin typeface="Segoe UI Light" panose="020B0502040204020203" pitchFamily="34" charset="0"/>
                <a:cs typeface="Segoe UI Light" panose="020B0502040204020203" pitchFamily="34" charset="0"/>
              </a:rPr>
              <a:t>Trazado de ejes y construcción del modelo 3D</a:t>
            </a:r>
          </a:p>
          <a:p>
            <a:r>
              <a:rPr lang="es-ES" sz="1600" dirty="0">
                <a:latin typeface="Segoe UI Light" panose="020B0502040204020203" pitchFamily="34" charset="0"/>
                <a:cs typeface="Segoe UI Light" panose="020B0502040204020203" pitchFamily="34" charset="0"/>
              </a:rPr>
              <a:t>Trazado de clotoides para el cauce sinuoso</a:t>
            </a:r>
            <a:endParaRPr lang="es-CO"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E64E95BA-1A19-400D-BE10-00D6CD33F0DE}"/>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baalkara@gmail.com</a:t>
            </a:r>
            <a:endParaRPr lang="es-CO" sz="800" spc="1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638E1D8C-B9CB-4498-995A-22E8835592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95700" y="1890117"/>
            <a:ext cx="5400600" cy="3077766"/>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a:t>
            </a:r>
          </a:p>
          <a:p>
            <a:r>
              <a:rPr lang="es-CO" sz="1600" dirty="0">
                <a:latin typeface="Segoe UI Light" panose="020B0502040204020203" pitchFamily="34" charset="0"/>
                <a:cs typeface="Segoe UI Light" panose="020B0502040204020203" pitchFamily="34" charset="0"/>
              </a:rPr>
              <a:t> </a:t>
            </a:r>
          </a:p>
          <a:p>
            <a:pPr algn="just"/>
            <a:r>
              <a:rPr lang="es-CO" sz="1600" dirty="0">
                <a:latin typeface="Segoe UI Light" panose="020B0502040204020203" pitchFamily="34" charset="0"/>
                <a:cs typeface="Segoe UI Light" panose="020B0502040204020203" pitchFamily="34" charset="0"/>
              </a:rPr>
              <a:t>Trazar el alineamiento del cauce dominante sinuoso teniendo en cuenta los parámetros geométricos de la sinuosidad definida en el diseño.</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Dibujar los ejes correspondientes a los taludes del cauce principal, teniendo en cuenta las consideraciones planteadas en el diseño en cuanto a no linealidad de taludes y pasos para la mecanización.</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Ajustar el diseño sinuoso al ancho disponible del valle. </a:t>
            </a:r>
          </a:p>
        </p:txBody>
      </p:sp>
      <p:pic>
        <p:nvPicPr>
          <p:cNvPr id="4" name="Imagen 3">
            <a:extLst>
              <a:ext uri="{FF2B5EF4-FFF2-40B4-BE49-F238E27FC236}">
                <a16:creationId xmlns:a16="http://schemas.microsoft.com/office/drawing/2014/main" id="{51B6591E-57DB-44ED-9434-2EEB537BC5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251684" y="2751891"/>
            <a:ext cx="5688632" cy="1354217"/>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Herramientas computacionales requeridas</a:t>
            </a:r>
          </a:p>
          <a:p>
            <a:r>
              <a:rPr lang="es-CO" sz="1600" dirty="0">
                <a:latin typeface="Segoe UI Light" panose="020B0502040204020203" pitchFamily="34" charset="0"/>
                <a:cs typeface="Segoe UI Light" panose="020B0502040204020203" pitchFamily="34" charset="0"/>
              </a:rPr>
              <a:t> </a:t>
            </a: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AutoCAD®.</a:t>
            </a:r>
          </a:p>
          <a:p>
            <a:pPr algn="just"/>
            <a:endParaRPr lang="es-CO" sz="1600" dirty="0">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Autodesk Civil® 3D.</a:t>
            </a:r>
          </a:p>
        </p:txBody>
      </p:sp>
      <p:pic>
        <p:nvPicPr>
          <p:cNvPr id="4" name="Imagen 3">
            <a:extLst>
              <a:ext uri="{FF2B5EF4-FFF2-40B4-BE49-F238E27FC236}">
                <a16:creationId xmlns:a16="http://schemas.microsoft.com/office/drawing/2014/main" id="{8DEE5074-2349-4925-AD89-ACABA1C007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71764" y="3105834"/>
            <a:ext cx="424847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Trazado del eje para el cauce sinuoso usando Autodesk Civil 3D</a:t>
            </a:r>
            <a:endParaRPr lang="es-CO" sz="1200" dirty="0">
              <a:latin typeface="Segoe UI Light" panose="020B0502040204020203" pitchFamily="34" charset="0"/>
              <a:cs typeface="Segoe UI Light" panose="020B0502040204020203" pitchFamily="34" charset="0"/>
            </a:endParaRPr>
          </a:p>
        </p:txBody>
      </p:sp>
      <p:pic>
        <p:nvPicPr>
          <p:cNvPr id="14" name="Imagen 13">
            <a:extLst>
              <a:ext uri="{FF2B5EF4-FFF2-40B4-BE49-F238E27FC236}">
                <a16:creationId xmlns:a16="http://schemas.microsoft.com/office/drawing/2014/main" id="{43766C0F-D08B-4E36-B9A2-C701033F79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6100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CD0046-A86C-49AE-8885-606B0EFA8F8B}"/>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7608168" y="3504960"/>
            <a:ext cx="3816424" cy="3092359"/>
          </a:xfrm>
          <a:prstGeom prst="rect">
            <a:avLst/>
          </a:prstGeom>
        </p:spPr>
      </p:pic>
      <p:sp>
        <p:nvSpPr>
          <p:cNvPr id="8" name="7 CuadroTexto"/>
          <p:cNvSpPr txBox="1"/>
          <p:nvPr/>
        </p:nvSpPr>
        <p:spPr>
          <a:xfrm>
            <a:off x="718760" y="400685"/>
            <a:ext cx="6408713" cy="2800767"/>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0. Abra el archivo Civil3D_EjeValle_v0.dwg creado previamente y guárdelo como Civil3D_Ejes_v0.dwg.</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1. Para generar el eje sinuoso primero se deben definir los elementos geométricos de  la onda, longitud y amplitud de onda. A partir de la tabla de diseño sinuoso anotar los siguientes datos: Amplitud de onda para el diseño (B’) y Longitud de onda (Lm). Estos valores permitirán el dibujo de los ejes directrices de cada onda a lo largo del eje del valle.   </a:t>
            </a:r>
          </a:p>
          <a:p>
            <a:pPr marL="342900" indent="-342900">
              <a:buFont typeface="+mj-lt"/>
              <a:buAutoNum type="arabicPeriod"/>
            </a:pPr>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2. Con la herramienta </a:t>
            </a:r>
            <a:r>
              <a:rPr lang="es-CO" sz="1600" i="1" dirty="0" err="1">
                <a:latin typeface="Segoe UI Light" panose="020B0502040204020203" pitchFamily="34" charset="0"/>
                <a:cs typeface="Segoe UI Light" panose="020B0502040204020203" pitchFamily="34" charset="0"/>
              </a:rPr>
              <a:t>Sample</a:t>
            </a:r>
            <a:r>
              <a:rPr lang="es-CO" sz="1600" i="1" dirty="0">
                <a:latin typeface="Segoe UI Light" panose="020B0502040204020203" pitchFamily="34" charset="0"/>
                <a:cs typeface="Segoe UI Light" panose="020B0502040204020203" pitchFamily="34" charset="0"/>
              </a:rPr>
              <a:t> </a:t>
            </a:r>
            <a:r>
              <a:rPr lang="es-CO" sz="1600" i="1" dirty="0" err="1">
                <a:latin typeface="Segoe UI Light" panose="020B0502040204020203" pitchFamily="34" charset="0"/>
                <a:cs typeface="Segoe UI Light" panose="020B0502040204020203" pitchFamily="34" charset="0"/>
              </a:rPr>
              <a:t>Lines</a:t>
            </a:r>
            <a:r>
              <a:rPr lang="es-CO" sz="1600" i="1" dirty="0">
                <a:latin typeface="Segoe UI Light" panose="020B0502040204020203" pitchFamily="34" charset="0"/>
                <a:cs typeface="Segoe UI Light" panose="020B0502040204020203" pitchFamily="34" charset="0"/>
              </a:rPr>
              <a:t> </a:t>
            </a:r>
            <a:r>
              <a:rPr lang="es-CO" sz="1600" dirty="0">
                <a:latin typeface="Segoe UI Light" panose="020B0502040204020203" pitchFamily="34" charset="0"/>
                <a:cs typeface="Segoe UI Light" panose="020B0502040204020203" pitchFamily="34" charset="0"/>
              </a:rPr>
              <a:t>cree los ejes directrices de las ondas sobre el eje del valle. </a:t>
            </a:r>
            <a:endParaRPr lang="es-CO" sz="12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7608168" y="404664"/>
            <a:ext cx="3816424" cy="2435587"/>
          </a:xfrm>
          <a:prstGeom prst="rect">
            <a:avLst/>
          </a:prstGeom>
        </p:spPr>
      </p:pic>
      <p:sp>
        <p:nvSpPr>
          <p:cNvPr id="10" name="7 CuadroTexto"/>
          <p:cNvSpPr txBox="1"/>
          <p:nvPr/>
        </p:nvSpPr>
        <p:spPr>
          <a:xfrm>
            <a:off x="7608168" y="2898731"/>
            <a:ext cx="3816424" cy="553998"/>
          </a:xfrm>
          <a:prstGeom prst="rect">
            <a:avLst/>
          </a:prstGeom>
          <a:noFill/>
        </p:spPr>
        <p:txBody>
          <a:bodyPr wrap="square" rtlCol="0">
            <a:spAutoFit/>
          </a:bodyPr>
          <a:lstStyle/>
          <a:p>
            <a:pPr algn="ctr"/>
            <a:r>
              <a:rPr lang="es-CO" sz="1400" dirty="0">
                <a:latin typeface="Segoe UI Light" panose="020B0502040204020203" pitchFamily="34" charset="0"/>
                <a:cs typeface="Segoe UI Light" panose="020B0502040204020203" pitchFamily="34" charset="0"/>
              </a:rPr>
              <a:t>Para el dibujo se deben trazar lo ejes</a:t>
            </a:r>
            <a:r>
              <a:rPr lang="es-CO" sz="1600" dirty="0">
                <a:latin typeface="Segoe UI Light" panose="020B0502040204020203" pitchFamily="34" charset="0"/>
                <a:cs typeface="Segoe UI Light" panose="020B0502040204020203" pitchFamily="34" charset="0"/>
              </a:rPr>
              <a:t> </a:t>
            </a:r>
            <a:r>
              <a:rPr lang="es-CO" sz="1400" dirty="0">
                <a:latin typeface="Segoe UI Light" panose="020B0502040204020203" pitchFamily="34" charset="0"/>
                <a:cs typeface="Segoe UI Light" panose="020B0502040204020203" pitchFamily="34" charset="0"/>
              </a:rPr>
              <a:t>directrices</a:t>
            </a:r>
            <a:r>
              <a:rPr lang="es-CO" sz="1600" dirty="0">
                <a:latin typeface="Segoe UI Light" panose="020B0502040204020203" pitchFamily="34" charset="0"/>
                <a:cs typeface="Segoe UI Light" panose="020B0502040204020203" pitchFamily="34" charset="0"/>
              </a:rPr>
              <a:t> </a:t>
            </a:r>
            <a:r>
              <a:rPr lang="es-CO" sz="1400" dirty="0">
                <a:latin typeface="Segoe UI Light" panose="020B0502040204020203" pitchFamily="34" charset="0"/>
                <a:cs typeface="Segoe UI Light" panose="020B0502040204020203" pitchFamily="34" charset="0"/>
              </a:rPr>
              <a:t>de cada onda cada B’/2 y Lm/4.</a:t>
            </a:r>
          </a:p>
        </p:txBody>
      </p:sp>
      <p:pic>
        <p:nvPicPr>
          <p:cNvPr id="3" name="Imagen 2"/>
          <p:cNvPicPr>
            <a:picLocks noChangeAspect="1"/>
          </p:cNvPicPr>
          <p:nvPr/>
        </p:nvPicPr>
        <p:blipFill rotWithShape="1">
          <a:blip r:embed="rId6"/>
          <a:srcRect l="40550" t="-239" r="21651" b="55910"/>
          <a:stretch/>
        </p:blipFill>
        <p:spPr>
          <a:xfrm>
            <a:off x="718760" y="3236715"/>
            <a:ext cx="4858652" cy="3036657"/>
          </a:xfrm>
          <a:prstGeom prst="rect">
            <a:avLst/>
          </a:prstGeom>
        </p:spPr>
      </p:pic>
      <p:pic>
        <p:nvPicPr>
          <p:cNvPr id="7" name="Imagen 6"/>
          <p:cNvPicPr>
            <a:picLocks noChangeAspect="1"/>
          </p:cNvPicPr>
          <p:nvPr/>
        </p:nvPicPr>
        <p:blipFill rotWithShape="1">
          <a:blip r:embed="rId7"/>
          <a:srcRect l="17713" t="24788" r="38188" b="52801"/>
          <a:stretch/>
        </p:blipFill>
        <p:spPr>
          <a:xfrm>
            <a:off x="1703871" y="4801991"/>
            <a:ext cx="5595550" cy="1598730"/>
          </a:xfrm>
          <a:prstGeom prst="rect">
            <a:avLst/>
          </a:prstGeom>
        </p:spPr>
      </p:pic>
      <p:cxnSp>
        <p:nvCxnSpPr>
          <p:cNvPr id="18" name="Conector recto de flecha 17"/>
          <p:cNvCxnSpPr>
            <a:cxnSpLocks/>
            <a:endCxn id="24" idx="1"/>
          </p:cNvCxnSpPr>
          <p:nvPr/>
        </p:nvCxnSpPr>
        <p:spPr>
          <a:xfrm>
            <a:off x="10128448" y="5682507"/>
            <a:ext cx="565151" cy="0"/>
          </a:xfrm>
          <a:prstGeom prst="straightConnector1">
            <a:avLst/>
          </a:prstGeom>
          <a:ln w="63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4" name="CuadroTexto 23"/>
          <p:cNvSpPr txBox="1"/>
          <p:nvPr/>
        </p:nvSpPr>
        <p:spPr>
          <a:xfrm>
            <a:off x="10693599" y="5551702"/>
            <a:ext cx="634739" cy="261610"/>
          </a:xfrm>
          <a:prstGeom prst="rect">
            <a:avLst/>
          </a:prstGeom>
          <a:noFill/>
        </p:spPr>
        <p:txBody>
          <a:bodyPr wrap="square" rtlCol="0">
            <a:spAutoFit/>
          </a:bodyPr>
          <a:lstStyle/>
          <a:p>
            <a:r>
              <a:rPr lang="es-CO" sz="1100" dirty="0">
                <a:latin typeface="Segoe UI Light" panose="020B0502040204020203" pitchFamily="34" charset="0"/>
                <a:cs typeface="Segoe UI Light" panose="020B0502040204020203" pitchFamily="34" charset="0"/>
              </a:rPr>
              <a:t>Lm/4</a:t>
            </a:r>
            <a:endParaRPr lang="es-CO" dirty="0">
              <a:latin typeface="Segoe UI Light" panose="020B0502040204020203" pitchFamily="34" charset="0"/>
              <a:cs typeface="Segoe UI Light" panose="020B0502040204020203" pitchFamily="34" charset="0"/>
            </a:endParaRPr>
          </a:p>
        </p:txBody>
      </p:sp>
      <p:grpSp>
        <p:nvGrpSpPr>
          <p:cNvPr id="6" name="Grupo 5">
            <a:extLst>
              <a:ext uri="{FF2B5EF4-FFF2-40B4-BE49-F238E27FC236}">
                <a16:creationId xmlns:a16="http://schemas.microsoft.com/office/drawing/2014/main" id="{A8C63AB3-2025-4880-BE17-98EEC3942B1D}"/>
              </a:ext>
            </a:extLst>
          </p:cNvPr>
          <p:cNvGrpSpPr/>
          <p:nvPr/>
        </p:nvGrpSpPr>
        <p:grpSpPr>
          <a:xfrm>
            <a:off x="8549960" y="4540380"/>
            <a:ext cx="1039831" cy="298523"/>
            <a:chOff x="7690955" y="4665772"/>
            <a:chExt cx="1039831" cy="298523"/>
          </a:xfrm>
        </p:grpSpPr>
        <p:cxnSp>
          <p:nvCxnSpPr>
            <p:cNvPr id="5" name="Conector recto de flecha 4"/>
            <p:cNvCxnSpPr/>
            <p:nvPr/>
          </p:nvCxnSpPr>
          <p:spPr>
            <a:xfrm>
              <a:off x="8256240" y="4796577"/>
              <a:ext cx="474546" cy="167718"/>
            </a:xfrm>
            <a:prstGeom prst="straightConnector1">
              <a:avLst/>
            </a:prstGeom>
            <a:ln w="63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6" name="CuadroTexto 25"/>
            <p:cNvSpPr txBox="1"/>
            <p:nvPr/>
          </p:nvSpPr>
          <p:spPr>
            <a:xfrm>
              <a:off x="7690955" y="4665772"/>
              <a:ext cx="565285" cy="261610"/>
            </a:xfrm>
            <a:prstGeom prst="rect">
              <a:avLst/>
            </a:prstGeom>
            <a:noFill/>
          </p:spPr>
          <p:txBody>
            <a:bodyPr wrap="square" rtlCol="0">
              <a:spAutoFit/>
            </a:bodyPr>
            <a:lstStyle/>
            <a:p>
              <a:pPr algn="r"/>
              <a:r>
                <a:rPr lang="es-CO" sz="1100" dirty="0">
                  <a:latin typeface="Segoe UI Light" panose="020B0502040204020203" pitchFamily="34" charset="0"/>
                  <a:cs typeface="Segoe UI Light" panose="020B0502040204020203" pitchFamily="34" charset="0"/>
                </a:rPr>
                <a:t>B’/2</a:t>
              </a:r>
              <a:endParaRPr lang="es-CO" dirty="0">
                <a:latin typeface="Segoe UI Light" panose="020B0502040204020203" pitchFamily="34" charset="0"/>
                <a:cs typeface="Segoe UI Light" panose="020B0502040204020203" pitchFamily="34" charset="0"/>
              </a:endParaRPr>
            </a:p>
          </p:txBody>
        </p:sp>
      </p:grpSp>
      <p:pic>
        <p:nvPicPr>
          <p:cNvPr id="14" name="Imagen 13">
            <a:extLst>
              <a:ext uri="{FF2B5EF4-FFF2-40B4-BE49-F238E27FC236}">
                <a16:creationId xmlns:a16="http://schemas.microsoft.com/office/drawing/2014/main" id="{43766C0F-D08B-4E36-B9A2-C701033F79A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975B311E-D20F-49A9-8587-3557BE8BA2D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Trazado del eje para el cauce sinuoso usando Civil 3D</a:t>
            </a:r>
          </a:p>
        </p:txBody>
      </p:sp>
      <p:pic>
        <p:nvPicPr>
          <p:cNvPr id="19" name="Imagen 18">
            <a:extLst>
              <a:ext uri="{FF2B5EF4-FFF2-40B4-BE49-F238E27FC236}">
                <a16:creationId xmlns:a16="http://schemas.microsoft.com/office/drawing/2014/main" id="{51135821-CCB2-4519-9883-68BC7B71232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47528" y="4027963"/>
            <a:ext cx="360000" cy="360000"/>
          </a:xfrm>
          <a:prstGeom prst="rect">
            <a:avLst/>
          </a:prstGeom>
        </p:spPr>
      </p:pic>
      <p:pic>
        <p:nvPicPr>
          <p:cNvPr id="20" name="Imagen 19">
            <a:extLst>
              <a:ext uri="{FF2B5EF4-FFF2-40B4-BE49-F238E27FC236}">
                <a16:creationId xmlns:a16="http://schemas.microsoft.com/office/drawing/2014/main" id="{FFD9EFCB-E11B-4367-9126-A685FEA8E87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67357" y="5502507"/>
            <a:ext cx="360000" cy="360000"/>
          </a:xfrm>
          <a:prstGeom prst="rect">
            <a:avLst/>
          </a:prstGeom>
        </p:spPr>
      </p:pic>
      <p:pic>
        <p:nvPicPr>
          <p:cNvPr id="21" name="Imagen 20">
            <a:extLst>
              <a:ext uri="{FF2B5EF4-FFF2-40B4-BE49-F238E27FC236}">
                <a16:creationId xmlns:a16="http://schemas.microsoft.com/office/drawing/2014/main" id="{2EC23AC2-AE2B-4FCF-AF7F-E6CD77A2987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957049" y="4838903"/>
            <a:ext cx="360000" cy="360000"/>
          </a:xfrm>
          <a:prstGeom prst="rect">
            <a:avLst/>
          </a:prstGeom>
        </p:spPr>
      </p:pic>
      <p:pic>
        <p:nvPicPr>
          <p:cNvPr id="22" name="Imagen 21">
            <a:extLst>
              <a:ext uri="{FF2B5EF4-FFF2-40B4-BE49-F238E27FC236}">
                <a16:creationId xmlns:a16="http://schemas.microsoft.com/office/drawing/2014/main" id="{4DDFD034-040C-48D1-9C7A-84407E1D228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056156" y="5703962"/>
            <a:ext cx="360000" cy="360000"/>
          </a:xfrm>
          <a:prstGeom prst="rect">
            <a:avLst/>
          </a:prstGeom>
        </p:spPr>
      </p:pic>
    </p:spTree>
    <p:extLst>
      <p:ext uri="{BB962C8B-B14F-4D97-AF65-F5344CB8AC3E}">
        <p14:creationId xmlns:p14="http://schemas.microsoft.com/office/powerpoint/2010/main" val="44371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81572" y="936519"/>
            <a:ext cx="3860108" cy="2308324"/>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Una vez realizado el dibujo de las </a:t>
            </a:r>
            <a:r>
              <a:rPr lang="es-CO" sz="1600" dirty="0" err="1">
                <a:latin typeface="Segoe UI Light" panose="020B0502040204020203" pitchFamily="34" charset="0"/>
                <a:cs typeface="Segoe UI Light" panose="020B0502040204020203" pitchFamily="34" charset="0"/>
              </a:rPr>
              <a:t>samples</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lines</a:t>
            </a:r>
            <a:r>
              <a:rPr lang="es-CO" sz="1600" dirty="0">
                <a:latin typeface="Segoe UI Light" panose="020B0502040204020203" pitchFamily="34" charset="0"/>
                <a:cs typeface="Segoe UI Light" panose="020B0502040204020203" pitchFamily="34" charset="0"/>
              </a:rPr>
              <a:t>, quitar las etiquetas para una mejor comprensión del dibujo y generar un nuevo alineamiento desde la herramienta Home / </a:t>
            </a:r>
            <a:r>
              <a:rPr lang="es-CO" sz="1600" dirty="0" err="1">
                <a:latin typeface="Segoe UI Light" panose="020B0502040204020203" pitchFamily="34" charset="0"/>
                <a:cs typeface="Segoe UI Light" panose="020B0502040204020203" pitchFamily="34" charset="0"/>
              </a:rPr>
              <a:t>create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desing</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alignment</a:t>
            </a:r>
            <a:r>
              <a:rPr lang="es-CO" sz="1600" dirty="0">
                <a:latin typeface="Segoe UI Light" panose="020B0502040204020203" pitchFamily="34" charset="0"/>
                <a:cs typeface="Segoe UI Light" panose="020B0502040204020203" pitchFamily="34" charset="0"/>
              </a:rPr>
              <a:t> / </a:t>
            </a:r>
            <a:r>
              <a:rPr lang="es-CO" sz="1600" dirty="0" err="1">
                <a:latin typeface="Segoe UI Light" panose="020B0502040204020203" pitchFamily="34" charset="0"/>
                <a:cs typeface="Segoe UI Light" panose="020B0502040204020203" pitchFamily="34" charset="0"/>
              </a:rPr>
              <a:t>alignment</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creation</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tools</a:t>
            </a:r>
            <a:r>
              <a:rPr lang="es-CO" sz="1600" dirty="0">
                <a:latin typeface="Segoe UI Light" panose="020B0502040204020203" pitchFamily="34" charset="0"/>
                <a:cs typeface="Segoe UI Light" panose="020B0502040204020203" pitchFamily="34" charset="0"/>
              </a:rPr>
              <a:t>. Se deben definir las características de radio seleccionado en la hoja de diseño de sinuosidad, también el tipo de curva como clotoide.</a:t>
            </a:r>
          </a:p>
        </p:txBody>
      </p:sp>
      <p:pic>
        <p:nvPicPr>
          <p:cNvPr id="5" name="Imagen 4"/>
          <p:cNvPicPr>
            <a:picLocks noChangeAspect="1"/>
          </p:cNvPicPr>
          <p:nvPr/>
        </p:nvPicPr>
        <p:blipFill rotWithShape="1">
          <a:blip r:embed="rId2">
            <a:clrChange>
              <a:clrFrom>
                <a:srgbClr val="212830"/>
              </a:clrFrom>
              <a:clrTo>
                <a:srgbClr val="212830">
                  <a:alpha val="0"/>
                </a:srgbClr>
              </a:clrTo>
            </a:clrChange>
          </a:blip>
          <a:srcRect l="31888" t="26189" r="19288" b="54201"/>
          <a:stretch/>
        </p:blipFill>
        <p:spPr>
          <a:xfrm>
            <a:off x="818960" y="3712965"/>
            <a:ext cx="5439188" cy="1228205"/>
          </a:xfrm>
          <a:prstGeom prst="rect">
            <a:avLst/>
          </a:prstGeom>
        </p:spPr>
      </p:pic>
      <p:pic>
        <p:nvPicPr>
          <p:cNvPr id="6" name="Imagen 5"/>
          <p:cNvPicPr>
            <a:picLocks noChangeAspect="1"/>
          </p:cNvPicPr>
          <p:nvPr/>
        </p:nvPicPr>
        <p:blipFill>
          <a:blip r:embed="rId3"/>
          <a:stretch>
            <a:fillRect/>
          </a:stretch>
        </p:blipFill>
        <p:spPr>
          <a:xfrm>
            <a:off x="7732536" y="3420655"/>
            <a:ext cx="3495675" cy="2809875"/>
          </a:xfrm>
          <a:prstGeom prst="rect">
            <a:avLst/>
          </a:prstGeom>
        </p:spPr>
      </p:pic>
      <p:cxnSp>
        <p:nvCxnSpPr>
          <p:cNvPr id="7" name="Conector recto de flecha 6"/>
          <p:cNvCxnSpPr>
            <a:cxnSpLocks/>
            <a:stCxn id="9" idx="3"/>
          </p:cNvCxnSpPr>
          <p:nvPr/>
        </p:nvCxnSpPr>
        <p:spPr>
          <a:xfrm flipV="1">
            <a:off x="7084463" y="5000396"/>
            <a:ext cx="1440160" cy="823432"/>
          </a:xfrm>
          <a:prstGeom prst="straightConnector1">
            <a:avLst/>
          </a:prstGeom>
          <a:ln w="63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CuadroTexto 8"/>
          <p:cNvSpPr txBox="1"/>
          <p:nvPr/>
        </p:nvSpPr>
        <p:spPr>
          <a:xfrm>
            <a:off x="4708199" y="5408329"/>
            <a:ext cx="2376264" cy="830997"/>
          </a:xfrm>
          <a:prstGeom prst="rect">
            <a:avLst/>
          </a:prstGeom>
          <a:noFill/>
        </p:spPr>
        <p:txBody>
          <a:bodyPr wrap="square" rtlCol="0">
            <a:spAutoFit/>
          </a:bodyPr>
          <a:lstStyle/>
          <a:p>
            <a:pPr algn="r"/>
            <a:r>
              <a:rPr lang="es-CO" sz="1600" dirty="0">
                <a:latin typeface="Segoe UI Light" panose="020B0502040204020203" pitchFamily="34" charset="0"/>
                <a:cs typeface="Segoe UI Light" panose="020B0502040204020203" pitchFamily="34" charset="0"/>
              </a:rPr>
              <a:t>Radio característico de cada onda definido en el diseño sinuoso</a:t>
            </a:r>
          </a:p>
        </p:txBody>
      </p:sp>
      <p:cxnSp>
        <p:nvCxnSpPr>
          <p:cNvPr id="10" name="Conector recto de flecha 9"/>
          <p:cNvCxnSpPr>
            <a:cxnSpLocks/>
            <a:stCxn id="13" idx="0"/>
          </p:cNvCxnSpPr>
          <p:nvPr/>
        </p:nvCxnSpPr>
        <p:spPr>
          <a:xfrm flipH="1" flipV="1">
            <a:off x="2711626" y="4455041"/>
            <a:ext cx="252026" cy="708030"/>
          </a:xfrm>
          <a:prstGeom prst="straightConnector1">
            <a:avLst/>
          </a:prstGeom>
          <a:ln w="63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3" name="CuadroTexto 12"/>
          <p:cNvSpPr txBox="1"/>
          <p:nvPr/>
        </p:nvSpPr>
        <p:spPr>
          <a:xfrm>
            <a:off x="1775520" y="5163071"/>
            <a:ext cx="2376264" cy="830997"/>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Es necesario para la construcción de curvas tipo clotoide</a:t>
            </a:r>
          </a:p>
        </p:txBody>
      </p:sp>
      <p:pic>
        <p:nvPicPr>
          <p:cNvPr id="2" name="Picture 1">
            <a:extLst>
              <a:ext uri="{FF2B5EF4-FFF2-40B4-BE49-F238E27FC236}">
                <a16:creationId xmlns:a16="http://schemas.microsoft.com/office/drawing/2014/main" id="{3800CC5E-7BFF-41C2-880D-C9C4618A7F07}"/>
              </a:ext>
            </a:extLst>
          </p:cNvPr>
          <p:cNvPicPr>
            <a:picLocks noChangeAspect="1"/>
          </p:cNvPicPr>
          <p:nvPr/>
        </p:nvPicPr>
        <p:blipFill>
          <a:blip r:embed="rId4">
            <a:clrChange>
              <a:clrFrom>
                <a:srgbClr val="C0C8D3"/>
              </a:clrFrom>
              <a:clrTo>
                <a:srgbClr val="C0C8D3">
                  <a:alpha val="0"/>
                </a:srgbClr>
              </a:clrTo>
            </a:clrChange>
          </a:blip>
          <a:stretch>
            <a:fillRect/>
          </a:stretch>
        </p:blipFill>
        <p:spPr>
          <a:xfrm>
            <a:off x="4803517" y="623931"/>
            <a:ext cx="6713496" cy="2444850"/>
          </a:xfrm>
          <a:prstGeom prst="rect">
            <a:avLst/>
          </a:prstGeom>
        </p:spPr>
      </p:pic>
      <p:pic>
        <p:nvPicPr>
          <p:cNvPr id="11" name="Imagen 10">
            <a:extLst>
              <a:ext uri="{FF2B5EF4-FFF2-40B4-BE49-F238E27FC236}">
                <a16:creationId xmlns:a16="http://schemas.microsoft.com/office/drawing/2014/main" id="{5DCA699C-2C18-4B17-B210-27C5BC89254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B5E6EC10-EB27-4113-87A5-59D19C0B695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Trazado del eje para el cauce sinuoso usando Civil 3D</a:t>
            </a:r>
          </a:p>
        </p:txBody>
      </p:sp>
    </p:spTree>
    <p:extLst>
      <p:ext uri="{BB962C8B-B14F-4D97-AF65-F5344CB8AC3E}">
        <p14:creationId xmlns:p14="http://schemas.microsoft.com/office/powerpoint/2010/main" val="229367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543930" y="548680"/>
            <a:ext cx="9360692"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Con lo parámetros de radio y tipo de curva seleccionar el dibujo de eje con curvas, el dibujo de cada onda se debe realizar pariendo desde el punto inicial y se debe restringir el punto PI de curva en el extremo de la línea definida por B’ hasta completar el dibujo sobre todo el eje del valle.</a:t>
            </a:r>
          </a:p>
        </p:txBody>
      </p:sp>
      <p:grpSp>
        <p:nvGrpSpPr>
          <p:cNvPr id="11" name="Group 10">
            <a:extLst>
              <a:ext uri="{FF2B5EF4-FFF2-40B4-BE49-F238E27FC236}">
                <a16:creationId xmlns:a16="http://schemas.microsoft.com/office/drawing/2014/main" id="{B1764C3B-EF05-4EFC-93C0-0BE841363F2A}"/>
              </a:ext>
            </a:extLst>
          </p:cNvPr>
          <p:cNvGrpSpPr/>
          <p:nvPr/>
        </p:nvGrpSpPr>
        <p:grpSpPr>
          <a:xfrm>
            <a:off x="1543931" y="1412776"/>
            <a:ext cx="9360692" cy="5254573"/>
            <a:chOff x="1012479" y="2477902"/>
            <a:chExt cx="7119042" cy="3996235"/>
          </a:xfrm>
        </p:grpSpPr>
        <p:pic>
          <p:nvPicPr>
            <p:cNvPr id="3" name="Picture 2">
              <a:extLst>
                <a:ext uri="{FF2B5EF4-FFF2-40B4-BE49-F238E27FC236}">
                  <a16:creationId xmlns:a16="http://schemas.microsoft.com/office/drawing/2014/main" id="{4C505E84-3C4F-4348-9BC4-4723EB71CB7D}"/>
                </a:ext>
              </a:extLst>
            </p:cNvPr>
            <p:cNvPicPr>
              <a:picLocks noChangeAspect="1"/>
            </p:cNvPicPr>
            <p:nvPr/>
          </p:nvPicPr>
          <p:blipFill>
            <a:blip r:embed="rId2">
              <a:clrChange>
                <a:clrFrom>
                  <a:srgbClr val="C0C8D3"/>
                </a:clrFrom>
                <a:clrTo>
                  <a:srgbClr val="C0C8D3">
                    <a:alpha val="0"/>
                  </a:srgbClr>
                </a:clrTo>
              </a:clrChange>
            </a:blip>
            <a:stretch>
              <a:fillRect/>
            </a:stretch>
          </p:blipFill>
          <p:spPr>
            <a:xfrm>
              <a:off x="1012479" y="2477902"/>
              <a:ext cx="7119042" cy="3996235"/>
            </a:xfrm>
            <a:prstGeom prst="rect">
              <a:avLst/>
            </a:prstGeom>
          </p:spPr>
        </p:pic>
        <p:cxnSp>
          <p:nvCxnSpPr>
            <p:cNvPr id="4" name="Conector recto de flecha 3"/>
            <p:cNvCxnSpPr>
              <a:cxnSpLocks/>
            </p:cNvCxnSpPr>
            <p:nvPr/>
          </p:nvCxnSpPr>
          <p:spPr>
            <a:xfrm>
              <a:off x="5429259" y="4361082"/>
              <a:ext cx="366877" cy="80386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5592969" y="4430455"/>
              <a:ext cx="576064" cy="280886"/>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B’/2</a:t>
              </a:r>
            </a:p>
          </p:txBody>
        </p:sp>
        <p:cxnSp>
          <p:nvCxnSpPr>
            <p:cNvPr id="9" name="Conector recto de flecha 8"/>
            <p:cNvCxnSpPr>
              <a:cxnSpLocks/>
            </p:cNvCxnSpPr>
            <p:nvPr/>
          </p:nvCxnSpPr>
          <p:spPr>
            <a:xfrm flipV="1">
              <a:off x="3916371" y="4600007"/>
              <a:ext cx="1008112" cy="46805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CuadroTexto 11"/>
            <p:cNvSpPr txBox="1"/>
            <p:nvPr/>
          </p:nvSpPr>
          <p:spPr>
            <a:xfrm rot="20091173">
              <a:off x="4178588" y="4796305"/>
              <a:ext cx="720080" cy="280886"/>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Lm/2</a:t>
              </a:r>
            </a:p>
          </p:txBody>
        </p:sp>
      </p:grpSp>
      <p:pic>
        <p:nvPicPr>
          <p:cNvPr id="10" name="Imagen 9">
            <a:extLst>
              <a:ext uri="{FF2B5EF4-FFF2-40B4-BE49-F238E27FC236}">
                <a16:creationId xmlns:a16="http://schemas.microsoft.com/office/drawing/2014/main" id="{41634ADC-BF0E-48A9-AB00-5483626659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4" name="Imagen 13">
            <a:extLst>
              <a:ext uri="{FF2B5EF4-FFF2-40B4-BE49-F238E27FC236}">
                <a16:creationId xmlns:a16="http://schemas.microsoft.com/office/drawing/2014/main" id="{4AE4D356-9124-4D0B-B8E5-6A57D81459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39616" y="1916832"/>
            <a:ext cx="360000" cy="360000"/>
          </a:xfrm>
          <a:prstGeom prst="rect">
            <a:avLst/>
          </a:prstGeom>
        </p:spPr>
      </p:pic>
      <p:pic>
        <p:nvPicPr>
          <p:cNvPr id="15" name="Imagen 14">
            <a:extLst>
              <a:ext uri="{FF2B5EF4-FFF2-40B4-BE49-F238E27FC236}">
                <a16:creationId xmlns:a16="http://schemas.microsoft.com/office/drawing/2014/main" id="{6DADC396-F53E-4651-8F99-B767C1EF63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68069" y="1942833"/>
            <a:ext cx="360000" cy="360000"/>
          </a:xfrm>
          <a:prstGeom prst="rect">
            <a:avLst/>
          </a:prstGeom>
        </p:spPr>
      </p:pic>
      <p:pic>
        <p:nvPicPr>
          <p:cNvPr id="16" name="Imagen 15">
            <a:extLst>
              <a:ext uri="{FF2B5EF4-FFF2-40B4-BE49-F238E27FC236}">
                <a16:creationId xmlns:a16="http://schemas.microsoft.com/office/drawing/2014/main" id="{4BC7F91E-34BD-48C9-B3F6-864E53A8D6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84432" y="2636912"/>
            <a:ext cx="360000" cy="360000"/>
          </a:xfrm>
          <a:prstGeom prst="rect">
            <a:avLst/>
          </a:prstGeom>
        </p:spPr>
      </p:pic>
      <p:pic>
        <p:nvPicPr>
          <p:cNvPr id="17" name="Imagen 16">
            <a:extLst>
              <a:ext uri="{FF2B5EF4-FFF2-40B4-BE49-F238E27FC236}">
                <a16:creationId xmlns:a16="http://schemas.microsoft.com/office/drawing/2014/main" id="{5EE72990-0C5E-4692-88C8-12D802F149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44186" y="2167899"/>
            <a:ext cx="360000" cy="360000"/>
          </a:xfrm>
          <a:prstGeom prst="rect">
            <a:avLst/>
          </a:prstGeom>
        </p:spPr>
      </p:pic>
      <p:pic>
        <p:nvPicPr>
          <p:cNvPr id="18" name="Imagen 17">
            <a:extLst>
              <a:ext uri="{FF2B5EF4-FFF2-40B4-BE49-F238E27FC236}">
                <a16:creationId xmlns:a16="http://schemas.microsoft.com/office/drawing/2014/main" id="{9C6F14E1-2284-498D-83A9-492534BF3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99471" y="4915274"/>
            <a:ext cx="360000" cy="360000"/>
          </a:xfrm>
          <a:prstGeom prst="rect">
            <a:avLst/>
          </a:prstGeom>
        </p:spPr>
      </p:pic>
      <p:pic>
        <p:nvPicPr>
          <p:cNvPr id="19" name="Imagen 18">
            <a:extLst>
              <a:ext uri="{FF2B5EF4-FFF2-40B4-BE49-F238E27FC236}">
                <a16:creationId xmlns:a16="http://schemas.microsoft.com/office/drawing/2014/main" id="{EE74A87A-D884-4D2B-B097-B13C808978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19936" y="3496703"/>
            <a:ext cx="360000" cy="360000"/>
          </a:xfrm>
          <a:prstGeom prst="rect">
            <a:avLst/>
          </a:prstGeom>
        </p:spPr>
      </p:pic>
      <p:pic>
        <p:nvPicPr>
          <p:cNvPr id="20" name="Imagen 19">
            <a:extLst>
              <a:ext uri="{FF2B5EF4-FFF2-40B4-BE49-F238E27FC236}">
                <a16:creationId xmlns:a16="http://schemas.microsoft.com/office/drawing/2014/main" id="{075461CE-3077-4F08-9819-B02A2D3042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82238" y="3553978"/>
            <a:ext cx="360000" cy="360000"/>
          </a:xfrm>
          <a:prstGeom prst="rect">
            <a:avLst/>
          </a:prstGeom>
        </p:spPr>
      </p:pic>
      <p:pic>
        <p:nvPicPr>
          <p:cNvPr id="21" name="Imagen 20">
            <a:extLst>
              <a:ext uri="{FF2B5EF4-FFF2-40B4-BE49-F238E27FC236}">
                <a16:creationId xmlns:a16="http://schemas.microsoft.com/office/drawing/2014/main" id="{1EA20268-9049-4009-A3BD-B24B3C71FB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6093" y="4150807"/>
            <a:ext cx="360000" cy="360000"/>
          </a:xfrm>
          <a:prstGeom prst="rect">
            <a:avLst/>
          </a:prstGeom>
        </p:spPr>
      </p:pic>
      <p:pic>
        <p:nvPicPr>
          <p:cNvPr id="22" name="Imagen 21">
            <a:extLst>
              <a:ext uri="{FF2B5EF4-FFF2-40B4-BE49-F238E27FC236}">
                <a16:creationId xmlns:a16="http://schemas.microsoft.com/office/drawing/2014/main" id="{D6FEA0B0-A95F-4542-B226-C89A16BA92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39936" y="4780926"/>
            <a:ext cx="360000" cy="360000"/>
          </a:xfrm>
          <a:prstGeom prst="rect">
            <a:avLst/>
          </a:prstGeom>
        </p:spPr>
      </p:pic>
      <p:sp>
        <p:nvSpPr>
          <p:cNvPr id="24" name="1 Título">
            <a:extLst>
              <a:ext uri="{FF2B5EF4-FFF2-40B4-BE49-F238E27FC236}">
                <a16:creationId xmlns:a16="http://schemas.microsoft.com/office/drawing/2014/main" id="{4CFD1729-DC3D-4945-9C69-1851416ECA0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Trazado del eje para el cauce sinuoso usando Civil 3D</a:t>
            </a:r>
          </a:p>
        </p:txBody>
      </p:sp>
    </p:spTree>
    <p:extLst>
      <p:ext uri="{BB962C8B-B14F-4D97-AF65-F5344CB8AC3E}">
        <p14:creationId xmlns:p14="http://schemas.microsoft.com/office/powerpoint/2010/main" val="3631669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7 CuadroTexto"/>
          <p:cNvSpPr txBox="1"/>
          <p:nvPr/>
        </p:nvSpPr>
        <p:spPr>
          <a:xfrm>
            <a:off x="623324" y="625170"/>
            <a:ext cx="10945216" cy="1077218"/>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Es importante verificar que no existan puntos PI intermedios entre curvas, Civil agrega automáticamente puntos PI en cada punto en el hacemos clic, podríamos solamente dibujar las curvas entre los extremos de las líneas (</a:t>
            </a:r>
            <a:r>
              <a:rPr lang="es-CO" sz="1600" dirty="0" err="1">
                <a:latin typeface="Segoe UI Light" panose="020B0502040204020203" pitchFamily="34" charset="0"/>
                <a:cs typeface="Segoe UI Light" panose="020B0502040204020203" pitchFamily="34" charset="0"/>
              </a:rPr>
              <a:t>sample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lines</a:t>
            </a:r>
            <a:r>
              <a:rPr lang="es-CO" sz="1600" dirty="0">
                <a:latin typeface="Segoe UI Light" panose="020B0502040204020203" pitchFamily="34" charset="0"/>
                <a:cs typeface="Segoe UI Light" panose="020B0502040204020203" pitchFamily="34" charset="0"/>
              </a:rPr>
              <a:t>) sin embargo, es recomendable seguir el eje del valle lo mejor posible, por esta razón se recomienda siempre hacer clic en puntos intermedios que estén sobre el eje curvo del valle y luego eliminar los PI que sobran. </a:t>
            </a:r>
            <a:endParaRPr lang="es-CO" sz="12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rotWithShape="1">
          <a:blip r:embed="rId2"/>
          <a:srcRect l="2750" t="24788" r="2750" b="16384"/>
          <a:stretch/>
        </p:blipFill>
        <p:spPr>
          <a:xfrm>
            <a:off x="0" y="1844824"/>
            <a:ext cx="12192000" cy="4267202"/>
          </a:xfrm>
          <a:prstGeom prst="rect">
            <a:avLst/>
          </a:prstGeom>
        </p:spPr>
      </p:pic>
      <p:pic>
        <p:nvPicPr>
          <p:cNvPr id="7" name="Imagen 6">
            <a:extLst>
              <a:ext uri="{FF2B5EF4-FFF2-40B4-BE49-F238E27FC236}">
                <a16:creationId xmlns:a16="http://schemas.microsoft.com/office/drawing/2014/main" id="{A0473213-36D3-4919-86A6-EDBA4C7E26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C5DE6702-0431-4BC4-9C1E-2A2C49E7D75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Trazado del eje para el cauce sinuoso usando Civil 3D</a:t>
            </a:r>
          </a:p>
        </p:txBody>
      </p:sp>
    </p:spTree>
    <p:extLst>
      <p:ext uri="{BB962C8B-B14F-4D97-AF65-F5344CB8AC3E}">
        <p14:creationId xmlns:p14="http://schemas.microsoft.com/office/powerpoint/2010/main" val="2695036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7 CuadroTexto"/>
          <p:cNvSpPr txBox="1"/>
          <p:nvPr/>
        </p:nvSpPr>
        <p:spPr>
          <a:xfrm>
            <a:off x="1703512" y="764705"/>
            <a:ext cx="8862656" cy="1754326"/>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La metodología desarrollada por (WRAP y FDVA) se basa en un eje recto, sin embargo, el eje del valle tiene su propia sinuosidad, es un eje curvo, es decir, su alineamiento curvo no permite que los meandros se distribuyan uniformemente, entonces, se deben corregir las curvas para que todos los meandros se localicen dentro del valle.  Se deben  agregar los </a:t>
            </a:r>
            <a:r>
              <a:rPr lang="es-CO" sz="1600" i="1" dirty="0">
                <a:latin typeface="Segoe UI Light" panose="020B0502040204020203" pitchFamily="34" charset="0"/>
                <a:cs typeface="Segoe UI Light" panose="020B0502040204020203" pitchFamily="34" charset="0"/>
              </a:rPr>
              <a:t>ejes Offset </a:t>
            </a:r>
            <a:r>
              <a:rPr lang="es-CO" sz="1600" dirty="0">
                <a:latin typeface="Segoe UI Light" panose="020B0502040204020203" pitchFamily="34" charset="0"/>
                <a:cs typeface="Segoe UI Light" panose="020B0502040204020203" pitchFamily="34" charset="0"/>
              </a:rPr>
              <a:t>de la sección del cauce principal para verificar que el cauce principal quede localizado dentro del valle y mover los distintos PI necesarios para cumplir este criterio.</a:t>
            </a:r>
          </a:p>
          <a:p>
            <a:endParaRPr lang="es-CO" sz="1200" dirty="0">
              <a:latin typeface="Segoe UI Light" panose="020B0502040204020203" pitchFamily="34" charset="0"/>
              <a:cs typeface="Segoe UI Light" panose="020B0502040204020203" pitchFamily="34" charset="0"/>
            </a:endParaRPr>
          </a:p>
        </p:txBody>
      </p:sp>
      <p:grpSp>
        <p:nvGrpSpPr>
          <p:cNvPr id="2" name="Grupo 1">
            <a:extLst>
              <a:ext uri="{FF2B5EF4-FFF2-40B4-BE49-F238E27FC236}">
                <a16:creationId xmlns:a16="http://schemas.microsoft.com/office/drawing/2014/main" id="{2C06F352-8023-43AF-8359-71448B7A1D1F}"/>
              </a:ext>
            </a:extLst>
          </p:cNvPr>
          <p:cNvGrpSpPr/>
          <p:nvPr/>
        </p:nvGrpSpPr>
        <p:grpSpPr>
          <a:xfrm>
            <a:off x="2658725" y="2907289"/>
            <a:ext cx="6865348" cy="3418412"/>
            <a:chOff x="2752294" y="3212976"/>
            <a:chExt cx="6865348" cy="3418412"/>
          </a:xfrm>
        </p:grpSpPr>
        <p:grpSp>
          <p:nvGrpSpPr>
            <p:cNvPr id="7" name="Group 6">
              <a:extLst>
                <a:ext uri="{FF2B5EF4-FFF2-40B4-BE49-F238E27FC236}">
                  <a16:creationId xmlns:a16="http://schemas.microsoft.com/office/drawing/2014/main" id="{BDC90620-A37A-4E00-B162-E3100AC567F2}"/>
                </a:ext>
              </a:extLst>
            </p:cNvPr>
            <p:cNvGrpSpPr/>
            <p:nvPr/>
          </p:nvGrpSpPr>
          <p:grpSpPr>
            <a:xfrm>
              <a:off x="2752294" y="3212976"/>
              <a:ext cx="6865348" cy="3418412"/>
              <a:chOff x="1303399" y="2849678"/>
              <a:chExt cx="6865348" cy="3418412"/>
            </a:xfrm>
          </p:grpSpPr>
          <p:sp>
            <p:nvSpPr>
              <p:cNvPr id="8" name="Forma libre: forma 10">
                <a:extLst>
                  <a:ext uri="{FF2B5EF4-FFF2-40B4-BE49-F238E27FC236}">
                    <a16:creationId xmlns:a16="http://schemas.microsoft.com/office/drawing/2014/main" id="{DEFF087D-DACA-4304-B297-53367DE767A5}"/>
                  </a:ext>
                </a:extLst>
              </p:cNvPr>
              <p:cNvSpPr/>
              <p:nvPr/>
            </p:nvSpPr>
            <p:spPr>
              <a:xfrm>
                <a:off x="2114672" y="4062706"/>
                <a:ext cx="4891178" cy="1742536"/>
              </a:xfrm>
              <a:custGeom>
                <a:avLst/>
                <a:gdLst>
                  <a:gd name="connsiteX0" fmla="*/ 0 w 4891178"/>
                  <a:gd name="connsiteY0" fmla="*/ 0 h 1742536"/>
                  <a:gd name="connsiteX1" fmla="*/ 4891178 w 4891178"/>
                  <a:gd name="connsiteY1" fmla="*/ 0 h 1742536"/>
                  <a:gd name="connsiteX2" fmla="*/ 4451231 w 4891178"/>
                  <a:gd name="connsiteY2" fmla="*/ 707366 h 1742536"/>
                  <a:gd name="connsiteX3" fmla="*/ 3786997 w 4891178"/>
                  <a:gd name="connsiteY3" fmla="*/ 707366 h 1742536"/>
                  <a:gd name="connsiteX4" fmla="*/ 3165895 w 4891178"/>
                  <a:gd name="connsiteY4" fmla="*/ 1742536 h 1742536"/>
                  <a:gd name="connsiteX5" fmla="*/ 1725283 w 4891178"/>
                  <a:gd name="connsiteY5" fmla="*/ 1742536 h 1742536"/>
                  <a:gd name="connsiteX6" fmla="*/ 1104182 w 4891178"/>
                  <a:gd name="connsiteY6" fmla="*/ 715992 h 1742536"/>
                  <a:gd name="connsiteX7" fmla="*/ 448574 w 4891178"/>
                  <a:gd name="connsiteY7" fmla="*/ 715992 h 1742536"/>
                  <a:gd name="connsiteX8" fmla="*/ 0 w 4891178"/>
                  <a:gd name="connsiteY8" fmla="*/ 0 h 174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1178" h="1742536">
                    <a:moveTo>
                      <a:pt x="0" y="0"/>
                    </a:moveTo>
                    <a:lnTo>
                      <a:pt x="4891178" y="0"/>
                    </a:lnTo>
                    <a:lnTo>
                      <a:pt x="4451231" y="707366"/>
                    </a:lnTo>
                    <a:lnTo>
                      <a:pt x="3786997" y="707366"/>
                    </a:lnTo>
                    <a:lnTo>
                      <a:pt x="3165895" y="1742536"/>
                    </a:lnTo>
                    <a:lnTo>
                      <a:pt x="1725283" y="1742536"/>
                    </a:lnTo>
                    <a:lnTo>
                      <a:pt x="1104182" y="715992"/>
                    </a:lnTo>
                    <a:lnTo>
                      <a:pt x="448574" y="715992"/>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1400">
                  <a:latin typeface="Segoe UI Light" panose="020B0502040204020203" pitchFamily="34" charset="0"/>
                  <a:cs typeface="Segoe UI Light" panose="020B0502040204020203" pitchFamily="34" charset="0"/>
                </a:endParaRPr>
              </a:p>
            </p:txBody>
          </p:sp>
          <p:sp>
            <p:nvSpPr>
              <p:cNvPr id="9" name="Forma libre: forma 11">
                <a:extLst>
                  <a:ext uri="{FF2B5EF4-FFF2-40B4-BE49-F238E27FC236}">
                    <a16:creationId xmlns:a16="http://schemas.microsoft.com/office/drawing/2014/main" id="{379BD8AE-58BF-4074-B0CA-26AE5F8613BD}"/>
                  </a:ext>
                </a:extLst>
              </p:cNvPr>
              <p:cNvSpPr/>
              <p:nvPr/>
            </p:nvSpPr>
            <p:spPr>
              <a:xfrm>
                <a:off x="1337688" y="3733949"/>
                <a:ext cx="6454874" cy="2268747"/>
              </a:xfrm>
              <a:custGeom>
                <a:avLst/>
                <a:gdLst>
                  <a:gd name="connsiteX0" fmla="*/ 25880 w 6469812"/>
                  <a:gd name="connsiteY0" fmla="*/ 0 h 2268747"/>
                  <a:gd name="connsiteX1" fmla="*/ 595223 w 6469812"/>
                  <a:gd name="connsiteY1" fmla="*/ 0 h 2268747"/>
                  <a:gd name="connsiteX2" fmla="*/ 1233578 w 6469812"/>
                  <a:gd name="connsiteY2" fmla="*/ 1043797 h 2268747"/>
                  <a:gd name="connsiteX3" fmla="*/ 1906438 w 6469812"/>
                  <a:gd name="connsiteY3" fmla="*/ 1043797 h 2268747"/>
                  <a:gd name="connsiteX4" fmla="*/ 2527540 w 6469812"/>
                  <a:gd name="connsiteY4" fmla="*/ 2070340 h 2268747"/>
                  <a:gd name="connsiteX5" fmla="*/ 3959525 w 6469812"/>
                  <a:gd name="connsiteY5" fmla="*/ 2070340 h 2268747"/>
                  <a:gd name="connsiteX6" fmla="*/ 4580627 w 6469812"/>
                  <a:gd name="connsiteY6" fmla="*/ 1026544 h 2268747"/>
                  <a:gd name="connsiteX7" fmla="*/ 5244861 w 6469812"/>
                  <a:gd name="connsiteY7" fmla="*/ 1026544 h 2268747"/>
                  <a:gd name="connsiteX8" fmla="*/ 5848710 w 6469812"/>
                  <a:gd name="connsiteY8" fmla="*/ 25880 h 2268747"/>
                  <a:gd name="connsiteX9" fmla="*/ 6469812 w 6469812"/>
                  <a:gd name="connsiteY9" fmla="*/ 25880 h 2268747"/>
                  <a:gd name="connsiteX10" fmla="*/ 6469812 w 6469812"/>
                  <a:gd name="connsiteY10" fmla="*/ 2268747 h 2268747"/>
                  <a:gd name="connsiteX11" fmla="*/ 0 w 6469812"/>
                  <a:gd name="connsiteY11" fmla="*/ 2268747 h 2268747"/>
                  <a:gd name="connsiteX12" fmla="*/ 25880 w 6469812"/>
                  <a:gd name="connsiteY12" fmla="*/ 0 h 2268747"/>
                  <a:gd name="connsiteX0" fmla="*/ 10942 w 6454874"/>
                  <a:gd name="connsiteY0" fmla="*/ 0 h 2268747"/>
                  <a:gd name="connsiteX1" fmla="*/ 580285 w 6454874"/>
                  <a:gd name="connsiteY1" fmla="*/ 0 h 2268747"/>
                  <a:gd name="connsiteX2" fmla="*/ 1218640 w 6454874"/>
                  <a:gd name="connsiteY2" fmla="*/ 1043797 h 2268747"/>
                  <a:gd name="connsiteX3" fmla="*/ 1891500 w 6454874"/>
                  <a:gd name="connsiteY3" fmla="*/ 1043797 h 2268747"/>
                  <a:gd name="connsiteX4" fmla="*/ 2512602 w 6454874"/>
                  <a:gd name="connsiteY4" fmla="*/ 2070340 h 2268747"/>
                  <a:gd name="connsiteX5" fmla="*/ 3944587 w 6454874"/>
                  <a:gd name="connsiteY5" fmla="*/ 2070340 h 2268747"/>
                  <a:gd name="connsiteX6" fmla="*/ 4565689 w 6454874"/>
                  <a:gd name="connsiteY6" fmla="*/ 1026544 h 2268747"/>
                  <a:gd name="connsiteX7" fmla="*/ 5229923 w 6454874"/>
                  <a:gd name="connsiteY7" fmla="*/ 1026544 h 2268747"/>
                  <a:gd name="connsiteX8" fmla="*/ 5833772 w 6454874"/>
                  <a:gd name="connsiteY8" fmla="*/ 25880 h 2268747"/>
                  <a:gd name="connsiteX9" fmla="*/ 6454874 w 6454874"/>
                  <a:gd name="connsiteY9" fmla="*/ 25880 h 2268747"/>
                  <a:gd name="connsiteX10" fmla="*/ 6454874 w 6454874"/>
                  <a:gd name="connsiteY10" fmla="*/ 2268747 h 2268747"/>
                  <a:gd name="connsiteX11" fmla="*/ 2314 w 6454874"/>
                  <a:gd name="connsiteY11" fmla="*/ 2268747 h 2268747"/>
                  <a:gd name="connsiteX12" fmla="*/ 10942 w 6454874"/>
                  <a:gd name="connsiteY12" fmla="*/ 0 h 226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54874" h="2268747">
                    <a:moveTo>
                      <a:pt x="10942" y="0"/>
                    </a:moveTo>
                    <a:lnTo>
                      <a:pt x="580285" y="0"/>
                    </a:lnTo>
                    <a:lnTo>
                      <a:pt x="1218640" y="1043797"/>
                    </a:lnTo>
                    <a:lnTo>
                      <a:pt x="1891500" y="1043797"/>
                    </a:lnTo>
                    <a:lnTo>
                      <a:pt x="2512602" y="2070340"/>
                    </a:lnTo>
                    <a:lnTo>
                      <a:pt x="3944587" y="2070340"/>
                    </a:lnTo>
                    <a:lnTo>
                      <a:pt x="4565689" y="1026544"/>
                    </a:lnTo>
                    <a:lnTo>
                      <a:pt x="5229923" y="1026544"/>
                    </a:lnTo>
                    <a:lnTo>
                      <a:pt x="5833772" y="25880"/>
                    </a:lnTo>
                    <a:lnTo>
                      <a:pt x="6454874" y="25880"/>
                    </a:lnTo>
                    <a:lnTo>
                      <a:pt x="6454874" y="2268747"/>
                    </a:lnTo>
                    <a:lnTo>
                      <a:pt x="2314" y="2268747"/>
                    </a:lnTo>
                    <a:cubicBezTo>
                      <a:pt x="5190" y="1518249"/>
                      <a:pt x="-9187" y="767751"/>
                      <a:pt x="10942"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1400" dirty="0">
                  <a:latin typeface="Segoe UI Light" panose="020B0502040204020203" pitchFamily="34" charset="0"/>
                  <a:cs typeface="Segoe UI Light" panose="020B0502040204020203" pitchFamily="34" charset="0"/>
                </a:endParaRPr>
              </a:p>
            </p:txBody>
          </p:sp>
          <p:cxnSp>
            <p:nvCxnSpPr>
              <p:cNvPr id="10" name="Conector recto de flecha 12">
                <a:extLst>
                  <a:ext uri="{FF2B5EF4-FFF2-40B4-BE49-F238E27FC236}">
                    <a16:creationId xmlns:a16="http://schemas.microsoft.com/office/drawing/2014/main" id="{72833A32-B124-41AD-9CC9-6EF29CBE53DD}"/>
                  </a:ext>
                </a:extLst>
              </p:cNvPr>
              <p:cNvCxnSpPr/>
              <p:nvPr/>
            </p:nvCxnSpPr>
            <p:spPr>
              <a:xfrm>
                <a:off x="1924891" y="3664942"/>
                <a:ext cx="5253487" cy="25880"/>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11" name="CuadroTexto 13">
                <a:extLst>
                  <a:ext uri="{FF2B5EF4-FFF2-40B4-BE49-F238E27FC236}">
                    <a16:creationId xmlns:a16="http://schemas.microsoft.com/office/drawing/2014/main" id="{EA818BB3-09AE-4D6E-A4FD-0FB2CB5634FC}"/>
                  </a:ext>
                </a:extLst>
              </p:cNvPr>
              <p:cNvSpPr txBox="1"/>
              <p:nvPr/>
            </p:nvSpPr>
            <p:spPr>
              <a:xfrm>
                <a:off x="3537170" y="3409154"/>
                <a:ext cx="2379562" cy="307777"/>
              </a:xfrm>
              <a:prstGeom prst="rect">
                <a:avLst/>
              </a:prstGeom>
              <a:noFill/>
            </p:spPr>
            <p:txBody>
              <a:bodyPr wrap="none" rtlCol="0">
                <a:spAutoFit/>
              </a:bodyPr>
              <a:lstStyle/>
              <a:p>
                <a:r>
                  <a:rPr lang="es-419" sz="1400" dirty="0">
                    <a:latin typeface="Segoe UI Light" panose="020B0502040204020203" pitchFamily="34" charset="0"/>
                    <a:cs typeface="Segoe UI Light" panose="020B0502040204020203" pitchFamily="34" charset="0"/>
                  </a:rPr>
                  <a:t>T Ancho Superficial = 251.2m</a:t>
                </a:r>
              </a:p>
            </p:txBody>
          </p:sp>
          <p:cxnSp>
            <p:nvCxnSpPr>
              <p:cNvPr id="12" name="Conector recto de flecha 15">
                <a:extLst>
                  <a:ext uri="{FF2B5EF4-FFF2-40B4-BE49-F238E27FC236}">
                    <a16:creationId xmlns:a16="http://schemas.microsoft.com/office/drawing/2014/main" id="{E040206F-EB79-4803-8E59-E0453E7C7665}"/>
                  </a:ext>
                </a:extLst>
              </p:cNvPr>
              <p:cNvCxnSpPr/>
              <p:nvPr/>
            </p:nvCxnSpPr>
            <p:spPr>
              <a:xfrm>
                <a:off x="4573201" y="4054079"/>
                <a:ext cx="1436" cy="1741374"/>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cxnSp>
            <p:nvCxnSpPr>
              <p:cNvPr id="13" name="Conector recto de flecha 16">
                <a:extLst>
                  <a:ext uri="{FF2B5EF4-FFF2-40B4-BE49-F238E27FC236}">
                    <a16:creationId xmlns:a16="http://schemas.microsoft.com/office/drawing/2014/main" id="{E7253658-3CE5-4107-A392-571ECA559E5E}"/>
                  </a:ext>
                </a:extLst>
              </p:cNvPr>
              <p:cNvCxnSpPr/>
              <p:nvPr/>
            </p:nvCxnSpPr>
            <p:spPr>
              <a:xfrm>
                <a:off x="3058036" y="4768375"/>
                <a:ext cx="0" cy="1027078"/>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14" name="CuadroTexto 17">
                <a:extLst>
                  <a:ext uri="{FF2B5EF4-FFF2-40B4-BE49-F238E27FC236}">
                    <a16:creationId xmlns:a16="http://schemas.microsoft.com/office/drawing/2014/main" id="{689B6B03-6642-4E3B-88BD-25B5DFCF2194}"/>
                  </a:ext>
                </a:extLst>
              </p:cNvPr>
              <p:cNvSpPr txBox="1"/>
              <p:nvPr/>
            </p:nvSpPr>
            <p:spPr>
              <a:xfrm>
                <a:off x="1888852" y="5051079"/>
                <a:ext cx="1015021" cy="523220"/>
              </a:xfrm>
              <a:prstGeom prst="rect">
                <a:avLst/>
              </a:prstGeom>
              <a:noFill/>
            </p:spPr>
            <p:txBody>
              <a:bodyPr wrap="none" rtlCol="0">
                <a:spAutoFit/>
              </a:bodyPr>
              <a:lstStyle/>
              <a:p>
                <a:pPr algn="r"/>
                <a:r>
                  <a:rPr lang="es-419" sz="1400" dirty="0">
                    <a:latin typeface="Segoe UI Light" panose="020B0502040204020203" pitchFamily="34" charset="0"/>
                    <a:cs typeface="Segoe UI Light" panose="020B0502040204020203" pitchFamily="34" charset="0"/>
                  </a:rPr>
                  <a:t>Canal </a:t>
                </a:r>
              </a:p>
              <a:p>
                <a:pPr algn="r"/>
                <a:r>
                  <a:rPr lang="es-419" sz="1400" dirty="0">
                    <a:latin typeface="Segoe UI Light" panose="020B0502040204020203" pitchFamily="34" charset="0"/>
                    <a:cs typeface="Segoe UI Light" panose="020B0502040204020203" pitchFamily="34" charset="0"/>
                  </a:rPr>
                  <a:t>Dominante</a:t>
                </a:r>
              </a:p>
            </p:txBody>
          </p:sp>
          <p:cxnSp>
            <p:nvCxnSpPr>
              <p:cNvPr id="15" name="Conector recto de flecha 18">
                <a:extLst>
                  <a:ext uri="{FF2B5EF4-FFF2-40B4-BE49-F238E27FC236}">
                    <a16:creationId xmlns:a16="http://schemas.microsoft.com/office/drawing/2014/main" id="{6201C800-B63B-4EA0-8B4D-389E2FE3CD41}"/>
                  </a:ext>
                </a:extLst>
              </p:cNvPr>
              <p:cNvCxnSpPr/>
              <p:nvPr/>
            </p:nvCxnSpPr>
            <p:spPr>
              <a:xfrm>
                <a:off x="1534244" y="3761337"/>
                <a:ext cx="0" cy="1027078"/>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16" name="CuadroTexto 19">
                <a:extLst>
                  <a:ext uri="{FF2B5EF4-FFF2-40B4-BE49-F238E27FC236}">
                    <a16:creationId xmlns:a16="http://schemas.microsoft.com/office/drawing/2014/main" id="{5517EB0B-2E97-46D2-92A5-9D6357BFFB5B}"/>
                  </a:ext>
                </a:extLst>
              </p:cNvPr>
              <p:cNvSpPr txBox="1"/>
              <p:nvPr/>
            </p:nvSpPr>
            <p:spPr>
              <a:xfrm>
                <a:off x="1712788" y="4062706"/>
                <a:ext cx="892809" cy="523220"/>
              </a:xfrm>
              <a:prstGeom prst="rect">
                <a:avLst/>
              </a:prstGeom>
              <a:noFill/>
            </p:spPr>
            <p:txBody>
              <a:bodyPr wrap="none" rtlCol="0">
                <a:spAutoFit/>
              </a:bodyPr>
              <a:lstStyle/>
              <a:p>
                <a:r>
                  <a:rPr lang="es-419" sz="1400" dirty="0">
                    <a:latin typeface="Segoe UI Light" panose="020B0502040204020203" pitchFamily="34" charset="0"/>
                    <a:cs typeface="Segoe UI Light" panose="020B0502040204020203" pitchFamily="34" charset="0"/>
                  </a:rPr>
                  <a:t>Canal </a:t>
                </a:r>
              </a:p>
              <a:p>
                <a:r>
                  <a:rPr lang="es-419" sz="1400" dirty="0">
                    <a:latin typeface="Segoe UI Light" panose="020B0502040204020203" pitchFamily="34" charset="0"/>
                    <a:cs typeface="Segoe UI Light" panose="020B0502040204020203" pitchFamily="34" charset="0"/>
                  </a:rPr>
                  <a:t>Creciente</a:t>
                </a:r>
              </a:p>
            </p:txBody>
          </p:sp>
          <p:cxnSp>
            <p:nvCxnSpPr>
              <p:cNvPr id="17" name="Conector recto de flecha 20">
                <a:extLst>
                  <a:ext uri="{FF2B5EF4-FFF2-40B4-BE49-F238E27FC236}">
                    <a16:creationId xmlns:a16="http://schemas.microsoft.com/office/drawing/2014/main" id="{A0556628-6FFE-4826-BB2D-048B93CE930E}"/>
                  </a:ext>
                </a:extLst>
              </p:cNvPr>
              <p:cNvCxnSpPr/>
              <p:nvPr/>
            </p:nvCxnSpPr>
            <p:spPr>
              <a:xfrm>
                <a:off x="6809238" y="3751839"/>
                <a:ext cx="0" cy="310867"/>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18" name="CuadroTexto 21">
                <a:extLst>
                  <a:ext uri="{FF2B5EF4-FFF2-40B4-BE49-F238E27FC236}">
                    <a16:creationId xmlns:a16="http://schemas.microsoft.com/office/drawing/2014/main" id="{197E677C-43D5-4725-AFBF-3A1AD17399F9}"/>
                  </a:ext>
                </a:extLst>
              </p:cNvPr>
              <p:cNvSpPr txBox="1"/>
              <p:nvPr/>
            </p:nvSpPr>
            <p:spPr>
              <a:xfrm>
                <a:off x="4129910" y="3767045"/>
                <a:ext cx="2689391" cy="307777"/>
              </a:xfrm>
              <a:prstGeom prst="rect">
                <a:avLst/>
              </a:prstGeom>
              <a:noFill/>
            </p:spPr>
            <p:txBody>
              <a:bodyPr wrap="none" rtlCol="0">
                <a:spAutoFit/>
              </a:bodyPr>
              <a:lstStyle/>
              <a:p>
                <a:pPr algn="r"/>
                <a:r>
                  <a:rPr lang="es-419" sz="1400" dirty="0">
                    <a:latin typeface="Segoe UI Light" panose="020B0502040204020203" pitchFamily="34" charset="0"/>
                    <a:cs typeface="Segoe UI Light" panose="020B0502040204020203" pitchFamily="34" charset="0"/>
                  </a:rPr>
                  <a:t>BL Borde Libre disponible = 0.4m</a:t>
                </a:r>
              </a:p>
            </p:txBody>
          </p:sp>
          <p:sp>
            <p:nvSpPr>
              <p:cNvPr id="19" name="Elipse 22">
                <a:extLst>
                  <a:ext uri="{FF2B5EF4-FFF2-40B4-BE49-F238E27FC236}">
                    <a16:creationId xmlns:a16="http://schemas.microsoft.com/office/drawing/2014/main" id="{72FFCF56-A6C9-407C-98A4-0650FFA51C95}"/>
                  </a:ext>
                </a:extLst>
              </p:cNvPr>
              <p:cNvSpPr/>
              <p:nvPr/>
            </p:nvSpPr>
            <p:spPr>
              <a:xfrm>
                <a:off x="2881040" y="5104915"/>
                <a:ext cx="353991" cy="35399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1400" b="1" dirty="0">
                    <a:solidFill>
                      <a:schemeClr val="tx1"/>
                    </a:solidFill>
                    <a:latin typeface="Segoe UI Light" panose="020B0502040204020203" pitchFamily="34" charset="0"/>
                    <a:cs typeface="Segoe UI Light" panose="020B0502040204020203" pitchFamily="34" charset="0"/>
                  </a:rPr>
                  <a:t>1</a:t>
                </a:r>
              </a:p>
            </p:txBody>
          </p:sp>
          <p:sp>
            <p:nvSpPr>
              <p:cNvPr id="20" name="Elipse 23">
                <a:extLst>
                  <a:ext uri="{FF2B5EF4-FFF2-40B4-BE49-F238E27FC236}">
                    <a16:creationId xmlns:a16="http://schemas.microsoft.com/office/drawing/2014/main" id="{85F036EE-9A8C-4852-BED0-98A92E584EEE}"/>
                  </a:ext>
                </a:extLst>
              </p:cNvPr>
              <p:cNvSpPr/>
              <p:nvPr/>
            </p:nvSpPr>
            <p:spPr>
              <a:xfrm>
                <a:off x="1360252" y="4097880"/>
                <a:ext cx="353991" cy="35399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1400" b="1" dirty="0">
                    <a:solidFill>
                      <a:schemeClr val="tx1"/>
                    </a:solidFill>
                    <a:latin typeface="Segoe UI Light" panose="020B0502040204020203" pitchFamily="34" charset="0"/>
                    <a:cs typeface="Segoe UI Light" panose="020B0502040204020203" pitchFamily="34" charset="0"/>
                  </a:rPr>
                  <a:t>2</a:t>
                </a:r>
              </a:p>
            </p:txBody>
          </p:sp>
          <p:cxnSp>
            <p:nvCxnSpPr>
              <p:cNvPr id="21" name="Conector recto de flecha 24">
                <a:extLst>
                  <a:ext uri="{FF2B5EF4-FFF2-40B4-BE49-F238E27FC236}">
                    <a16:creationId xmlns:a16="http://schemas.microsoft.com/office/drawing/2014/main" id="{EA650890-7F59-4358-B7E1-AF1E53C8D32A}"/>
                  </a:ext>
                </a:extLst>
              </p:cNvPr>
              <p:cNvCxnSpPr/>
              <p:nvPr/>
            </p:nvCxnSpPr>
            <p:spPr>
              <a:xfrm>
                <a:off x="3890513" y="5912538"/>
                <a:ext cx="1366188" cy="6730"/>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cxnSp>
            <p:nvCxnSpPr>
              <p:cNvPr id="22" name="Conector recto de flecha 25">
                <a:extLst>
                  <a:ext uri="{FF2B5EF4-FFF2-40B4-BE49-F238E27FC236}">
                    <a16:creationId xmlns:a16="http://schemas.microsoft.com/office/drawing/2014/main" id="{07EAFC9D-B808-4027-B015-B655F8CF35F4}"/>
                  </a:ext>
                </a:extLst>
              </p:cNvPr>
              <p:cNvCxnSpPr/>
              <p:nvPr/>
            </p:nvCxnSpPr>
            <p:spPr>
              <a:xfrm>
                <a:off x="3227888" y="4712822"/>
                <a:ext cx="2641695" cy="0"/>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cxnSp>
            <p:nvCxnSpPr>
              <p:cNvPr id="23" name="Conector recto de flecha 26">
                <a:extLst>
                  <a:ext uri="{FF2B5EF4-FFF2-40B4-BE49-F238E27FC236}">
                    <a16:creationId xmlns:a16="http://schemas.microsoft.com/office/drawing/2014/main" id="{A9539D99-E835-47F6-89BC-AF3A67C2CA6F}"/>
                  </a:ext>
                </a:extLst>
              </p:cNvPr>
              <p:cNvCxnSpPr/>
              <p:nvPr/>
            </p:nvCxnSpPr>
            <p:spPr>
              <a:xfrm>
                <a:off x="2542971" y="4368493"/>
                <a:ext cx="4018379" cy="0"/>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cxnSp>
            <p:nvCxnSpPr>
              <p:cNvPr id="24" name="Conector recto de flecha 27">
                <a:extLst>
                  <a:ext uri="{FF2B5EF4-FFF2-40B4-BE49-F238E27FC236}">
                    <a16:creationId xmlns:a16="http://schemas.microsoft.com/office/drawing/2014/main" id="{7492A42B-C4FD-4D50-9387-0CD296418D6C}"/>
                  </a:ext>
                </a:extLst>
              </p:cNvPr>
              <p:cNvCxnSpPr/>
              <p:nvPr/>
            </p:nvCxnSpPr>
            <p:spPr>
              <a:xfrm>
                <a:off x="7462094" y="3761337"/>
                <a:ext cx="0" cy="2034116"/>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25" name="Elipse 28">
                <a:extLst>
                  <a:ext uri="{FF2B5EF4-FFF2-40B4-BE49-F238E27FC236}">
                    <a16:creationId xmlns:a16="http://schemas.microsoft.com/office/drawing/2014/main" id="{517614AC-1B30-42BA-B87D-A2002078E0CD}"/>
                  </a:ext>
                </a:extLst>
              </p:cNvPr>
              <p:cNvSpPr/>
              <p:nvPr/>
            </p:nvSpPr>
            <p:spPr>
              <a:xfrm>
                <a:off x="7285098" y="4611419"/>
                <a:ext cx="353991" cy="35399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1400" b="1" dirty="0">
                    <a:solidFill>
                      <a:schemeClr val="tx1"/>
                    </a:solidFill>
                    <a:latin typeface="Segoe UI Light" panose="020B0502040204020203" pitchFamily="34" charset="0"/>
                    <a:cs typeface="Segoe UI Light" panose="020B0502040204020203" pitchFamily="34" charset="0"/>
                  </a:rPr>
                  <a:t>3</a:t>
                </a:r>
              </a:p>
            </p:txBody>
          </p:sp>
          <p:sp>
            <p:nvSpPr>
              <p:cNvPr id="26" name="CuadroTexto 29">
                <a:extLst>
                  <a:ext uri="{FF2B5EF4-FFF2-40B4-BE49-F238E27FC236}">
                    <a16:creationId xmlns:a16="http://schemas.microsoft.com/office/drawing/2014/main" id="{83E5C22A-591E-456B-BF81-29930641C2CF}"/>
                  </a:ext>
                </a:extLst>
              </p:cNvPr>
              <p:cNvSpPr txBox="1"/>
              <p:nvPr/>
            </p:nvSpPr>
            <p:spPr>
              <a:xfrm>
                <a:off x="4312154" y="5960313"/>
                <a:ext cx="519694"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40m</a:t>
                </a:r>
              </a:p>
            </p:txBody>
          </p:sp>
          <p:sp>
            <p:nvSpPr>
              <p:cNvPr id="27" name="CuadroTexto 30">
                <a:extLst>
                  <a:ext uri="{FF2B5EF4-FFF2-40B4-BE49-F238E27FC236}">
                    <a16:creationId xmlns:a16="http://schemas.microsoft.com/office/drawing/2014/main" id="{682B1E60-3F40-4017-ACB1-441687A89121}"/>
                  </a:ext>
                </a:extLst>
              </p:cNvPr>
              <p:cNvSpPr txBox="1"/>
              <p:nvPr/>
            </p:nvSpPr>
            <p:spPr>
              <a:xfrm>
                <a:off x="5928402" y="5181907"/>
                <a:ext cx="529311"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1.5m</a:t>
                </a:r>
              </a:p>
            </p:txBody>
          </p:sp>
          <p:cxnSp>
            <p:nvCxnSpPr>
              <p:cNvPr id="28" name="Conector recto de flecha 31">
                <a:extLst>
                  <a:ext uri="{FF2B5EF4-FFF2-40B4-BE49-F238E27FC236}">
                    <a16:creationId xmlns:a16="http://schemas.microsoft.com/office/drawing/2014/main" id="{2F15546E-5A83-495C-829B-16DC85422B27}"/>
                  </a:ext>
                </a:extLst>
              </p:cNvPr>
              <p:cNvCxnSpPr/>
              <p:nvPr/>
            </p:nvCxnSpPr>
            <p:spPr>
              <a:xfrm>
                <a:off x="5952865" y="4767764"/>
                <a:ext cx="0" cy="1027078"/>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29" name="CuadroTexto 32">
                <a:extLst>
                  <a:ext uri="{FF2B5EF4-FFF2-40B4-BE49-F238E27FC236}">
                    <a16:creationId xmlns:a16="http://schemas.microsoft.com/office/drawing/2014/main" id="{DBF5F982-A9D9-4C9A-BBD2-CCD169507D88}"/>
                  </a:ext>
                </a:extLst>
              </p:cNvPr>
              <p:cNvSpPr txBox="1"/>
              <p:nvPr/>
            </p:nvSpPr>
            <p:spPr>
              <a:xfrm rot="18121144">
                <a:off x="5261360" y="5269443"/>
                <a:ext cx="678391"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14H:1V</a:t>
                </a:r>
              </a:p>
            </p:txBody>
          </p:sp>
          <p:sp>
            <p:nvSpPr>
              <p:cNvPr id="30" name="CuadroTexto 33">
                <a:extLst>
                  <a:ext uri="{FF2B5EF4-FFF2-40B4-BE49-F238E27FC236}">
                    <a16:creationId xmlns:a16="http://schemas.microsoft.com/office/drawing/2014/main" id="{D8F58C59-94B6-4CFC-BE32-9D3D64C3EE4A}"/>
                  </a:ext>
                </a:extLst>
              </p:cNvPr>
              <p:cNvSpPr txBox="1"/>
              <p:nvPr/>
            </p:nvSpPr>
            <p:spPr>
              <a:xfrm>
                <a:off x="3965787" y="4484144"/>
                <a:ext cx="518091"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82m</a:t>
                </a:r>
              </a:p>
            </p:txBody>
          </p:sp>
          <p:sp>
            <p:nvSpPr>
              <p:cNvPr id="31" name="CuadroTexto 35">
                <a:extLst>
                  <a:ext uri="{FF2B5EF4-FFF2-40B4-BE49-F238E27FC236}">
                    <a16:creationId xmlns:a16="http://schemas.microsoft.com/office/drawing/2014/main" id="{D935E8EC-672E-4106-95A7-32ACBFD365B7}"/>
                  </a:ext>
                </a:extLst>
              </p:cNvPr>
              <p:cNvSpPr txBox="1"/>
              <p:nvPr/>
            </p:nvSpPr>
            <p:spPr>
              <a:xfrm>
                <a:off x="3744902" y="4111028"/>
                <a:ext cx="744113"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209.2m</a:t>
                </a:r>
              </a:p>
            </p:txBody>
          </p:sp>
          <p:cxnSp>
            <p:nvCxnSpPr>
              <p:cNvPr id="32" name="Conector recto de flecha 36">
                <a:extLst>
                  <a:ext uri="{FF2B5EF4-FFF2-40B4-BE49-F238E27FC236}">
                    <a16:creationId xmlns:a16="http://schemas.microsoft.com/office/drawing/2014/main" id="{594C077B-16E4-453E-A22A-39212C647015}"/>
                  </a:ext>
                </a:extLst>
              </p:cNvPr>
              <p:cNvCxnSpPr/>
              <p:nvPr/>
            </p:nvCxnSpPr>
            <p:spPr>
              <a:xfrm>
                <a:off x="1334737" y="3101967"/>
                <a:ext cx="6457825" cy="31813"/>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33" name="CuadroTexto 37">
                <a:extLst>
                  <a:ext uri="{FF2B5EF4-FFF2-40B4-BE49-F238E27FC236}">
                    <a16:creationId xmlns:a16="http://schemas.microsoft.com/office/drawing/2014/main" id="{352BEB53-0FF0-4BA0-9983-962AA14570EF}"/>
                  </a:ext>
                </a:extLst>
              </p:cNvPr>
              <p:cNvSpPr txBox="1"/>
              <p:nvPr/>
            </p:nvSpPr>
            <p:spPr>
              <a:xfrm>
                <a:off x="1677606" y="2849678"/>
                <a:ext cx="5742278"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Ancho máximo disponible para el valle y huellas de mecanización = 300m</a:t>
                </a:r>
              </a:p>
            </p:txBody>
          </p:sp>
          <p:cxnSp>
            <p:nvCxnSpPr>
              <p:cNvPr id="34" name="Conector recto de flecha 38">
                <a:extLst>
                  <a:ext uri="{FF2B5EF4-FFF2-40B4-BE49-F238E27FC236}">
                    <a16:creationId xmlns:a16="http://schemas.microsoft.com/office/drawing/2014/main" id="{9AF6FE39-27E7-41FE-A6F6-9ABA2BE76E0E}"/>
                  </a:ext>
                </a:extLst>
              </p:cNvPr>
              <p:cNvCxnSpPr/>
              <p:nvPr/>
            </p:nvCxnSpPr>
            <p:spPr>
              <a:xfrm>
                <a:off x="1334737" y="3666099"/>
                <a:ext cx="607405" cy="0"/>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cxnSp>
            <p:nvCxnSpPr>
              <p:cNvPr id="35" name="Conector recto de flecha 39">
                <a:extLst>
                  <a:ext uri="{FF2B5EF4-FFF2-40B4-BE49-F238E27FC236}">
                    <a16:creationId xmlns:a16="http://schemas.microsoft.com/office/drawing/2014/main" id="{89443126-E627-4EA7-A26A-6909D566B26F}"/>
                  </a:ext>
                </a:extLst>
              </p:cNvPr>
              <p:cNvCxnSpPr/>
              <p:nvPr/>
            </p:nvCxnSpPr>
            <p:spPr>
              <a:xfrm>
                <a:off x="7167016" y="3696847"/>
                <a:ext cx="607405" cy="0"/>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36" name="CuadroTexto 40">
                <a:extLst>
                  <a:ext uri="{FF2B5EF4-FFF2-40B4-BE49-F238E27FC236}">
                    <a16:creationId xmlns:a16="http://schemas.microsoft.com/office/drawing/2014/main" id="{58F5F45E-7557-404C-B589-87E666E36008}"/>
                  </a:ext>
                </a:extLst>
              </p:cNvPr>
              <p:cNvSpPr txBox="1"/>
              <p:nvPr/>
            </p:nvSpPr>
            <p:spPr>
              <a:xfrm>
                <a:off x="6746212" y="4291096"/>
                <a:ext cx="511679"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1.1m</a:t>
                </a:r>
              </a:p>
            </p:txBody>
          </p:sp>
          <p:cxnSp>
            <p:nvCxnSpPr>
              <p:cNvPr id="37" name="Conector recto de flecha 41">
                <a:extLst>
                  <a:ext uri="{FF2B5EF4-FFF2-40B4-BE49-F238E27FC236}">
                    <a16:creationId xmlns:a16="http://schemas.microsoft.com/office/drawing/2014/main" id="{F74BA5E7-9014-4DFB-88D5-8631408C7016}"/>
                  </a:ext>
                </a:extLst>
              </p:cNvPr>
              <p:cNvCxnSpPr>
                <a:cxnSpLocks/>
              </p:cNvCxnSpPr>
              <p:nvPr/>
            </p:nvCxnSpPr>
            <p:spPr>
              <a:xfrm>
                <a:off x="7206249" y="4097880"/>
                <a:ext cx="0" cy="710574"/>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cxnSp>
            <p:nvCxnSpPr>
              <p:cNvPr id="38" name="Conector recto de flecha 42">
                <a:extLst>
                  <a:ext uri="{FF2B5EF4-FFF2-40B4-BE49-F238E27FC236}">
                    <a16:creationId xmlns:a16="http://schemas.microsoft.com/office/drawing/2014/main" id="{FCC2EF25-BBE7-43DC-98FD-E558C8E8D2C1}"/>
                  </a:ext>
                </a:extLst>
              </p:cNvPr>
              <p:cNvCxnSpPr>
                <a:endCxn id="8" idx="7"/>
              </p:cNvCxnSpPr>
              <p:nvPr/>
            </p:nvCxnSpPr>
            <p:spPr>
              <a:xfrm>
                <a:off x="2552136" y="4365970"/>
                <a:ext cx="11110" cy="412728"/>
              </a:xfrm>
              <a:prstGeom prst="straightConnector1">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9" name="Conector recto de flecha 44">
                <a:extLst>
                  <a:ext uri="{FF2B5EF4-FFF2-40B4-BE49-F238E27FC236}">
                    <a16:creationId xmlns:a16="http://schemas.microsoft.com/office/drawing/2014/main" id="{961155B6-5B17-4B3E-90DA-DAEAED1F7FEC}"/>
                  </a:ext>
                </a:extLst>
              </p:cNvPr>
              <p:cNvCxnSpPr/>
              <p:nvPr/>
            </p:nvCxnSpPr>
            <p:spPr>
              <a:xfrm>
                <a:off x="6561350" y="4361668"/>
                <a:ext cx="11110" cy="412728"/>
              </a:xfrm>
              <a:prstGeom prst="straightConnector1">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CuadroTexto 46">
                <a:extLst>
                  <a:ext uri="{FF2B5EF4-FFF2-40B4-BE49-F238E27FC236}">
                    <a16:creationId xmlns:a16="http://schemas.microsoft.com/office/drawing/2014/main" id="{563DF829-F97B-424B-A96D-B4A101346BF3}"/>
                  </a:ext>
                </a:extLst>
              </p:cNvPr>
              <p:cNvSpPr txBox="1"/>
              <p:nvPr/>
            </p:nvSpPr>
            <p:spPr>
              <a:xfrm>
                <a:off x="6684898" y="3155982"/>
                <a:ext cx="1397310" cy="523220"/>
              </a:xfrm>
              <a:prstGeom prst="rect">
                <a:avLst/>
              </a:prstGeom>
              <a:noFill/>
            </p:spPr>
            <p:txBody>
              <a:bodyPr wrap="square" rtlCol="0">
                <a:spAutoFit/>
              </a:bodyPr>
              <a:lstStyle/>
              <a:p>
                <a:pPr algn="ctr"/>
                <a:r>
                  <a:rPr lang="es-419" sz="1400" dirty="0">
                    <a:latin typeface="Segoe UI Light" panose="020B0502040204020203" pitchFamily="34" charset="0"/>
                    <a:cs typeface="Segoe UI Light" panose="020B0502040204020203" pitchFamily="34" charset="0"/>
                  </a:rPr>
                  <a:t>Huella de mecanización</a:t>
                </a:r>
              </a:p>
            </p:txBody>
          </p:sp>
          <p:sp>
            <p:nvSpPr>
              <p:cNvPr id="41" name="CuadroTexto 47">
                <a:extLst>
                  <a:ext uri="{FF2B5EF4-FFF2-40B4-BE49-F238E27FC236}">
                    <a16:creationId xmlns:a16="http://schemas.microsoft.com/office/drawing/2014/main" id="{7B035E00-94B2-493D-8F1D-2F5588A5068B}"/>
                  </a:ext>
                </a:extLst>
              </p:cNvPr>
              <p:cNvSpPr txBox="1"/>
              <p:nvPr/>
            </p:nvSpPr>
            <p:spPr>
              <a:xfrm>
                <a:off x="1303399" y="3395337"/>
                <a:ext cx="654345"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24.4m</a:t>
                </a:r>
              </a:p>
            </p:txBody>
          </p:sp>
          <p:sp>
            <p:nvSpPr>
              <p:cNvPr id="42" name="CuadroTexto 49">
                <a:extLst>
                  <a:ext uri="{FF2B5EF4-FFF2-40B4-BE49-F238E27FC236}">
                    <a16:creationId xmlns:a16="http://schemas.microsoft.com/office/drawing/2014/main" id="{9B3B8B53-7E70-481B-865C-99D42C2467CB}"/>
                  </a:ext>
                </a:extLst>
              </p:cNvPr>
              <p:cNvSpPr txBox="1"/>
              <p:nvPr/>
            </p:nvSpPr>
            <p:spPr>
              <a:xfrm rot="18121144">
                <a:off x="6371043" y="4162060"/>
                <a:ext cx="678391" cy="307777"/>
              </a:xfrm>
              <a:prstGeom prst="rect">
                <a:avLst/>
              </a:prstGeom>
              <a:noFill/>
            </p:spPr>
            <p:txBody>
              <a:bodyPr wrap="none" rtlCol="0">
                <a:spAutoFit/>
              </a:bodyPr>
              <a:lstStyle/>
              <a:p>
                <a:pPr algn="ctr"/>
                <a:r>
                  <a:rPr lang="es-419" sz="1400" dirty="0">
                    <a:latin typeface="Segoe UI Light" panose="020B0502040204020203" pitchFamily="34" charset="0"/>
                    <a:cs typeface="Segoe UI Light" panose="020B0502040204020203" pitchFamily="34" charset="0"/>
                  </a:rPr>
                  <a:t>14H:1V</a:t>
                </a:r>
              </a:p>
            </p:txBody>
          </p:sp>
          <p:cxnSp>
            <p:nvCxnSpPr>
              <p:cNvPr id="43" name="Conector recto de flecha 51">
                <a:extLst>
                  <a:ext uri="{FF2B5EF4-FFF2-40B4-BE49-F238E27FC236}">
                    <a16:creationId xmlns:a16="http://schemas.microsoft.com/office/drawing/2014/main" id="{8DD017C6-BD06-4CBD-81AA-60C4C9D935CF}"/>
                  </a:ext>
                </a:extLst>
              </p:cNvPr>
              <p:cNvCxnSpPr/>
              <p:nvPr/>
            </p:nvCxnSpPr>
            <p:spPr>
              <a:xfrm>
                <a:off x="7884368" y="3767961"/>
                <a:ext cx="0" cy="2034116"/>
              </a:xfrm>
              <a:prstGeom prst="straightConnector1">
                <a:avLst/>
              </a:prstGeom>
              <a:ln>
                <a:headEnd type="stealth"/>
                <a:tailEnd type="stealth"/>
              </a:ln>
            </p:spPr>
            <p:style>
              <a:lnRef idx="1">
                <a:schemeClr val="dk1"/>
              </a:lnRef>
              <a:fillRef idx="0">
                <a:schemeClr val="dk1"/>
              </a:fillRef>
              <a:effectRef idx="0">
                <a:schemeClr val="dk1"/>
              </a:effectRef>
              <a:fontRef idx="minor">
                <a:schemeClr val="tx1"/>
              </a:fontRef>
            </p:style>
          </p:cxnSp>
          <p:sp>
            <p:nvSpPr>
              <p:cNvPr id="44" name="CuadroTexto 52">
                <a:extLst>
                  <a:ext uri="{FF2B5EF4-FFF2-40B4-BE49-F238E27FC236}">
                    <a16:creationId xmlns:a16="http://schemas.microsoft.com/office/drawing/2014/main" id="{39626397-EE12-4B2A-AA98-0A12CED8FDC0}"/>
                  </a:ext>
                </a:extLst>
              </p:cNvPr>
              <p:cNvSpPr txBox="1"/>
              <p:nvPr/>
            </p:nvSpPr>
            <p:spPr>
              <a:xfrm rot="16200000">
                <a:off x="7137696" y="4649648"/>
                <a:ext cx="1754325" cy="307777"/>
              </a:xfrm>
              <a:prstGeom prst="rect">
                <a:avLst/>
              </a:prstGeom>
              <a:noFill/>
            </p:spPr>
            <p:txBody>
              <a:bodyPr wrap="square" rtlCol="0">
                <a:spAutoFit/>
              </a:bodyPr>
              <a:lstStyle/>
              <a:p>
                <a:pPr algn="ctr"/>
                <a:r>
                  <a:rPr lang="es-419" sz="1400" dirty="0">
                    <a:latin typeface="Segoe UI Light" panose="020B0502040204020203" pitchFamily="34" charset="0"/>
                    <a:cs typeface="Segoe UI Light" panose="020B0502040204020203" pitchFamily="34" charset="0"/>
                  </a:rPr>
                  <a:t>Alto Total = 3m</a:t>
                </a:r>
              </a:p>
            </p:txBody>
          </p:sp>
          <p:sp>
            <p:nvSpPr>
              <p:cNvPr id="45" name="CuadroTexto 53">
                <a:extLst>
                  <a:ext uri="{FF2B5EF4-FFF2-40B4-BE49-F238E27FC236}">
                    <a16:creationId xmlns:a16="http://schemas.microsoft.com/office/drawing/2014/main" id="{451B9CA5-1FB2-4B7B-A280-E98FE13CDA0B}"/>
                  </a:ext>
                </a:extLst>
              </p:cNvPr>
              <p:cNvSpPr txBox="1"/>
              <p:nvPr/>
            </p:nvSpPr>
            <p:spPr>
              <a:xfrm>
                <a:off x="4603877" y="4783611"/>
                <a:ext cx="888483" cy="523220"/>
              </a:xfrm>
              <a:prstGeom prst="rect">
                <a:avLst/>
              </a:prstGeom>
              <a:noFill/>
            </p:spPr>
            <p:txBody>
              <a:bodyPr wrap="square" rtlCol="0">
                <a:spAutoFit/>
              </a:bodyPr>
              <a:lstStyle/>
              <a:p>
                <a:pPr algn="ctr"/>
                <a:r>
                  <a:rPr lang="es-419" sz="1400" dirty="0" err="1">
                    <a:latin typeface="Segoe UI Light" panose="020B0502040204020203" pitchFamily="34" charset="0"/>
                    <a:cs typeface="Segoe UI Light" panose="020B0502040204020203" pitchFamily="34" charset="0"/>
                  </a:rPr>
                  <a:t>Yn</a:t>
                </a:r>
                <a:r>
                  <a:rPr lang="es-419" sz="1400" dirty="0">
                    <a:latin typeface="Segoe UI Light" panose="020B0502040204020203" pitchFamily="34" charset="0"/>
                    <a:cs typeface="Segoe UI Light" panose="020B0502040204020203" pitchFamily="34" charset="0"/>
                  </a:rPr>
                  <a:t> = 2.6m</a:t>
                </a:r>
              </a:p>
            </p:txBody>
          </p:sp>
        </p:grpSp>
        <p:sp>
          <p:nvSpPr>
            <p:cNvPr id="4" name="Oval 3">
              <a:extLst>
                <a:ext uri="{FF2B5EF4-FFF2-40B4-BE49-F238E27FC236}">
                  <a16:creationId xmlns:a16="http://schemas.microsoft.com/office/drawing/2014/main" id="{6A8D5176-1613-4AB5-B3BB-77168B2AAA5A}"/>
                </a:ext>
              </a:extLst>
            </p:cNvPr>
            <p:cNvSpPr/>
            <p:nvPr/>
          </p:nvSpPr>
          <p:spPr>
            <a:xfrm>
              <a:off x="4600812" y="5088638"/>
              <a:ext cx="126000" cy="126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Segoe UI Light" panose="020B0502040204020203" pitchFamily="34" charset="0"/>
                <a:cs typeface="Segoe UI Light" panose="020B0502040204020203" pitchFamily="34" charset="0"/>
              </a:endParaRPr>
            </a:p>
          </p:txBody>
        </p:sp>
        <p:sp>
          <p:nvSpPr>
            <p:cNvPr id="47" name="Oval 46">
              <a:extLst>
                <a:ext uri="{FF2B5EF4-FFF2-40B4-BE49-F238E27FC236}">
                  <a16:creationId xmlns:a16="http://schemas.microsoft.com/office/drawing/2014/main" id="{0343ACBA-3160-45AB-A705-AD7D3F86B87E}"/>
                </a:ext>
              </a:extLst>
            </p:cNvPr>
            <p:cNvSpPr/>
            <p:nvPr/>
          </p:nvSpPr>
          <p:spPr>
            <a:xfrm>
              <a:off x="7294686" y="5088638"/>
              <a:ext cx="126000" cy="126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Segoe UI Light" panose="020B0502040204020203" pitchFamily="34" charset="0"/>
                <a:cs typeface="Segoe UI Light" panose="020B0502040204020203" pitchFamily="34" charset="0"/>
              </a:endParaRPr>
            </a:p>
          </p:txBody>
        </p:sp>
        <p:sp>
          <p:nvSpPr>
            <p:cNvPr id="48" name="Oval 47">
              <a:extLst>
                <a:ext uri="{FF2B5EF4-FFF2-40B4-BE49-F238E27FC236}">
                  <a16:creationId xmlns:a16="http://schemas.microsoft.com/office/drawing/2014/main" id="{219CA3E9-A33A-4B50-AA3C-9EBC3C0B1942}"/>
                </a:ext>
              </a:extLst>
            </p:cNvPr>
            <p:cNvSpPr/>
            <p:nvPr/>
          </p:nvSpPr>
          <p:spPr>
            <a:xfrm>
              <a:off x="5957896" y="6112365"/>
              <a:ext cx="126000" cy="126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Segoe UI Light" panose="020B0502040204020203" pitchFamily="34" charset="0"/>
                <a:cs typeface="Segoe UI Light" panose="020B0502040204020203" pitchFamily="34" charset="0"/>
              </a:endParaRPr>
            </a:p>
          </p:txBody>
        </p:sp>
        <p:sp>
          <p:nvSpPr>
            <p:cNvPr id="49" name="Oval 48">
              <a:extLst>
                <a:ext uri="{FF2B5EF4-FFF2-40B4-BE49-F238E27FC236}">
                  <a16:creationId xmlns:a16="http://schemas.microsoft.com/office/drawing/2014/main" id="{9A0BE1FB-4625-43B5-A280-51B92C49E180}"/>
                </a:ext>
              </a:extLst>
            </p:cNvPr>
            <p:cNvSpPr/>
            <p:nvPr/>
          </p:nvSpPr>
          <p:spPr>
            <a:xfrm>
              <a:off x="5235384" y="6112365"/>
              <a:ext cx="126000" cy="126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Segoe UI Light" panose="020B0502040204020203" pitchFamily="34" charset="0"/>
                <a:cs typeface="Segoe UI Light" panose="020B0502040204020203" pitchFamily="34" charset="0"/>
              </a:endParaRPr>
            </a:p>
          </p:txBody>
        </p:sp>
        <p:sp>
          <p:nvSpPr>
            <p:cNvPr id="50" name="Oval 49">
              <a:extLst>
                <a:ext uri="{FF2B5EF4-FFF2-40B4-BE49-F238E27FC236}">
                  <a16:creationId xmlns:a16="http://schemas.microsoft.com/office/drawing/2014/main" id="{788932EF-CD43-49B1-9DFF-790AF12D1D51}"/>
                </a:ext>
              </a:extLst>
            </p:cNvPr>
            <p:cNvSpPr/>
            <p:nvPr/>
          </p:nvSpPr>
          <p:spPr>
            <a:xfrm>
              <a:off x="6689338" y="6112365"/>
              <a:ext cx="126000" cy="126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Segoe UI Light" panose="020B0502040204020203" pitchFamily="34" charset="0"/>
                <a:cs typeface="Segoe UI Light" panose="020B0502040204020203" pitchFamily="34" charset="0"/>
              </a:endParaRPr>
            </a:p>
          </p:txBody>
        </p:sp>
      </p:grpSp>
      <p:pic>
        <p:nvPicPr>
          <p:cNvPr id="51" name="Imagen 50">
            <a:extLst>
              <a:ext uri="{FF2B5EF4-FFF2-40B4-BE49-F238E27FC236}">
                <a16:creationId xmlns:a16="http://schemas.microsoft.com/office/drawing/2014/main" id="{04409BA9-4761-4393-A631-FB629D5FB1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52" name="1 Título">
            <a:extLst>
              <a:ext uri="{FF2B5EF4-FFF2-40B4-BE49-F238E27FC236}">
                <a16:creationId xmlns:a16="http://schemas.microsoft.com/office/drawing/2014/main" id="{050F3A35-2057-4E0F-8240-6CB0351F183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Trazado del eje para el cauce sinuoso usando Civil 3D</a:t>
            </a:r>
          </a:p>
        </p:txBody>
      </p:sp>
    </p:spTree>
    <p:extLst>
      <p:ext uri="{BB962C8B-B14F-4D97-AF65-F5344CB8AC3E}">
        <p14:creationId xmlns:p14="http://schemas.microsoft.com/office/powerpoint/2010/main" val="4230018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4327" t="26189" r="3538" b="20586"/>
          <a:stretch/>
        </p:blipFill>
        <p:spPr>
          <a:xfrm>
            <a:off x="-1982" y="1448780"/>
            <a:ext cx="12193982" cy="3960440"/>
          </a:xfrm>
          <a:prstGeom prst="rect">
            <a:avLst/>
          </a:prstGeom>
        </p:spPr>
      </p:pic>
      <p:pic>
        <p:nvPicPr>
          <p:cNvPr id="7" name="Imagen 6">
            <a:extLst>
              <a:ext uri="{FF2B5EF4-FFF2-40B4-BE49-F238E27FC236}">
                <a16:creationId xmlns:a16="http://schemas.microsoft.com/office/drawing/2014/main" id="{0ABAF1B4-7347-4CB2-99DB-8DE7E04B88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6" name="1 Título">
            <a:extLst>
              <a:ext uri="{FF2B5EF4-FFF2-40B4-BE49-F238E27FC236}">
                <a16:creationId xmlns:a16="http://schemas.microsoft.com/office/drawing/2014/main" id="{D6AA786C-68D0-4A84-8F03-BCD86CE52B7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Trazado del eje para el cauce sinuoso usando Civil 3D</a:t>
            </a:r>
          </a:p>
        </p:txBody>
      </p:sp>
    </p:spTree>
    <p:extLst>
      <p:ext uri="{BB962C8B-B14F-4D97-AF65-F5344CB8AC3E}">
        <p14:creationId xmlns:p14="http://schemas.microsoft.com/office/powerpoint/2010/main" val="3179285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727848" y="3105834"/>
            <a:ext cx="2736304"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2: Trazado del eje para el cauce lateral</a:t>
            </a:r>
            <a:endParaRPr lang="es-CO" sz="1200" dirty="0">
              <a:latin typeface="Segoe UI Light" panose="020B0502040204020203" pitchFamily="34" charset="0"/>
              <a:cs typeface="Segoe UI Light" panose="020B0502040204020203" pitchFamily="34" charset="0"/>
            </a:endParaRPr>
          </a:p>
        </p:txBody>
      </p:sp>
      <p:pic>
        <p:nvPicPr>
          <p:cNvPr id="14" name="Imagen 13">
            <a:extLst>
              <a:ext uri="{FF2B5EF4-FFF2-40B4-BE49-F238E27FC236}">
                <a16:creationId xmlns:a16="http://schemas.microsoft.com/office/drawing/2014/main" id="{43766C0F-D08B-4E36-B9A2-C701033F79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368804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215680" y="2521059"/>
            <a:ext cx="5760640" cy="1569660"/>
          </a:xfrm>
          <a:prstGeom prst="rect">
            <a:avLst/>
          </a:prstGeom>
        </p:spPr>
        <p:txBody>
          <a:bodyPr wrap="square">
            <a:spAutoFit/>
          </a:bodyPr>
          <a:lstStyle/>
          <a:p>
            <a:pPr algn="just"/>
            <a:r>
              <a:rPr lang="es-CO" sz="1600" dirty="0">
                <a:latin typeface="Segoe UI Light" panose="020B0502040204020203" pitchFamily="34" charset="0"/>
                <a:cs typeface="Segoe UI Light" panose="020B0502040204020203" pitchFamily="34" charset="0"/>
              </a:rPr>
              <a:t>Cauce lateral: el Trazado del eje del Cauce Lateral se realiza siguiendo el mismo proceso que el trazado de eje del valle, es importante tener en cuenta un radio de curvatura aproximado para una creciente de la misma frecuencia de diseño del radio del valle, esto con el propósito de encausar adecuadamente las crecientes del cauce lateral al canal de realineamiento.</a:t>
            </a:r>
          </a:p>
        </p:txBody>
      </p:sp>
      <p:pic>
        <p:nvPicPr>
          <p:cNvPr id="7" name="Imagen 6">
            <a:extLst>
              <a:ext uri="{FF2B5EF4-FFF2-40B4-BE49-F238E27FC236}">
                <a16:creationId xmlns:a16="http://schemas.microsoft.com/office/drawing/2014/main" id="{0ABAF1B4-7347-4CB2-99DB-8DE7E04B88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6" name="1 Título">
            <a:extLst>
              <a:ext uri="{FF2B5EF4-FFF2-40B4-BE49-F238E27FC236}">
                <a16:creationId xmlns:a16="http://schemas.microsoft.com/office/drawing/2014/main" id="{9193AE46-F005-485B-8AAA-3D1A93FA8BD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Trazado del eje para el cauce lateral</a:t>
            </a:r>
          </a:p>
        </p:txBody>
      </p:sp>
    </p:spTree>
    <p:extLst>
      <p:ext uri="{BB962C8B-B14F-4D97-AF65-F5344CB8AC3E}">
        <p14:creationId xmlns:p14="http://schemas.microsoft.com/office/powerpoint/2010/main" val="3802754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7 CuadroTexto">
            <a:extLst>
              <a:ext uri="{FF2B5EF4-FFF2-40B4-BE49-F238E27FC236}">
                <a16:creationId xmlns:a16="http://schemas.microsoft.com/office/drawing/2014/main" id="{3572065F-81C1-454C-8E77-453E36FB65E9}"/>
              </a:ext>
            </a:extLst>
          </p:cNvPr>
          <p:cNvSpPr txBox="1"/>
          <p:nvPr/>
        </p:nvSpPr>
        <p:spPr>
          <a:xfrm>
            <a:off x="4331804" y="3305889"/>
            <a:ext cx="3528392" cy="246221"/>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baalkara@gmail.com</a:t>
            </a:r>
          </a:p>
        </p:txBody>
      </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6445</TotalTime>
  <Words>823</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HCMC_2_3</dc:title>
  <dc:creator>master</dc:creator>
  <cp:lastModifiedBy>WILLIAM RICARDO AGUILAR PIÑA</cp:lastModifiedBy>
  <cp:revision>395</cp:revision>
  <dcterms:created xsi:type="dcterms:W3CDTF">2010-05-17T13:13:34Z</dcterms:created>
  <dcterms:modified xsi:type="dcterms:W3CDTF">2025-07-30T14:49:04Z</dcterms:modified>
</cp:coreProperties>
</file>