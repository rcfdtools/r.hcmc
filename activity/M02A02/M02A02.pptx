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25" r:id="rId2"/>
    <p:sldId id="301" r:id="rId3"/>
    <p:sldId id="313" r:id="rId4"/>
    <p:sldId id="386" r:id="rId5"/>
    <p:sldId id="387" r:id="rId6"/>
    <p:sldId id="308" r:id="rId7"/>
    <p:sldId id="309" r:id="rId8"/>
    <p:sldId id="388" r:id="rId9"/>
    <p:sldId id="311" r:id="rId10"/>
    <p:sldId id="312" r:id="rId11"/>
    <p:sldId id="389" r:id="rId1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75" autoAdjust="0"/>
    <p:restoredTop sz="93623" autoAdjust="0"/>
  </p:normalViewPr>
  <p:slideViewPr>
    <p:cSldViewPr>
      <p:cViewPr varScale="1">
        <p:scale>
          <a:sx n="121" d="100"/>
          <a:sy n="121" d="100"/>
        </p:scale>
        <p:origin x="619" y="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FB04E31F-1FAE-4502-9CA7-F28B303FFFB5}"/>
    <pc:docChg chg="undo custSel addSld delSld modSld modMainMaster">
      <pc:chgData name="WILLIAM RICARDO AGUILAR PIÑA" userId="25538c52-b196-49fc-9025-2dd86a54f18a" providerId="ADAL" clId="{FB04E31F-1FAE-4502-9CA7-F28B303FFFB5}" dt="2019-03-18T20:40:35.776" v="301" actId="2696"/>
      <pc:docMkLst>
        <pc:docMk/>
      </pc:docMkLst>
      <pc:sldChg chg="delSp modSp del setBg">
        <pc:chgData name="WILLIAM RICARDO AGUILAR PIÑA" userId="25538c52-b196-49fc-9025-2dd86a54f18a" providerId="ADAL" clId="{FB04E31F-1FAE-4502-9CA7-F28B303FFFB5}" dt="2019-03-18T16:01:40.814" v="24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0.751" v="3" actId="478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 del">
        <pc:chgData name="WILLIAM RICARDO AGUILAR PIÑA" userId="25538c52-b196-49fc-9025-2dd86a54f18a" providerId="ADAL" clId="{FB04E31F-1FAE-4502-9CA7-F28B303FFFB5}" dt="2019-03-18T16:03:03.985" v="59" actId="2696"/>
        <pc:sldMkLst>
          <pc:docMk/>
          <pc:sldMk cId="1805327859" sldId="289"/>
        </pc:sldMkLst>
        <pc:spChg chg="del mod">
          <ac:chgData name="WILLIAM RICARDO AGUILAR PIÑA" userId="25538c52-b196-49fc-9025-2dd86a54f18a" providerId="ADAL" clId="{FB04E31F-1FAE-4502-9CA7-F28B303FFFB5}" dt="2019-03-18T16:02:40.504" v="47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2.683" v="5" actId="478"/>
          <ac:spMkLst>
            <pc:docMk/>
            <pc:sldMk cId="1805327859" sldId="289"/>
            <ac:spMk id="22530" creationId="{00000000-0000-0000-0000-000000000000}"/>
          </ac:spMkLst>
        </pc:spChg>
        <pc:picChg chg="add mod">
          <ac:chgData name="WILLIAM RICARDO AGUILAR PIÑA" userId="25538c52-b196-49fc-9025-2dd86a54f18a" providerId="ADAL" clId="{FB04E31F-1FAE-4502-9CA7-F28B303FFFB5}" dt="2019-03-18T16:02:22.596" v="37" actId="207"/>
          <ac:picMkLst>
            <pc:docMk/>
            <pc:sldMk cId="1805327859" sldId="289"/>
            <ac:picMk id="4" creationId="{D983AF5F-DDCE-48DC-B982-53C2685AA018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3:00.518" v="58" actId="1076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FB04E31F-1FAE-4502-9CA7-F28B303FFFB5}" dt="2019-03-18T16:03:00.518" v="58" actId="1076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2.035" v="4" actId="478"/>
          <ac:spMkLst>
            <pc:docMk/>
            <pc:sldMk cId="2852190545" sldId="301"/>
            <ac:spMk id="22530" creationId="{00000000-0000-0000-0000-000000000000}"/>
          </ac:spMkLst>
        </pc:spChg>
        <pc:picChg chg="add mod">
          <ac:chgData name="WILLIAM RICARDO AGUILAR PIÑA" userId="25538c52-b196-49fc-9025-2dd86a54f18a" providerId="ADAL" clId="{FB04E31F-1FAE-4502-9CA7-F28B303FFFB5}" dt="2019-03-18T16:01:47.295" v="25" actId="207"/>
          <ac:picMkLst>
            <pc:docMk/>
            <pc:sldMk cId="2852190545" sldId="301"/>
            <ac:picMk id="4" creationId="{03A75779-8CD1-4B71-AC59-6EDACE0038DA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8:04.994" v="168" actId="14100"/>
        <pc:sldMkLst>
          <pc:docMk/>
          <pc:sldMk cId="3461002424" sldId="308"/>
        </pc:sldMkLst>
        <pc:spChg chg="add mod">
          <ac:chgData name="WILLIAM RICARDO AGUILAR PIÑA" userId="25538c52-b196-49fc-9025-2dd86a54f18a" providerId="ADAL" clId="{FB04E31F-1FAE-4502-9CA7-F28B303FFFB5}" dt="2019-03-18T16:05:51.641" v="114" actId="14100"/>
          <ac:spMkLst>
            <pc:docMk/>
            <pc:sldMk cId="3461002424" sldId="308"/>
            <ac:spMk id="7" creationId="{D21C9F67-AC45-4B81-996D-659DD9C6DD1E}"/>
          </ac:spMkLst>
        </pc:spChg>
        <pc:spChg chg="mod">
          <ac:chgData name="WILLIAM RICARDO AGUILAR PIÑA" userId="25538c52-b196-49fc-9025-2dd86a54f18a" providerId="ADAL" clId="{FB04E31F-1FAE-4502-9CA7-F28B303FFFB5}" dt="2019-03-18T16:08:04.994" v="168" actId="14100"/>
          <ac:spMkLst>
            <pc:docMk/>
            <pc:sldMk cId="3461002424" sldId="308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6.004" v="7" actId="478"/>
          <ac:spMkLst>
            <pc:docMk/>
            <pc:sldMk cId="3461002424" sldId="308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16:06:55.611" v="148" actId="1076"/>
          <ac:picMkLst>
            <pc:docMk/>
            <pc:sldMk cId="3461002424" sldId="308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06:57.304" v="150" actId="1035"/>
          <ac:picMkLst>
            <pc:docMk/>
            <pc:sldMk cId="3461002424" sldId="308"/>
            <ac:picMk id="5" creationId="{00000000-0000-0000-0000-000000000000}"/>
          </ac:picMkLst>
        </pc:picChg>
        <pc:picChg chg="add mod">
          <ac:chgData name="WILLIAM RICARDO AGUILAR PIÑA" userId="25538c52-b196-49fc-9025-2dd86a54f18a" providerId="ADAL" clId="{FB04E31F-1FAE-4502-9CA7-F28B303FFFB5}" dt="2019-03-18T16:05:51.641" v="114" actId="14100"/>
          <ac:picMkLst>
            <pc:docMk/>
            <pc:sldMk cId="3461002424" sldId="308"/>
            <ac:picMk id="6" creationId="{6BE7F524-68DE-415F-8E14-17F0968EDE97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20:40:19.835" v="299" actId="1076"/>
        <pc:sldMkLst>
          <pc:docMk/>
          <pc:sldMk cId="2293670241" sldId="309"/>
        </pc:sldMkLst>
        <pc:spChg chg="add">
          <ac:chgData name="WILLIAM RICARDO AGUILAR PIÑA" userId="25538c52-b196-49fc-9025-2dd86a54f18a" providerId="ADAL" clId="{FB04E31F-1FAE-4502-9CA7-F28B303FFFB5}" dt="2019-03-18T16:07:09.252" v="151"/>
          <ac:spMkLst>
            <pc:docMk/>
            <pc:sldMk cId="2293670241" sldId="309"/>
            <ac:spMk id="7" creationId="{55344539-C998-4743-99BF-461E4706F788}"/>
          </ac:spMkLst>
        </pc:spChg>
        <pc:spChg chg="mod">
          <ac:chgData name="WILLIAM RICARDO AGUILAR PIÑA" userId="25538c52-b196-49fc-9025-2dd86a54f18a" providerId="ADAL" clId="{FB04E31F-1FAE-4502-9CA7-F28B303FFFB5}" dt="2019-03-18T16:08:19.611" v="177" actId="1037"/>
          <ac:spMkLst>
            <pc:docMk/>
            <pc:sldMk cId="2293670241" sldId="30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7.118" v="8" actId="478"/>
          <ac:spMkLst>
            <pc:docMk/>
            <pc:sldMk cId="2293670241" sldId="309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20:40:19.835" v="299" actId="1076"/>
          <ac:picMkLst>
            <pc:docMk/>
            <pc:sldMk cId="2293670241" sldId="309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20:40:14.524" v="296" actId="1076"/>
          <ac:picMkLst>
            <pc:docMk/>
            <pc:sldMk cId="2293670241" sldId="309"/>
            <ac:picMk id="3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3.751" v="21"/>
          <ac:picMkLst>
            <pc:docMk/>
            <pc:sldMk cId="2293670241" sldId="309"/>
            <ac:picMk id="6" creationId="{FBA95269-FF76-4789-A1DB-B7BCC062F127}"/>
          </ac:picMkLst>
        </pc:picChg>
      </pc:sldChg>
      <pc:sldChg chg="delSp modSp del">
        <pc:chgData name="WILLIAM RICARDO AGUILAR PIÑA" userId="25538c52-b196-49fc-9025-2dd86a54f18a" providerId="ADAL" clId="{FB04E31F-1FAE-4502-9CA7-F28B303FFFB5}" dt="2019-03-18T16:00:51.924" v="12" actId="2696"/>
        <pc:sldMkLst>
          <pc:docMk/>
          <pc:sldMk cId="2695036879" sldId="310"/>
        </pc:sld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2695036879" sldId="310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50.907" v="11" actId="478"/>
          <ac:spMkLst>
            <pc:docMk/>
            <pc:sldMk cId="2695036879" sldId="310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FB04E31F-1FAE-4502-9CA7-F28B303FFFB5}" dt="2019-03-18T16:10:59.151" v="239"/>
        <pc:sldMkLst>
          <pc:docMk/>
          <pc:sldMk cId="278051957" sldId="311"/>
        </pc:sldMkLst>
        <pc:spChg chg="add mod">
          <ac:chgData name="WILLIAM RICARDO AGUILAR PIÑA" userId="25538c52-b196-49fc-9025-2dd86a54f18a" providerId="ADAL" clId="{FB04E31F-1FAE-4502-9CA7-F28B303FFFB5}" dt="2019-03-18T16:09:51.094" v="194"/>
          <ac:spMkLst>
            <pc:docMk/>
            <pc:sldMk cId="278051957" sldId="311"/>
            <ac:spMk id="7" creationId="{B09936E6-F958-4017-976A-58E349DDA4D9}"/>
          </ac:spMkLst>
        </pc:spChg>
        <pc:spChg chg="mod">
          <ac:chgData name="WILLIAM RICARDO AGUILAR PIÑA" userId="25538c52-b196-49fc-9025-2dd86a54f18a" providerId="ADAL" clId="{FB04E31F-1FAE-4502-9CA7-F28B303FFFB5}" dt="2019-03-18T16:10:18.540" v="226" actId="1035"/>
          <ac:spMkLst>
            <pc:docMk/>
            <pc:sldMk cId="278051957" sldId="31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8.297" v="9" actId="478"/>
          <ac:spMkLst>
            <pc:docMk/>
            <pc:sldMk cId="278051957" sldId="311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16:10:59.151" v="239"/>
          <ac:picMkLst>
            <pc:docMk/>
            <pc:sldMk cId="278051957" sldId="311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10:28.336" v="230" actId="14100"/>
          <ac:picMkLst>
            <pc:docMk/>
            <pc:sldMk cId="278051957" sldId="311"/>
            <ac:picMk id="5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4.367" v="22"/>
          <ac:picMkLst>
            <pc:docMk/>
            <pc:sldMk cId="278051957" sldId="311"/>
            <ac:picMk id="6" creationId="{C7BF4C5E-A456-4119-B4E6-E0A546F1A31B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13:25.963" v="289" actId="1036"/>
        <pc:sldMkLst>
          <pc:docMk/>
          <pc:sldMk cId="3080631846" sldId="312"/>
        </pc:sldMkLst>
        <pc:spChg chg="mod">
          <ac:chgData name="WILLIAM RICARDO AGUILAR PIÑA" userId="25538c52-b196-49fc-9025-2dd86a54f18a" providerId="ADAL" clId="{FB04E31F-1FAE-4502-9CA7-F28B303FFFB5}" dt="2019-03-18T16:13:25.963" v="289" actId="1036"/>
          <ac:spMkLst>
            <pc:docMk/>
            <pc:sldMk cId="3080631846" sldId="312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9" creationId="{03C30E17-5DA0-4C48-B8EF-734065AF6526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0" creationId="{B4DD77BF-DDA6-4123-902D-5CC69FAD39EA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1" creationId="{DF7314CC-47DC-436E-8CC2-CCC798ED77A2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2" creationId="{23EAE8E1-CECC-4AE4-AE22-F72E2D1356D8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3" creationId="{87BB49F1-C053-4460-8942-2F30AE7D569F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4" creationId="{1FF905D6-1E70-4D82-BFF9-8546C3E5CED7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5" creationId="{FBA128B4-3219-44E5-BA63-0D3C0B519E78}"/>
          </ac:spMkLst>
        </pc:spChg>
        <pc:spChg chg="add">
          <ac:chgData name="WILLIAM RICARDO AGUILAR PIÑA" userId="25538c52-b196-49fc-9025-2dd86a54f18a" providerId="ADAL" clId="{FB04E31F-1FAE-4502-9CA7-F28B303FFFB5}" dt="2019-03-18T16:09:53.376" v="195"/>
          <ac:spMkLst>
            <pc:docMk/>
            <pc:sldMk cId="3080631846" sldId="312"/>
            <ac:spMk id="17" creationId="{76F0383C-9AF1-443D-9A71-81607E870AE8}"/>
          </ac:spMkLst>
        </pc:spChg>
        <pc:spChg chg="del mod">
          <ac:chgData name="WILLIAM RICARDO AGUILAR PIÑA" userId="25538c52-b196-49fc-9025-2dd86a54f18a" providerId="ADAL" clId="{FB04E31F-1FAE-4502-9CA7-F28B303FFFB5}" dt="2019-03-18T16:00:49.790" v="10" actId="478"/>
          <ac:spMkLst>
            <pc:docMk/>
            <pc:sldMk cId="3080631846" sldId="312"/>
            <ac:spMk id="22530" creationId="{00000000-0000-0000-0000-000000000000}"/>
          </ac:spMkLst>
        </pc:spChg>
        <pc:grpChg chg="mod">
          <ac:chgData name="WILLIAM RICARDO AGUILAR PIÑA" userId="25538c52-b196-49fc-9025-2dd86a54f18a" providerId="ADAL" clId="{FB04E31F-1FAE-4502-9CA7-F28B303FFFB5}" dt="2019-03-18T16:12:38.509" v="283" actId="1076"/>
          <ac:grpSpMkLst>
            <pc:docMk/>
            <pc:sldMk cId="3080631846" sldId="312"/>
            <ac:grpSpMk id="3" creationId="{29B6F485-0BB5-4EDF-81C4-DDC19DC17A8A}"/>
          </ac:grpSpMkLst>
        </pc:grpChg>
        <pc:picChg chg="mod">
          <ac:chgData name="WILLIAM RICARDO AGUILAR PIÑA" userId="25538c52-b196-49fc-9025-2dd86a54f18a" providerId="ADAL" clId="{FB04E31F-1FAE-4502-9CA7-F28B303FFFB5}" dt="2019-03-18T16:11:55.516" v="275" actId="1037"/>
          <ac:picMkLst>
            <pc:docMk/>
            <pc:sldMk cId="3080631846" sldId="312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11:53.832" v="272" actId="1076"/>
          <ac:picMkLst>
            <pc:docMk/>
            <pc:sldMk cId="3080631846" sldId="312"/>
            <ac:picMk id="5" creationId="{00000000-0000-0000-0000-000000000000}"/>
          </ac:picMkLst>
        </pc:picChg>
        <pc:picChg chg="mod modCrop">
          <ac:chgData name="WILLIAM RICARDO AGUILAR PIÑA" userId="25538c52-b196-49fc-9025-2dd86a54f18a" providerId="ADAL" clId="{FB04E31F-1FAE-4502-9CA7-F28B303FFFB5}" dt="2019-03-18T16:12:36.019" v="282" actId="14100"/>
          <ac:picMkLst>
            <pc:docMk/>
            <pc:sldMk cId="3080631846" sldId="312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5.067" v="23"/>
          <ac:picMkLst>
            <pc:docMk/>
            <pc:sldMk cId="3080631846" sldId="312"/>
            <ac:picMk id="16" creationId="{8EAC06DC-7622-467F-B28B-0A09CCF57C69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3:45.423" v="83" actId="1076"/>
        <pc:sldMkLst>
          <pc:docMk/>
          <pc:sldMk cId="1971252890" sldId="313"/>
        </pc:sldMkLst>
        <pc:spChg chg="mod">
          <ac:chgData name="WILLIAM RICARDO AGUILAR PIÑA" userId="25538c52-b196-49fc-9025-2dd86a54f18a" providerId="ADAL" clId="{FB04E31F-1FAE-4502-9CA7-F28B303FFFB5}" dt="2019-03-18T16:03:45.423" v="83" actId="1076"/>
          <ac:spMkLst>
            <pc:docMk/>
            <pc:sldMk cId="1971252890" sldId="31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3.954" v="6" actId="478"/>
          <ac:spMkLst>
            <pc:docMk/>
            <pc:sldMk cId="1971252890" sldId="313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FB04E31F-1FAE-4502-9CA7-F28B303FFFB5}" dt="2019-03-18T16:03:18.565" v="64" actId="478"/>
          <ac:picMkLst>
            <pc:docMk/>
            <pc:sldMk cId="1971252890" sldId="313"/>
            <ac:picMk id="2" creationId="{00000000-0000-0000-0000-000000000000}"/>
          </ac:picMkLst>
        </pc:picChg>
        <pc:picChg chg="del mod">
          <ac:chgData name="WILLIAM RICARDO AGUILAR PIÑA" userId="25538c52-b196-49fc-9025-2dd86a54f18a" providerId="ADAL" clId="{FB04E31F-1FAE-4502-9CA7-F28B303FFFB5}" dt="2019-03-18T16:03:20.328" v="65" actId="478"/>
          <ac:picMkLst>
            <pc:docMk/>
            <pc:sldMk cId="1971252890" sldId="313"/>
            <ac:picMk id="6" creationId="{00000000-0000-0000-0000-000000000000}"/>
          </ac:picMkLst>
        </pc:picChg>
        <pc:picChg chg="add mod">
          <ac:chgData name="WILLIAM RICARDO AGUILAR PIÑA" userId="25538c52-b196-49fc-9025-2dd86a54f18a" providerId="ADAL" clId="{FB04E31F-1FAE-4502-9CA7-F28B303FFFB5}" dt="2019-03-18T16:03:12.644" v="61" actId="207"/>
          <ac:picMkLst>
            <pc:docMk/>
            <pc:sldMk cId="1971252890" sldId="313"/>
            <ac:picMk id="7" creationId="{4FA5C913-4F72-4467-94D9-38D001E02E3F}"/>
          </ac:picMkLst>
        </pc:picChg>
      </pc:sldChg>
      <pc:sldChg chg="addSp delSp modSp add">
        <pc:chgData name="WILLIAM RICARDO AGUILAR PIÑA" userId="25538c52-b196-49fc-9025-2dd86a54f18a" providerId="ADAL" clId="{FB04E31F-1FAE-4502-9CA7-F28B303FFFB5}" dt="2019-03-18T20:40:01.587" v="294"/>
        <pc:sldMkLst>
          <pc:docMk/>
          <pc:sldMk cId="0" sldId="325"/>
        </pc:sldMkLst>
        <pc:spChg chg="add">
          <ac:chgData name="WILLIAM RICARDO AGUILAR PIÑA" userId="25538c52-b196-49fc-9025-2dd86a54f18a" providerId="ADAL" clId="{FB04E31F-1FAE-4502-9CA7-F28B303FFFB5}" dt="2019-03-18T20:40:01.587" v="294"/>
          <ac:spMkLst>
            <pc:docMk/>
            <pc:sldMk cId="0" sldId="325"/>
            <ac:spMk id="8" creationId="{574547BA-2B41-4C77-92F3-362910DD63AC}"/>
          </ac:spMkLst>
        </pc:spChg>
        <pc:spChg chg="mod">
          <ac:chgData name="WILLIAM RICARDO AGUILAR PIÑA" userId="25538c52-b196-49fc-9025-2dd86a54f18a" providerId="ADAL" clId="{FB04E31F-1FAE-4502-9CA7-F28B303FFFB5}" dt="2019-03-18T16:01:26.720" v="16" actId="20577"/>
          <ac:spMkLst>
            <pc:docMk/>
            <pc:sldMk cId="0" sldId="325"/>
            <ac:spMk id="9" creationId="{3072C985-1B9B-4BDD-9204-91D61E909C9C}"/>
          </ac:spMkLst>
        </pc:spChg>
        <pc:spChg chg="del">
          <ac:chgData name="WILLIAM RICARDO AGUILAR PIÑA" userId="25538c52-b196-49fc-9025-2dd86a54f18a" providerId="ADAL" clId="{FB04E31F-1FAE-4502-9CA7-F28B303FFFB5}" dt="2019-03-18T20:40:01.173" v="293" actId="478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FB04E31F-1FAE-4502-9CA7-F28B303FFFB5}" dt="2019-03-18T16:50:25.469" v="292" actId="6549"/>
          <ac:spMkLst>
            <pc:docMk/>
            <pc:sldMk cId="0" sldId="325"/>
            <ac:spMk id="17" creationId="{CF602DD4-6CD6-45A5-8387-11EC9AEA487E}"/>
          </ac:spMkLst>
        </pc:spChg>
      </pc:sldChg>
      <pc:sldChg chg="add del">
        <pc:chgData name="WILLIAM RICARDO AGUILAR PIÑA" userId="25538c52-b196-49fc-9025-2dd86a54f18a" providerId="ADAL" clId="{FB04E31F-1FAE-4502-9CA7-F28B303FFFB5}" dt="2019-03-18T20:40:35.776" v="301" actId="2696"/>
        <pc:sldMkLst>
          <pc:docMk/>
          <pc:sldMk cId="1616861817" sldId="385"/>
        </pc:sldMkLst>
      </pc:sldChg>
      <pc:sldChg chg="addSp modSp add">
        <pc:chgData name="WILLIAM RICARDO AGUILAR PIÑA" userId="25538c52-b196-49fc-9025-2dd86a54f18a" providerId="ADAL" clId="{FB04E31F-1FAE-4502-9CA7-F28B303FFFB5}" dt="2019-03-18T16:04:46.112" v="100" actId="14100"/>
        <pc:sldMkLst>
          <pc:docMk/>
          <pc:sldMk cId="882695787" sldId="386"/>
        </pc:sldMkLst>
        <pc:spChg chg="mod">
          <ac:chgData name="WILLIAM RICARDO AGUILAR PIÑA" userId="25538c52-b196-49fc-9025-2dd86a54f18a" providerId="ADAL" clId="{FB04E31F-1FAE-4502-9CA7-F28B303FFFB5}" dt="2019-03-18T16:04:46.112" v="100" actId="14100"/>
          <ac:spMkLst>
            <pc:docMk/>
            <pc:sldMk cId="882695787" sldId="386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FB04E31F-1FAE-4502-9CA7-F28B303FFFB5}" dt="2019-03-18T16:04:05.449" v="86"/>
          <ac:spMkLst>
            <pc:docMk/>
            <pc:sldMk cId="882695787" sldId="386"/>
            <ac:spMk id="9" creationId="{DE99B7B5-F94D-4CB6-98E2-A0CC1A694807}"/>
          </ac:spMkLst>
        </pc:spChg>
        <pc:picChg chg="mod">
          <ac:chgData name="WILLIAM RICARDO AGUILAR PIÑA" userId="25538c52-b196-49fc-9025-2dd86a54f18a" providerId="ADAL" clId="{FB04E31F-1FAE-4502-9CA7-F28B303FFFB5}" dt="2019-03-18T16:04:39.785" v="98" actId="1366"/>
          <ac:picMkLst>
            <pc:docMk/>
            <pc:sldMk cId="882695787" sldId="386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04:39.785" v="98" actId="1366"/>
          <ac:picMkLst>
            <pc:docMk/>
            <pc:sldMk cId="882695787" sldId="386"/>
            <ac:picMk id="6" creationId="{00000000-0000-0000-0000-000000000000}"/>
          </ac:picMkLst>
        </pc:picChg>
      </pc:sldChg>
      <pc:sldChg chg="addSp delSp modSp add">
        <pc:chgData name="WILLIAM RICARDO AGUILAR PIÑA" userId="25538c52-b196-49fc-9025-2dd86a54f18a" providerId="ADAL" clId="{FB04E31F-1FAE-4502-9CA7-F28B303FFFB5}" dt="2019-03-18T16:05:30.752" v="109" actId="478"/>
        <pc:sldMkLst>
          <pc:docMk/>
          <pc:sldMk cId="3920908033" sldId="387"/>
        </pc:sldMkLst>
        <pc:spChg chg="add del">
          <ac:chgData name="WILLIAM RICARDO AGUILAR PIÑA" userId="25538c52-b196-49fc-9025-2dd86a54f18a" providerId="ADAL" clId="{FB04E31F-1FAE-4502-9CA7-F28B303FFFB5}" dt="2019-03-18T16:05:30.752" v="109" actId="478"/>
          <ac:spMkLst>
            <pc:docMk/>
            <pc:sldMk cId="3920908033" sldId="387"/>
            <ac:spMk id="4" creationId="{1903E001-D92A-44F9-8DE1-9DADF7B05E19}"/>
          </ac:spMkLst>
        </pc:spChg>
        <pc:spChg chg="mod">
          <ac:chgData name="WILLIAM RICARDO AGUILAR PIÑA" userId="25538c52-b196-49fc-9025-2dd86a54f18a" providerId="ADAL" clId="{FB04E31F-1FAE-4502-9CA7-F28B303FFFB5}" dt="2019-03-18T16:05:19.680" v="107" actId="1076"/>
          <ac:spMkLst>
            <pc:docMk/>
            <pc:sldMk cId="3920908033" sldId="387"/>
            <ac:spMk id="8" creationId="{00000000-0000-0000-0000-000000000000}"/>
          </ac:spMkLst>
        </pc:spChg>
      </pc:sldChg>
      <pc:sldChg chg="modSp add">
        <pc:chgData name="WILLIAM RICARDO AGUILAR PIÑA" userId="25538c52-b196-49fc-9025-2dd86a54f18a" providerId="ADAL" clId="{FB04E31F-1FAE-4502-9CA7-F28B303FFFB5}" dt="2019-03-18T16:08:51.817" v="190" actId="20577"/>
        <pc:sldMkLst>
          <pc:docMk/>
          <pc:sldMk cId="514111914" sldId="388"/>
        </pc:sldMkLst>
        <pc:spChg chg="mod">
          <ac:chgData name="WILLIAM RICARDO AGUILAR PIÑA" userId="25538c52-b196-49fc-9025-2dd86a54f18a" providerId="ADAL" clId="{FB04E31F-1FAE-4502-9CA7-F28B303FFFB5}" dt="2019-03-18T16:08:51.817" v="190" actId="20577"/>
          <ac:spMkLst>
            <pc:docMk/>
            <pc:sldMk cId="514111914" sldId="388"/>
            <ac:spMk id="8" creationId="{00000000-0000-0000-0000-000000000000}"/>
          </ac:spMkLst>
        </pc:spChg>
      </pc:sldChg>
      <pc:sldChg chg="add">
        <pc:chgData name="WILLIAM RICARDO AGUILAR PIÑA" userId="25538c52-b196-49fc-9025-2dd86a54f18a" providerId="ADAL" clId="{FB04E31F-1FAE-4502-9CA7-F28B303FFFB5}" dt="2019-03-18T20:40:33.215" v="300"/>
        <pc:sldMkLst>
          <pc:docMk/>
          <pc:sldMk cId="3608423261" sldId="389"/>
        </pc:sldMkLst>
      </pc:sldChg>
      <pc:sldMasterChg chg="modSp setBg modSldLayout">
        <pc:chgData name="WILLIAM RICARDO AGUILAR PIÑA" userId="25538c52-b196-49fc-9025-2dd86a54f18a" providerId="ADAL" clId="{FB04E31F-1FAE-4502-9CA7-F28B303FFFB5}" dt="2019-03-18T16:00:34.956" v="2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los alineamientos para el valle (eje de valle, taludes y cauces laterales)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574547BA-2B41-4C77-92F3-362910DD63AC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7C64841-83A2-45AC-985F-F5C079E95D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485710" y="1767006"/>
            <a:ext cx="522058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Trazar los alineamientos correspondientes para el eje del valle y taludes para el cauce de realineamiento y cauces menores.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AutoCAD ®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3A75779-8CD1-4B71-AC59-6EDACE0038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187788" y="3105834"/>
            <a:ext cx="381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drenajes naturales de ArcMap a AutoCAD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52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65164" y="415472"/>
            <a:ext cx="95894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la capa de cauce natural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/CGG_DrenajeNatural_v0.shp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luego expórtela a formato CAD, guardar el archivo con el mismo nombre de la capa de origen, Seleccionar DWG 2007. abra el archivo exportado y péguelo en un archivo en blanco en Autodesk Civil 3D.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grayscl/>
          </a:blip>
          <a:srcRect b="6796"/>
          <a:stretch/>
        </p:blipFill>
        <p:spPr>
          <a:xfrm>
            <a:off x="1365164" y="1548162"/>
            <a:ext cx="9589424" cy="5025027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4943872" y="2420888"/>
            <a:ext cx="3584136" cy="250282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DE99B7B5-F94D-4CB6-98E2-A0CC1A6948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drenajes naturales de ArcMap a AutoCAD</a:t>
            </a:r>
          </a:p>
        </p:txBody>
      </p:sp>
    </p:spTree>
    <p:extLst>
      <p:ext uri="{BB962C8B-B14F-4D97-AF65-F5344CB8AC3E}">
        <p14:creationId xmlns:p14="http://schemas.microsoft.com/office/powerpoint/2010/main" val="882695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340805" y="3105834"/>
            <a:ext cx="3510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Autodesk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908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95400" y="1536174"/>
            <a:ext cx="46085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Crear archivo nuevo en blanco, verificar unidades usando pestaña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metric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Importar al espacio de trabajo, copiar y pegar, el eje recto propuesto para el Valle.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crear un alineamiento con la opción dibujar alineamiento: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Home/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desing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creation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tools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definir el nombre de eje como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EjeValle_v0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Ir a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layout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tools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definir el radio de curvatura y demás propiedades según el diseño, seleccionar el tipo de curva e introducir el radio de curvatura.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6E7E8"/>
              </a:clrFrom>
              <a:clrTo>
                <a:srgbClr val="E6E7E8">
                  <a:alpha val="0"/>
                </a:srgbClr>
              </a:clrTo>
            </a:clrChange>
          </a:blip>
          <a:srcRect l="26203" t="58859" r="26203" b="25391"/>
          <a:stretch/>
        </p:blipFill>
        <p:spPr>
          <a:xfrm>
            <a:off x="5879976" y="1412776"/>
            <a:ext cx="6048672" cy="112533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659" y="2780928"/>
            <a:ext cx="3697307" cy="297194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BE7F524-68DE-415F-8E14-17F0968EDE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D21C9F67-AC45-4B81-996D-659DD9C6DD1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</p:spTree>
    <p:extLst>
      <p:ext uri="{BB962C8B-B14F-4D97-AF65-F5344CB8AC3E}">
        <p14:creationId xmlns:p14="http://schemas.microsoft.com/office/powerpoint/2010/main" val="3461002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872646" y="849718"/>
            <a:ext cx="51845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5.  Seleccionar dibujar tangentes y curvas e iniciar el proceso de dibujo teniendo en cuenta la dirección del flujo y que los vértices del alineamiento recto correspondan con los vértices de las curvas, es decir, se debe dibujar el alineamiento sobre los vértices que definen la polilínea del alineamiento recto.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18732" t="47318" r="63005" b="35948"/>
          <a:stretch/>
        </p:blipFill>
        <p:spPr>
          <a:xfrm>
            <a:off x="7440706" y="917664"/>
            <a:ext cx="2783195" cy="1433767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53" t="28925" r="21058" b="29231"/>
          <a:stretch/>
        </p:blipFill>
        <p:spPr>
          <a:xfrm>
            <a:off x="3071664" y="3187643"/>
            <a:ext cx="5760640" cy="276934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BA95269-FF76-4789-A1DB-B7BCC062F1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7813D1DC-544E-41EC-89EE-2E66C14D0ED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</p:spTree>
    <p:extLst>
      <p:ext uri="{BB962C8B-B14F-4D97-AF65-F5344CB8AC3E}">
        <p14:creationId xmlns:p14="http://schemas.microsoft.com/office/powerpoint/2010/main" val="2293670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25770" y="3244334"/>
            <a:ext cx="414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111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67689" y="656965"/>
            <a:ext cx="11056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los alineamientos correspondientes al área disponible para el valle de realineamiento, usar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Offset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Alingnment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tener en cuenta el ancho disponible para el valle y hacer un eje auxiliar a  ambos lados.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b="4566"/>
          <a:stretch/>
        </p:blipFill>
        <p:spPr>
          <a:xfrm>
            <a:off x="263352" y="1512773"/>
            <a:ext cx="9078919" cy="487137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70" y="1507480"/>
            <a:ext cx="2510945" cy="487137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7BF4C5E-A456-4119-B4E6-E0A546F1A3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B09936E6-F958-4017-976A-58E349DDA4D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51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08545" y="725795"/>
            <a:ext cx="112268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los alineamientos correspondientes al área disponible para el valle de realineamiento, usar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Offset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Alingnment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tener en cuenta el ancho disponible para el valle y hacer un eje auxiliar a  ambos lados. Realizar el mismo procedimiento para los ejes de talud para el valle teniendo en cuenta la sección de diseño. 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4870" r="33181" b="25388"/>
          <a:stretch/>
        </p:blipFill>
        <p:spPr>
          <a:xfrm>
            <a:off x="335360" y="1918536"/>
            <a:ext cx="4530168" cy="45301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787" y="1908076"/>
            <a:ext cx="2296530" cy="4455394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8816" t="35847" r="9096" b="31859"/>
          <a:stretch/>
        </p:blipFill>
        <p:spPr>
          <a:xfrm>
            <a:off x="7608167" y="4725144"/>
            <a:ext cx="4415908" cy="122413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9B6F485-0BB5-4EDF-81C4-DDC19DC17A8A}"/>
              </a:ext>
            </a:extLst>
          </p:cNvPr>
          <p:cNvGrpSpPr/>
          <p:nvPr/>
        </p:nvGrpSpPr>
        <p:grpSpPr>
          <a:xfrm>
            <a:off x="7908946" y="2276872"/>
            <a:ext cx="3826428" cy="1894737"/>
            <a:chOff x="5317572" y="2708920"/>
            <a:chExt cx="3826428" cy="189473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E11D75-BEA4-4B8E-8E8B-E2ABBC5C5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317572" y="2708920"/>
              <a:ext cx="3826428" cy="1894737"/>
            </a:xfrm>
            <a:prstGeom prst="rect">
              <a:avLst/>
            </a:prstGeom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3C30E17-5DA0-4C48-B8EF-734065AF6526}"/>
                </a:ext>
              </a:extLst>
            </p:cNvPr>
            <p:cNvSpPr/>
            <p:nvPr/>
          </p:nvSpPr>
          <p:spPr>
            <a:xfrm>
              <a:off x="6002634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DD77BF-DDA6-4123-902D-5CC69FAD39EA}"/>
                </a:ext>
              </a:extLst>
            </p:cNvPr>
            <p:cNvSpPr/>
            <p:nvPr/>
          </p:nvSpPr>
          <p:spPr>
            <a:xfrm>
              <a:off x="7106879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7314CC-47DC-436E-8CC2-CCC798ED77A2}"/>
                </a:ext>
              </a:extLst>
            </p:cNvPr>
            <p:cNvSpPr/>
            <p:nvPr/>
          </p:nvSpPr>
          <p:spPr>
            <a:xfrm>
              <a:off x="8211124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3EAE8E1-CECC-4AE4-AE22-F72E2D1356D8}"/>
                </a:ext>
              </a:extLst>
            </p:cNvPr>
            <p:cNvSpPr/>
            <p:nvPr/>
          </p:nvSpPr>
          <p:spPr>
            <a:xfrm>
              <a:off x="8529556" y="3181174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7BB49F1-C053-4460-8942-2F30AE7D569F}"/>
                </a:ext>
              </a:extLst>
            </p:cNvPr>
            <p:cNvSpPr/>
            <p:nvPr/>
          </p:nvSpPr>
          <p:spPr>
            <a:xfrm>
              <a:off x="5639047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F905D6-1E70-4D82-BFF9-8546C3E5CED7}"/>
                </a:ext>
              </a:extLst>
            </p:cNvPr>
            <p:cNvSpPr/>
            <p:nvPr/>
          </p:nvSpPr>
          <p:spPr>
            <a:xfrm>
              <a:off x="5343310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A128B4-3219-44E5-BA63-0D3C0B519E78}"/>
                </a:ext>
              </a:extLst>
            </p:cNvPr>
            <p:cNvSpPr/>
            <p:nvPr/>
          </p:nvSpPr>
          <p:spPr>
            <a:xfrm>
              <a:off x="8852738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8EAC06DC-7622-467F-B28B-0A09CCF57C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7" name="1 Título">
            <a:extLst>
              <a:ext uri="{FF2B5EF4-FFF2-40B4-BE49-F238E27FC236}">
                <a16:creationId xmlns:a16="http://schemas.microsoft.com/office/drawing/2014/main" id="{D01B8771-F8FA-4DD7-B477-DE821C6B30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63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5946</TotalTime>
  <Words>470</Words>
  <Application>Microsoft Office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HCMC_2_2</dc:title>
  <dc:creator>master</dc:creator>
  <cp:lastModifiedBy>WILLIAM RICARDO AGUILAR PIÑA</cp:lastModifiedBy>
  <cp:revision>356</cp:revision>
  <dcterms:created xsi:type="dcterms:W3CDTF">2010-05-17T13:13:34Z</dcterms:created>
  <dcterms:modified xsi:type="dcterms:W3CDTF">2025-07-29T18:43:44Z</dcterms:modified>
</cp:coreProperties>
</file>