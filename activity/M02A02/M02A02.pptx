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5" r:id="rId2"/>
    <p:sldId id="301" r:id="rId3"/>
    <p:sldId id="313" r:id="rId4"/>
    <p:sldId id="386" r:id="rId5"/>
    <p:sldId id="387" r:id="rId6"/>
    <p:sldId id="308" r:id="rId7"/>
    <p:sldId id="309" r:id="rId8"/>
    <p:sldId id="388" r:id="rId9"/>
    <p:sldId id="311" r:id="rId10"/>
    <p:sldId id="312" r:id="rId11"/>
    <p:sldId id="389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3623" autoAdjust="0"/>
  </p:normalViewPr>
  <p:slideViewPr>
    <p:cSldViewPr>
      <p:cViewPr varScale="1">
        <p:scale>
          <a:sx n="111" d="100"/>
          <a:sy n="111" d="100"/>
        </p:scale>
        <p:origin x="68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FB04E31F-1FAE-4502-9CA7-F28B303FFFB5}"/>
    <pc:docChg chg="undo custSel addSld delSld modSld modMainMaster">
      <pc:chgData name="WILLIAM RICARDO AGUILAR PIÑA" userId="25538c52-b196-49fc-9025-2dd86a54f18a" providerId="ADAL" clId="{FB04E31F-1FAE-4502-9CA7-F28B303FFFB5}" dt="2019-03-18T20:40:35.776" v="301" actId="2696"/>
      <pc:docMkLst>
        <pc:docMk/>
      </pc:docMkLst>
      <pc:sldChg chg="delSp modSp del setBg">
        <pc:chgData name="WILLIAM RICARDO AGUILAR PIÑA" userId="25538c52-b196-49fc-9025-2dd86a54f18a" providerId="ADAL" clId="{FB04E31F-1FAE-4502-9CA7-F28B303FFFB5}" dt="2019-03-18T16:01:40.814" v="24" actId="2696"/>
        <pc:sldMkLst>
          <pc:docMk/>
          <pc:sldMk cId="0" sldId="256"/>
        </pc:sldMkLst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k cId="0" sldId="256"/>
            <ac:spMk id="7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0.751" v="3" actId="478"/>
          <ac:spMkLst>
            <pc:docMk/>
            <pc:sldMk cId="0" sldId="256"/>
            <ac:spMk id="22530" creationId="{00000000-0000-0000-0000-000000000000}"/>
          </ac:spMkLst>
        </pc:spChg>
      </pc:sldChg>
      <pc:sldChg chg="addSp delSp modSp del">
        <pc:chgData name="WILLIAM RICARDO AGUILAR PIÑA" userId="25538c52-b196-49fc-9025-2dd86a54f18a" providerId="ADAL" clId="{FB04E31F-1FAE-4502-9CA7-F28B303FFFB5}" dt="2019-03-18T16:03:03.985" v="59" actId="2696"/>
        <pc:sldMkLst>
          <pc:docMk/>
          <pc:sldMk cId="1805327859" sldId="289"/>
        </pc:sldMkLst>
        <pc:spChg chg="del mod">
          <ac:chgData name="WILLIAM RICARDO AGUILAR PIÑA" userId="25538c52-b196-49fc-9025-2dd86a54f18a" providerId="ADAL" clId="{FB04E31F-1FAE-4502-9CA7-F28B303FFFB5}" dt="2019-03-18T16:02:40.504" v="47"/>
          <ac:spMkLst>
            <pc:docMk/>
            <pc:sldMk cId="1805327859" sldId="289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2.683" v="5" actId="478"/>
          <ac:spMkLst>
            <pc:docMk/>
            <pc:sldMk cId="1805327859" sldId="289"/>
            <ac:spMk id="22530" creationId="{00000000-0000-0000-0000-000000000000}"/>
          </ac:spMkLst>
        </pc:spChg>
        <pc:picChg chg="add mod">
          <ac:chgData name="WILLIAM RICARDO AGUILAR PIÑA" userId="25538c52-b196-49fc-9025-2dd86a54f18a" providerId="ADAL" clId="{FB04E31F-1FAE-4502-9CA7-F28B303FFFB5}" dt="2019-03-18T16:02:22.596" v="37" actId="207"/>
          <ac:picMkLst>
            <pc:docMk/>
            <pc:sldMk cId="1805327859" sldId="289"/>
            <ac:picMk id="4" creationId="{D983AF5F-DDCE-48DC-B982-53C2685AA018}"/>
          </ac:picMkLst>
        </pc:picChg>
      </pc:sldChg>
      <pc:sldChg chg="addSp delSp modSp">
        <pc:chgData name="WILLIAM RICARDO AGUILAR PIÑA" userId="25538c52-b196-49fc-9025-2dd86a54f18a" providerId="ADAL" clId="{FB04E31F-1FAE-4502-9CA7-F28B303FFFB5}" dt="2019-03-18T16:03:00.518" v="58" actId="1076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FB04E31F-1FAE-4502-9CA7-F28B303FFFB5}" dt="2019-03-18T16:03:00.518" v="58" actId="1076"/>
          <ac:spMkLst>
            <pc:docMk/>
            <pc:sldMk cId="2852190545" sldId="301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2.035" v="4" actId="478"/>
          <ac:spMkLst>
            <pc:docMk/>
            <pc:sldMk cId="2852190545" sldId="301"/>
            <ac:spMk id="22530" creationId="{00000000-0000-0000-0000-000000000000}"/>
          </ac:spMkLst>
        </pc:spChg>
        <pc:picChg chg="add mod">
          <ac:chgData name="WILLIAM RICARDO AGUILAR PIÑA" userId="25538c52-b196-49fc-9025-2dd86a54f18a" providerId="ADAL" clId="{FB04E31F-1FAE-4502-9CA7-F28B303FFFB5}" dt="2019-03-18T16:01:47.295" v="25" actId="207"/>
          <ac:picMkLst>
            <pc:docMk/>
            <pc:sldMk cId="2852190545" sldId="301"/>
            <ac:picMk id="4" creationId="{03A75779-8CD1-4B71-AC59-6EDACE0038DA}"/>
          </ac:picMkLst>
        </pc:picChg>
      </pc:sldChg>
      <pc:sldChg chg="addSp delSp modSp">
        <pc:chgData name="WILLIAM RICARDO AGUILAR PIÑA" userId="25538c52-b196-49fc-9025-2dd86a54f18a" providerId="ADAL" clId="{FB04E31F-1FAE-4502-9CA7-F28B303FFFB5}" dt="2019-03-18T16:08:04.994" v="168" actId="14100"/>
        <pc:sldMkLst>
          <pc:docMk/>
          <pc:sldMk cId="3461002424" sldId="308"/>
        </pc:sldMkLst>
        <pc:spChg chg="add mod">
          <ac:chgData name="WILLIAM RICARDO AGUILAR PIÑA" userId="25538c52-b196-49fc-9025-2dd86a54f18a" providerId="ADAL" clId="{FB04E31F-1FAE-4502-9CA7-F28B303FFFB5}" dt="2019-03-18T16:05:51.641" v="114" actId="14100"/>
          <ac:spMkLst>
            <pc:docMk/>
            <pc:sldMk cId="3461002424" sldId="308"/>
            <ac:spMk id="7" creationId="{D21C9F67-AC45-4B81-996D-659DD9C6DD1E}"/>
          </ac:spMkLst>
        </pc:spChg>
        <pc:spChg chg="mod">
          <ac:chgData name="WILLIAM RICARDO AGUILAR PIÑA" userId="25538c52-b196-49fc-9025-2dd86a54f18a" providerId="ADAL" clId="{FB04E31F-1FAE-4502-9CA7-F28B303FFFB5}" dt="2019-03-18T16:08:04.994" v="168" actId="14100"/>
          <ac:spMkLst>
            <pc:docMk/>
            <pc:sldMk cId="3461002424" sldId="308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6.004" v="7" actId="478"/>
          <ac:spMkLst>
            <pc:docMk/>
            <pc:sldMk cId="3461002424" sldId="308"/>
            <ac:spMk id="22530" creationId="{00000000-0000-0000-0000-000000000000}"/>
          </ac:spMkLst>
        </pc:spChg>
        <pc:picChg chg="mod">
          <ac:chgData name="WILLIAM RICARDO AGUILAR PIÑA" userId="25538c52-b196-49fc-9025-2dd86a54f18a" providerId="ADAL" clId="{FB04E31F-1FAE-4502-9CA7-F28B303FFFB5}" dt="2019-03-18T16:06:55.611" v="148" actId="1076"/>
          <ac:picMkLst>
            <pc:docMk/>
            <pc:sldMk cId="3461002424" sldId="308"/>
            <ac:picMk id="4" creationId="{00000000-0000-0000-0000-000000000000}"/>
          </ac:picMkLst>
        </pc:picChg>
        <pc:picChg chg="mod">
          <ac:chgData name="WILLIAM RICARDO AGUILAR PIÑA" userId="25538c52-b196-49fc-9025-2dd86a54f18a" providerId="ADAL" clId="{FB04E31F-1FAE-4502-9CA7-F28B303FFFB5}" dt="2019-03-18T16:06:57.304" v="150" actId="1035"/>
          <ac:picMkLst>
            <pc:docMk/>
            <pc:sldMk cId="3461002424" sldId="308"/>
            <ac:picMk id="5" creationId="{00000000-0000-0000-0000-000000000000}"/>
          </ac:picMkLst>
        </pc:picChg>
        <pc:picChg chg="add mod">
          <ac:chgData name="WILLIAM RICARDO AGUILAR PIÑA" userId="25538c52-b196-49fc-9025-2dd86a54f18a" providerId="ADAL" clId="{FB04E31F-1FAE-4502-9CA7-F28B303FFFB5}" dt="2019-03-18T16:05:51.641" v="114" actId="14100"/>
          <ac:picMkLst>
            <pc:docMk/>
            <pc:sldMk cId="3461002424" sldId="308"/>
            <ac:picMk id="6" creationId="{6BE7F524-68DE-415F-8E14-17F0968EDE97}"/>
          </ac:picMkLst>
        </pc:picChg>
      </pc:sldChg>
      <pc:sldChg chg="addSp delSp modSp">
        <pc:chgData name="WILLIAM RICARDO AGUILAR PIÑA" userId="25538c52-b196-49fc-9025-2dd86a54f18a" providerId="ADAL" clId="{FB04E31F-1FAE-4502-9CA7-F28B303FFFB5}" dt="2019-03-18T20:40:19.835" v="299" actId="1076"/>
        <pc:sldMkLst>
          <pc:docMk/>
          <pc:sldMk cId="2293670241" sldId="309"/>
        </pc:sldMkLst>
        <pc:spChg chg="add">
          <ac:chgData name="WILLIAM RICARDO AGUILAR PIÑA" userId="25538c52-b196-49fc-9025-2dd86a54f18a" providerId="ADAL" clId="{FB04E31F-1FAE-4502-9CA7-F28B303FFFB5}" dt="2019-03-18T16:07:09.252" v="151"/>
          <ac:spMkLst>
            <pc:docMk/>
            <pc:sldMk cId="2293670241" sldId="309"/>
            <ac:spMk id="7" creationId="{55344539-C998-4743-99BF-461E4706F788}"/>
          </ac:spMkLst>
        </pc:spChg>
        <pc:spChg chg="mod">
          <ac:chgData name="WILLIAM RICARDO AGUILAR PIÑA" userId="25538c52-b196-49fc-9025-2dd86a54f18a" providerId="ADAL" clId="{FB04E31F-1FAE-4502-9CA7-F28B303FFFB5}" dt="2019-03-18T16:08:19.611" v="177" actId="1037"/>
          <ac:spMkLst>
            <pc:docMk/>
            <pc:sldMk cId="2293670241" sldId="309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7.118" v="8" actId="478"/>
          <ac:spMkLst>
            <pc:docMk/>
            <pc:sldMk cId="2293670241" sldId="309"/>
            <ac:spMk id="22530" creationId="{00000000-0000-0000-0000-000000000000}"/>
          </ac:spMkLst>
        </pc:spChg>
        <pc:picChg chg="mod">
          <ac:chgData name="WILLIAM RICARDO AGUILAR PIÑA" userId="25538c52-b196-49fc-9025-2dd86a54f18a" providerId="ADAL" clId="{FB04E31F-1FAE-4502-9CA7-F28B303FFFB5}" dt="2019-03-18T20:40:19.835" v="299" actId="1076"/>
          <ac:picMkLst>
            <pc:docMk/>
            <pc:sldMk cId="2293670241" sldId="309"/>
            <ac:picMk id="2" creationId="{00000000-0000-0000-0000-000000000000}"/>
          </ac:picMkLst>
        </pc:picChg>
        <pc:picChg chg="mod">
          <ac:chgData name="WILLIAM RICARDO AGUILAR PIÑA" userId="25538c52-b196-49fc-9025-2dd86a54f18a" providerId="ADAL" clId="{FB04E31F-1FAE-4502-9CA7-F28B303FFFB5}" dt="2019-03-18T20:40:14.524" v="296" actId="1076"/>
          <ac:picMkLst>
            <pc:docMk/>
            <pc:sldMk cId="2293670241" sldId="309"/>
            <ac:picMk id="3" creationId="{00000000-0000-0000-0000-000000000000}"/>
          </ac:picMkLst>
        </pc:picChg>
        <pc:picChg chg="add">
          <ac:chgData name="WILLIAM RICARDO AGUILAR PIÑA" userId="25538c52-b196-49fc-9025-2dd86a54f18a" providerId="ADAL" clId="{FB04E31F-1FAE-4502-9CA7-F28B303FFFB5}" dt="2019-03-18T16:01:33.751" v="21"/>
          <ac:picMkLst>
            <pc:docMk/>
            <pc:sldMk cId="2293670241" sldId="309"/>
            <ac:picMk id="6" creationId="{FBA95269-FF76-4789-A1DB-B7BCC062F127}"/>
          </ac:picMkLst>
        </pc:picChg>
      </pc:sldChg>
      <pc:sldChg chg="delSp modSp del">
        <pc:chgData name="WILLIAM RICARDO AGUILAR PIÑA" userId="25538c52-b196-49fc-9025-2dd86a54f18a" providerId="ADAL" clId="{FB04E31F-1FAE-4502-9CA7-F28B303FFFB5}" dt="2019-03-18T16:00:51.924" v="12" actId="2696"/>
        <pc:sldMkLst>
          <pc:docMk/>
          <pc:sldMk cId="2695036879" sldId="310"/>
        </pc:sldMkLst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k cId="2695036879" sldId="310"/>
            <ac:spMk id="7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50.907" v="11" actId="478"/>
          <ac:spMkLst>
            <pc:docMk/>
            <pc:sldMk cId="2695036879" sldId="310"/>
            <ac:spMk id="22530" creationId="{00000000-0000-0000-0000-000000000000}"/>
          </ac:spMkLst>
        </pc:spChg>
      </pc:sldChg>
      <pc:sldChg chg="addSp delSp modSp">
        <pc:chgData name="WILLIAM RICARDO AGUILAR PIÑA" userId="25538c52-b196-49fc-9025-2dd86a54f18a" providerId="ADAL" clId="{FB04E31F-1FAE-4502-9CA7-F28B303FFFB5}" dt="2019-03-18T16:10:59.151" v="239"/>
        <pc:sldMkLst>
          <pc:docMk/>
          <pc:sldMk cId="278051957" sldId="311"/>
        </pc:sldMkLst>
        <pc:spChg chg="add mod">
          <ac:chgData name="WILLIAM RICARDO AGUILAR PIÑA" userId="25538c52-b196-49fc-9025-2dd86a54f18a" providerId="ADAL" clId="{FB04E31F-1FAE-4502-9CA7-F28B303FFFB5}" dt="2019-03-18T16:09:51.094" v="194"/>
          <ac:spMkLst>
            <pc:docMk/>
            <pc:sldMk cId="278051957" sldId="311"/>
            <ac:spMk id="7" creationId="{B09936E6-F958-4017-976A-58E349DDA4D9}"/>
          </ac:spMkLst>
        </pc:spChg>
        <pc:spChg chg="mod">
          <ac:chgData name="WILLIAM RICARDO AGUILAR PIÑA" userId="25538c52-b196-49fc-9025-2dd86a54f18a" providerId="ADAL" clId="{FB04E31F-1FAE-4502-9CA7-F28B303FFFB5}" dt="2019-03-18T16:10:18.540" v="226" actId="1035"/>
          <ac:spMkLst>
            <pc:docMk/>
            <pc:sldMk cId="278051957" sldId="311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8.297" v="9" actId="478"/>
          <ac:spMkLst>
            <pc:docMk/>
            <pc:sldMk cId="278051957" sldId="311"/>
            <ac:spMk id="22530" creationId="{00000000-0000-0000-0000-000000000000}"/>
          </ac:spMkLst>
        </pc:spChg>
        <pc:picChg chg="mod">
          <ac:chgData name="WILLIAM RICARDO AGUILAR PIÑA" userId="25538c52-b196-49fc-9025-2dd86a54f18a" providerId="ADAL" clId="{FB04E31F-1FAE-4502-9CA7-F28B303FFFB5}" dt="2019-03-18T16:10:59.151" v="239"/>
          <ac:picMkLst>
            <pc:docMk/>
            <pc:sldMk cId="278051957" sldId="311"/>
            <ac:picMk id="4" creationId="{00000000-0000-0000-0000-000000000000}"/>
          </ac:picMkLst>
        </pc:picChg>
        <pc:picChg chg="mod">
          <ac:chgData name="WILLIAM RICARDO AGUILAR PIÑA" userId="25538c52-b196-49fc-9025-2dd86a54f18a" providerId="ADAL" clId="{FB04E31F-1FAE-4502-9CA7-F28B303FFFB5}" dt="2019-03-18T16:10:28.336" v="230" actId="14100"/>
          <ac:picMkLst>
            <pc:docMk/>
            <pc:sldMk cId="278051957" sldId="311"/>
            <ac:picMk id="5" creationId="{00000000-0000-0000-0000-000000000000}"/>
          </ac:picMkLst>
        </pc:picChg>
        <pc:picChg chg="add">
          <ac:chgData name="WILLIAM RICARDO AGUILAR PIÑA" userId="25538c52-b196-49fc-9025-2dd86a54f18a" providerId="ADAL" clId="{FB04E31F-1FAE-4502-9CA7-F28B303FFFB5}" dt="2019-03-18T16:01:34.367" v="22"/>
          <ac:picMkLst>
            <pc:docMk/>
            <pc:sldMk cId="278051957" sldId="311"/>
            <ac:picMk id="6" creationId="{C7BF4C5E-A456-4119-B4E6-E0A546F1A31B}"/>
          </ac:picMkLst>
        </pc:picChg>
      </pc:sldChg>
      <pc:sldChg chg="addSp delSp modSp">
        <pc:chgData name="WILLIAM RICARDO AGUILAR PIÑA" userId="25538c52-b196-49fc-9025-2dd86a54f18a" providerId="ADAL" clId="{FB04E31F-1FAE-4502-9CA7-F28B303FFFB5}" dt="2019-03-18T16:13:25.963" v="289" actId="1036"/>
        <pc:sldMkLst>
          <pc:docMk/>
          <pc:sldMk cId="3080631846" sldId="312"/>
        </pc:sldMkLst>
        <pc:spChg chg="mod">
          <ac:chgData name="WILLIAM RICARDO AGUILAR PIÑA" userId="25538c52-b196-49fc-9025-2dd86a54f18a" providerId="ADAL" clId="{FB04E31F-1FAE-4502-9CA7-F28B303FFFB5}" dt="2019-03-18T16:13:25.963" v="289" actId="1036"/>
          <ac:spMkLst>
            <pc:docMk/>
            <pc:sldMk cId="3080631846" sldId="312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9" creationId="{03C30E17-5DA0-4C48-B8EF-734065AF6526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0" creationId="{B4DD77BF-DDA6-4123-902D-5CC69FAD39EA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1" creationId="{DF7314CC-47DC-436E-8CC2-CCC798ED77A2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2" creationId="{23EAE8E1-CECC-4AE4-AE22-F72E2D1356D8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3" creationId="{87BB49F1-C053-4460-8942-2F30AE7D569F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4" creationId="{1FF905D6-1E70-4D82-BFF9-8546C3E5CED7}"/>
          </ac:spMkLst>
        </pc:spChg>
        <pc:spChg chg="mod">
          <ac:chgData name="WILLIAM RICARDO AGUILAR PIÑA" userId="25538c52-b196-49fc-9025-2dd86a54f18a" providerId="ADAL" clId="{FB04E31F-1FAE-4502-9CA7-F28B303FFFB5}" dt="2019-03-18T16:13:12.026" v="284" actId="207"/>
          <ac:spMkLst>
            <pc:docMk/>
            <pc:sldMk cId="3080631846" sldId="312"/>
            <ac:spMk id="15" creationId="{FBA128B4-3219-44E5-BA63-0D3C0B519E78}"/>
          </ac:spMkLst>
        </pc:spChg>
        <pc:spChg chg="add">
          <ac:chgData name="WILLIAM RICARDO AGUILAR PIÑA" userId="25538c52-b196-49fc-9025-2dd86a54f18a" providerId="ADAL" clId="{FB04E31F-1FAE-4502-9CA7-F28B303FFFB5}" dt="2019-03-18T16:09:53.376" v="195"/>
          <ac:spMkLst>
            <pc:docMk/>
            <pc:sldMk cId="3080631846" sldId="312"/>
            <ac:spMk id="17" creationId="{76F0383C-9AF1-443D-9A71-81607E870AE8}"/>
          </ac:spMkLst>
        </pc:spChg>
        <pc:spChg chg="del mod">
          <ac:chgData name="WILLIAM RICARDO AGUILAR PIÑA" userId="25538c52-b196-49fc-9025-2dd86a54f18a" providerId="ADAL" clId="{FB04E31F-1FAE-4502-9CA7-F28B303FFFB5}" dt="2019-03-18T16:00:49.790" v="10" actId="478"/>
          <ac:spMkLst>
            <pc:docMk/>
            <pc:sldMk cId="3080631846" sldId="312"/>
            <ac:spMk id="22530" creationId="{00000000-0000-0000-0000-000000000000}"/>
          </ac:spMkLst>
        </pc:spChg>
        <pc:grpChg chg="mod">
          <ac:chgData name="WILLIAM RICARDO AGUILAR PIÑA" userId="25538c52-b196-49fc-9025-2dd86a54f18a" providerId="ADAL" clId="{FB04E31F-1FAE-4502-9CA7-F28B303FFFB5}" dt="2019-03-18T16:12:38.509" v="283" actId="1076"/>
          <ac:grpSpMkLst>
            <pc:docMk/>
            <pc:sldMk cId="3080631846" sldId="312"/>
            <ac:grpSpMk id="3" creationId="{29B6F485-0BB5-4EDF-81C4-DDC19DC17A8A}"/>
          </ac:grpSpMkLst>
        </pc:grpChg>
        <pc:picChg chg="mod">
          <ac:chgData name="WILLIAM RICARDO AGUILAR PIÑA" userId="25538c52-b196-49fc-9025-2dd86a54f18a" providerId="ADAL" clId="{FB04E31F-1FAE-4502-9CA7-F28B303FFFB5}" dt="2019-03-18T16:11:55.516" v="275" actId="1037"/>
          <ac:picMkLst>
            <pc:docMk/>
            <pc:sldMk cId="3080631846" sldId="312"/>
            <ac:picMk id="4" creationId="{00000000-0000-0000-0000-000000000000}"/>
          </ac:picMkLst>
        </pc:picChg>
        <pc:picChg chg="mod">
          <ac:chgData name="WILLIAM RICARDO AGUILAR PIÑA" userId="25538c52-b196-49fc-9025-2dd86a54f18a" providerId="ADAL" clId="{FB04E31F-1FAE-4502-9CA7-F28B303FFFB5}" dt="2019-03-18T16:11:53.832" v="272" actId="1076"/>
          <ac:picMkLst>
            <pc:docMk/>
            <pc:sldMk cId="3080631846" sldId="312"/>
            <ac:picMk id="5" creationId="{00000000-0000-0000-0000-000000000000}"/>
          </ac:picMkLst>
        </pc:picChg>
        <pc:picChg chg="mod modCrop">
          <ac:chgData name="WILLIAM RICARDO AGUILAR PIÑA" userId="25538c52-b196-49fc-9025-2dd86a54f18a" providerId="ADAL" clId="{FB04E31F-1FAE-4502-9CA7-F28B303FFFB5}" dt="2019-03-18T16:12:36.019" v="282" actId="14100"/>
          <ac:picMkLst>
            <pc:docMk/>
            <pc:sldMk cId="3080631846" sldId="312"/>
            <ac:picMk id="7" creationId="{00000000-0000-0000-0000-000000000000}"/>
          </ac:picMkLst>
        </pc:picChg>
        <pc:picChg chg="add">
          <ac:chgData name="WILLIAM RICARDO AGUILAR PIÑA" userId="25538c52-b196-49fc-9025-2dd86a54f18a" providerId="ADAL" clId="{FB04E31F-1FAE-4502-9CA7-F28B303FFFB5}" dt="2019-03-18T16:01:35.067" v="23"/>
          <ac:picMkLst>
            <pc:docMk/>
            <pc:sldMk cId="3080631846" sldId="312"/>
            <ac:picMk id="16" creationId="{8EAC06DC-7622-467F-B28B-0A09CCF57C69}"/>
          </ac:picMkLst>
        </pc:picChg>
      </pc:sldChg>
      <pc:sldChg chg="addSp delSp modSp">
        <pc:chgData name="WILLIAM RICARDO AGUILAR PIÑA" userId="25538c52-b196-49fc-9025-2dd86a54f18a" providerId="ADAL" clId="{FB04E31F-1FAE-4502-9CA7-F28B303FFFB5}" dt="2019-03-18T16:03:45.423" v="83" actId="1076"/>
        <pc:sldMkLst>
          <pc:docMk/>
          <pc:sldMk cId="1971252890" sldId="313"/>
        </pc:sldMkLst>
        <pc:spChg chg="mod">
          <ac:chgData name="WILLIAM RICARDO AGUILAR PIÑA" userId="25538c52-b196-49fc-9025-2dd86a54f18a" providerId="ADAL" clId="{FB04E31F-1FAE-4502-9CA7-F28B303FFFB5}" dt="2019-03-18T16:03:45.423" v="83" actId="1076"/>
          <ac:spMkLst>
            <pc:docMk/>
            <pc:sldMk cId="1971252890" sldId="313"/>
            <ac:spMk id="8" creationId="{00000000-0000-0000-0000-000000000000}"/>
          </ac:spMkLst>
        </pc:spChg>
        <pc:spChg chg="del mod">
          <ac:chgData name="WILLIAM RICARDO AGUILAR PIÑA" userId="25538c52-b196-49fc-9025-2dd86a54f18a" providerId="ADAL" clId="{FB04E31F-1FAE-4502-9CA7-F28B303FFFB5}" dt="2019-03-18T16:00:43.954" v="6" actId="478"/>
          <ac:spMkLst>
            <pc:docMk/>
            <pc:sldMk cId="1971252890" sldId="313"/>
            <ac:spMk id="22530" creationId="{00000000-0000-0000-0000-000000000000}"/>
          </ac:spMkLst>
        </pc:spChg>
        <pc:picChg chg="del mod">
          <ac:chgData name="WILLIAM RICARDO AGUILAR PIÑA" userId="25538c52-b196-49fc-9025-2dd86a54f18a" providerId="ADAL" clId="{FB04E31F-1FAE-4502-9CA7-F28B303FFFB5}" dt="2019-03-18T16:03:18.565" v="64" actId="478"/>
          <ac:picMkLst>
            <pc:docMk/>
            <pc:sldMk cId="1971252890" sldId="313"/>
            <ac:picMk id="2" creationId="{00000000-0000-0000-0000-000000000000}"/>
          </ac:picMkLst>
        </pc:picChg>
        <pc:picChg chg="del mod">
          <ac:chgData name="WILLIAM RICARDO AGUILAR PIÑA" userId="25538c52-b196-49fc-9025-2dd86a54f18a" providerId="ADAL" clId="{FB04E31F-1FAE-4502-9CA7-F28B303FFFB5}" dt="2019-03-18T16:03:20.328" v="65" actId="478"/>
          <ac:picMkLst>
            <pc:docMk/>
            <pc:sldMk cId="1971252890" sldId="313"/>
            <ac:picMk id="6" creationId="{00000000-0000-0000-0000-000000000000}"/>
          </ac:picMkLst>
        </pc:picChg>
        <pc:picChg chg="add mod">
          <ac:chgData name="WILLIAM RICARDO AGUILAR PIÑA" userId="25538c52-b196-49fc-9025-2dd86a54f18a" providerId="ADAL" clId="{FB04E31F-1FAE-4502-9CA7-F28B303FFFB5}" dt="2019-03-18T16:03:12.644" v="61" actId="207"/>
          <ac:picMkLst>
            <pc:docMk/>
            <pc:sldMk cId="1971252890" sldId="313"/>
            <ac:picMk id="7" creationId="{4FA5C913-4F72-4467-94D9-38D001E02E3F}"/>
          </ac:picMkLst>
        </pc:picChg>
      </pc:sldChg>
      <pc:sldChg chg="addSp delSp modSp add">
        <pc:chgData name="WILLIAM RICARDO AGUILAR PIÑA" userId="25538c52-b196-49fc-9025-2dd86a54f18a" providerId="ADAL" clId="{FB04E31F-1FAE-4502-9CA7-F28B303FFFB5}" dt="2019-03-18T20:40:01.587" v="294"/>
        <pc:sldMkLst>
          <pc:docMk/>
          <pc:sldMk cId="0" sldId="325"/>
        </pc:sldMkLst>
        <pc:spChg chg="add">
          <ac:chgData name="WILLIAM RICARDO AGUILAR PIÑA" userId="25538c52-b196-49fc-9025-2dd86a54f18a" providerId="ADAL" clId="{FB04E31F-1FAE-4502-9CA7-F28B303FFFB5}" dt="2019-03-18T20:40:01.587" v="294"/>
          <ac:spMkLst>
            <pc:docMk/>
            <pc:sldMk cId="0" sldId="325"/>
            <ac:spMk id="8" creationId="{574547BA-2B41-4C77-92F3-362910DD63AC}"/>
          </ac:spMkLst>
        </pc:spChg>
        <pc:spChg chg="mod">
          <ac:chgData name="WILLIAM RICARDO AGUILAR PIÑA" userId="25538c52-b196-49fc-9025-2dd86a54f18a" providerId="ADAL" clId="{FB04E31F-1FAE-4502-9CA7-F28B303FFFB5}" dt="2019-03-18T16:01:26.720" v="16" actId="20577"/>
          <ac:spMkLst>
            <pc:docMk/>
            <pc:sldMk cId="0" sldId="325"/>
            <ac:spMk id="9" creationId="{3072C985-1B9B-4BDD-9204-91D61E909C9C}"/>
          </ac:spMkLst>
        </pc:spChg>
        <pc:spChg chg="del">
          <ac:chgData name="WILLIAM RICARDO AGUILAR PIÑA" userId="25538c52-b196-49fc-9025-2dd86a54f18a" providerId="ADAL" clId="{FB04E31F-1FAE-4502-9CA7-F28B303FFFB5}" dt="2019-03-18T20:40:01.173" v="293" actId="478"/>
          <ac:spMkLst>
            <pc:docMk/>
            <pc:sldMk cId="0" sldId="325"/>
            <ac:spMk id="10" creationId="{7F6DDFB0-630E-45A2-B5EE-AB34BE184EC4}"/>
          </ac:spMkLst>
        </pc:spChg>
        <pc:spChg chg="mod">
          <ac:chgData name="WILLIAM RICARDO AGUILAR PIÑA" userId="25538c52-b196-49fc-9025-2dd86a54f18a" providerId="ADAL" clId="{FB04E31F-1FAE-4502-9CA7-F28B303FFFB5}" dt="2019-03-18T16:50:25.469" v="292" actId="6549"/>
          <ac:spMkLst>
            <pc:docMk/>
            <pc:sldMk cId="0" sldId="325"/>
            <ac:spMk id="17" creationId="{CF602DD4-6CD6-45A5-8387-11EC9AEA487E}"/>
          </ac:spMkLst>
        </pc:spChg>
      </pc:sldChg>
      <pc:sldChg chg="add del">
        <pc:chgData name="WILLIAM RICARDO AGUILAR PIÑA" userId="25538c52-b196-49fc-9025-2dd86a54f18a" providerId="ADAL" clId="{FB04E31F-1FAE-4502-9CA7-F28B303FFFB5}" dt="2019-03-18T20:40:35.776" v="301" actId="2696"/>
        <pc:sldMkLst>
          <pc:docMk/>
          <pc:sldMk cId="1616861817" sldId="385"/>
        </pc:sldMkLst>
      </pc:sldChg>
      <pc:sldChg chg="addSp modSp add">
        <pc:chgData name="WILLIAM RICARDO AGUILAR PIÑA" userId="25538c52-b196-49fc-9025-2dd86a54f18a" providerId="ADAL" clId="{FB04E31F-1FAE-4502-9CA7-F28B303FFFB5}" dt="2019-03-18T16:04:46.112" v="100" actId="14100"/>
        <pc:sldMkLst>
          <pc:docMk/>
          <pc:sldMk cId="882695787" sldId="386"/>
        </pc:sldMkLst>
        <pc:spChg chg="mod">
          <ac:chgData name="WILLIAM RICARDO AGUILAR PIÑA" userId="25538c52-b196-49fc-9025-2dd86a54f18a" providerId="ADAL" clId="{FB04E31F-1FAE-4502-9CA7-F28B303FFFB5}" dt="2019-03-18T16:04:46.112" v="100" actId="14100"/>
          <ac:spMkLst>
            <pc:docMk/>
            <pc:sldMk cId="882695787" sldId="386"/>
            <ac:spMk id="8" creationId="{00000000-0000-0000-0000-000000000000}"/>
          </ac:spMkLst>
        </pc:spChg>
        <pc:spChg chg="add mod">
          <ac:chgData name="WILLIAM RICARDO AGUILAR PIÑA" userId="25538c52-b196-49fc-9025-2dd86a54f18a" providerId="ADAL" clId="{FB04E31F-1FAE-4502-9CA7-F28B303FFFB5}" dt="2019-03-18T16:04:05.449" v="86"/>
          <ac:spMkLst>
            <pc:docMk/>
            <pc:sldMk cId="882695787" sldId="386"/>
            <ac:spMk id="9" creationId="{DE99B7B5-F94D-4CB6-98E2-A0CC1A694807}"/>
          </ac:spMkLst>
        </pc:spChg>
        <pc:picChg chg="mod">
          <ac:chgData name="WILLIAM RICARDO AGUILAR PIÑA" userId="25538c52-b196-49fc-9025-2dd86a54f18a" providerId="ADAL" clId="{FB04E31F-1FAE-4502-9CA7-F28B303FFFB5}" dt="2019-03-18T16:04:39.785" v="98" actId="1366"/>
          <ac:picMkLst>
            <pc:docMk/>
            <pc:sldMk cId="882695787" sldId="386"/>
            <ac:picMk id="2" creationId="{00000000-0000-0000-0000-000000000000}"/>
          </ac:picMkLst>
        </pc:picChg>
        <pc:picChg chg="mod">
          <ac:chgData name="WILLIAM RICARDO AGUILAR PIÑA" userId="25538c52-b196-49fc-9025-2dd86a54f18a" providerId="ADAL" clId="{FB04E31F-1FAE-4502-9CA7-F28B303FFFB5}" dt="2019-03-18T16:04:39.785" v="98" actId="1366"/>
          <ac:picMkLst>
            <pc:docMk/>
            <pc:sldMk cId="882695787" sldId="386"/>
            <ac:picMk id="6" creationId="{00000000-0000-0000-0000-000000000000}"/>
          </ac:picMkLst>
        </pc:picChg>
      </pc:sldChg>
      <pc:sldChg chg="addSp delSp modSp add">
        <pc:chgData name="WILLIAM RICARDO AGUILAR PIÑA" userId="25538c52-b196-49fc-9025-2dd86a54f18a" providerId="ADAL" clId="{FB04E31F-1FAE-4502-9CA7-F28B303FFFB5}" dt="2019-03-18T16:05:30.752" v="109" actId="478"/>
        <pc:sldMkLst>
          <pc:docMk/>
          <pc:sldMk cId="3920908033" sldId="387"/>
        </pc:sldMkLst>
        <pc:spChg chg="add del">
          <ac:chgData name="WILLIAM RICARDO AGUILAR PIÑA" userId="25538c52-b196-49fc-9025-2dd86a54f18a" providerId="ADAL" clId="{FB04E31F-1FAE-4502-9CA7-F28B303FFFB5}" dt="2019-03-18T16:05:30.752" v="109" actId="478"/>
          <ac:spMkLst>
            <pc:docMk/>
            <pc:sldMk cId="3920908033" sldId="387"/>
            <ac:spMk id="4" creationId="{1903E001-D92A-44F9-8DE1-9DADF7B05E19}"/>
          </ac:spMkLst>
        </pc:spChg>
        <pc:spChg chg="mod">
          <ac:chgData name="WILLIAM RICARDO AGUILAR PIÑA" userId="25538c52-b196-49fc-9025-2dd86a54f18a" providerId="ADAL" clId="{FB04E31F-1FAE-4502-9CA7-F28B303FFFB5}" dt="2019-03-18T16:05:19.680" v="107" actId="1076"/>
          <ac:spMkLst>
            <pc:docMk/>
            <pc:sldMk cId="3920908033" sldId="387"/>
            <ac:spMk id="8" creationId="{00000000-0000-0000-0000-000000000000}"/>
          </ac:spMkLst>
        </pc:spChg>
      </pc:sldChg>
      <pc:sldChg chg="modSp add">
        <pc:chgData name="WILLIAM RICARDO AGUILAR PIÑA" userId="25538c52-b196-49fc-9025-2dd86a54f18a" providerId="ADAL" clId="{FB04E31F-1FAE-4502-9CA7-F28B303FFFB5}" dt="2019-03-18T16:08:51.817" v="190" actId="20577"/>
        <pc:sldMkLst>
          <pc:docMk/>
          <pc:sldMk cId="514111914" sldId="388"/>
        </pc:sldMkLst>
        <pc:spChg chg="mod">
          <ac:chgData name="WILLIAM RICARDO AGUILAR PIÑA" userId="25538c52-b196-49fc-9025-2dd86a54f18a" providerId="ADAL" clId="{FB04E31F-1FAE-4502-9CA7-F28B303FFFB5}" dt="2019-03-18T16:08:51.817" v="190" actId="20577"/>
          <ac:spMkLst>
            <pc:docMk/>
            <pc:sldMk cId="514111914" sldId="388"/>
            <ac:spMk id="8" creationId="{00000000-0000-0000-0000-000000000000}"/>
          </ac:spMkLst>
        </pc:spChg>
      </pc:sldChg>
      <pc:sldChg chg="add">
        <pc:chgData name="WILLIAM RICARDO AGUILAR PIÑA" userId="25538c52-b196-49fc-9025-2dd86a54f18a" providerId="ADAL" clId="{FB04E31F-1FAE-4502-9CA7-F28B303FFFB5}" dt="2019-03-18T20:40:33.215" v="300"/>
        <pc:sldMkLst>
          <pc:docMk/>
          <pc:sldMk cId="3608423261" sldId="389"/>
        </pc:sldMkLst>
      </pc:sldChg>
      <pc:sldMasterChg chg="modSp setBg modSldLayout">
        <pc:chgData name="WILLIAM RICARDO AGUILAR PIÑA" userId="25538c52-b196-49fc-9025-2dd86a54f18a" providerId="ADAL" clId="{FB04E31F-1FAE-4502-9CA7-F28B303FFFB5}" dt="2019-03-18T16:00:34.956" v="2"/>
        <pc:sldMasterMkLst>
          <pc:docMk/>
          <pc:sldMasterMk cId="0" sldId="2147483648"/>
        </pc:sldMasterMkLst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WILLIAM RICARDO AGUILAR PIÑA" userId="25538c52-b196-49fc-9025-2dd86a54f18a" providerId="ADAL" clId="{FB04E31F-1FAE-4502-9CA7-F28B303FFFB5}" dt="2019-03-18T16:00:34.956" v="2"/>
          <ac:spMkLst>
            <pc:docMk/>
            <pc:sldMasterMk cId="0" sldId="2147483648"/>
            <ac:spMk id="6" creationId="{00000000-0000-0000-0000-000000000000}"/>
          </ac:spMkLst>
        </pc:sp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49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FB04E31F-1FAE-4502-9CA7-F28B303FFFB5}" dt="2019-03-18T16:00:32.254" v="1"/>
          <pc:sldLayoutMkLst>
            <pc:docMk/>
            <pc:sldMasterMk cId="0" sldId="2147483648"/>
            <pc:sldLayoutMk cId="0" sldId="2147483650"/>
          </pc:sldLayoutMkLst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1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2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3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FB04E31F-1FAE-4502-9CA7-F28B303FFFB5}" dt="2019-03-18T16:00:32.254" v="1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WILLIAM RICARDO AGUILAR PIÑA" userId="25538c52-b196-49fc-9025-2dd86a54f18a" providerId="ADAL" clId="{FB04E31F-1FAE-4502-9CA7-F28B303FFFB5}" dt="2019-03-18T16:00:32.254" v="1"/>
          <pc:sldLayoutMkLst>
            <pc:docMk/>
            <pc:sldMasterMk cId="0" sldId="2147483648"/>
            <pc:sldLayoutMk cId="0" sldId="2147483655"/>
          </pc:sldLayoutMkLst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6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7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setBg">
          <pc:chgData name="WILLIAM RICARDO AGUILAR PIÑA" userId="25538c52-b196-49fc-9025-2dd86a54f18a" providerId="ADAL" clId="{FB04E31F-1FAE-4502-9CA7-F28B303FFFB5}" dt="2019-03-18T16:00:32.254" v="1"/>
          <pc:sldLayoutMkLst>
            <pc:docMk/>
            <pc:sldMasterMk cId="0" sldId="2147483648"/>
            <pc:sldLayoutMk cId="0" sldId="2147483658"/>
          </pc:sldLayoutMkLst>
        </pc:sldLayoutChg>
        <pc:sldLayoutChg chg="modSp setBg">
          <pc:chgData name="WILLIAM RICARDO AGUILAR PIÑA" userId="25538c52-b196-49fc-9025-2dd86a54f18a" providerId="ADAL" clId="{FB04E31F-1FAE-4502-9CA7-F28B303FFFB5}" dt="2019-03-18T16:00:34.956" v="2"/>
          <pc:sldLayoutMkLst>
            <pc:docMk/>
            <pc:sldMasterMk cId="0" sldId="2147483648"/>
            <pc:sldLayoutMk cId="0" sldId="2147483659"/>
          </pc:sldLayoutMkLst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WILLIAM RICARDO AGUILAR PIÑA" userId="25538c52-b196-49fc-9025-2dd86a54f18a" providerId="ADAL" clId="{FB04E31F-1FAE-4502-9CA7-F28B303FFFB5}" dt="2019-03-18T16:00:34.956" v="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v.20200505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E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Trazado de ejes y construcción del modelo 3D</a:t>
            </a:r>
          </a:p>
          <a:p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Trazado de los alineamientos para el valle (eje de valle, taludes y cauces laterales)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8" name="1 Título">
            <a:extLst>
              <a:ext uri="{FF2B5EF4-FFF2-40B4-BE49-F238E27FC236}">
                <a16:creationId xmlns:a16="http://schemas.microsoft.com/office/drawing/2014/main" id="{574547BA-2B41-4C77-92F3-362910DD63AC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baalkara@gmail.com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C64841-83A2-45AC-985F-F5C079E95D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485710" y="1767006"/>
            <a:ext cx="52205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Trazar los alineamientos correspondientes para el eje del valle y taludes para el cauce de realineamiento y cauces menores.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Autocad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®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®3D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A75779-8CD1-4B71-AC59-6EDACE003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187788" y="3105834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Exportar drenajes naturales de ArcMap a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Autocad</a:t>
            </a:r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A5C913-4F72-4467-94D9-38D001E02E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5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365164" y="415472"/>
            <a:ext cx="9589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Usando ArcGIS® ArcMap, cargue desde la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Geodatabase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proyecto la capa de cauce natural “CGG_DrenajeNatural_v0 “ luego expórtela a formato CAD, guardar el archivo con el mismo nombre de la capa de origen, Seleccionar DWG 2007. abra el archivo exportado y péguelo en un archivo en blanco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CIVIL3D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grayscl/>
          </a:blip>
          <a:srcRect b="6796"/>
          <a:stretch/>
        </p:blipFill>
        <p:spPr>
          <a:xfrm>
            <a:off x="1365164" y="1548162"/>
            <a:ext cx="9589424" cy="50250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943872" y="2420888"/>
            <a:ext cx="3584136" cy="25028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A5C913-4F72-4467-94D9-38D001E02E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DE99B7B5-F94D-4CB6-98E2-A0CC1A6948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Exportar drenajes naturales de ArcMap a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Autocad</a:t>
            </a:r>
            <a:endParaRPr lang="es-CO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95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529826" y="3105834"/>
            <a:ext cx="313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Trazado del eje del valle usando Civil 3D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A5C913-4F72-4467-94D9-38D001E02E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0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1536174"/>
            <a:ext cx="46085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Crear archivo nuevo en blanco, verificar unidades usando pestaña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metric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Importar al espacio de trabajo, copiar y pegar, el eje recto propuesto para el Valle.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crear un alineamiento con la opción dibujar alineamiento: 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Home/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create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desing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/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alignment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/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alignment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creation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tools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definir el nombre de eje como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EjeValle_v0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Ir a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alignment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layout</a:t>
            </a:r>
            <a:r>
              <a:rPr lang="es-CO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tools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definir el radio de curvatura y demás propiedades según el diseño, seleccionar el tipo de curva e introducir el radio de curvatura.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l="26203" t="58859" r="26203" b="25391"/>
          <a:stretch/>
        </p:blipFill>
        <p:spPr>
          <a:xfrm>
            <a:off x="5879976" y="1412776"/>
            <a:ext cx="6048672" cy="112533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659" y="2780928"/>
            <a:ext cx="3697307" cy="29719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E7F524-68DE-415F-8E14-17F0968EDE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D21C9F67-AC45-4B81-996D-659DD9C6DD1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Trazado del eje del valle usando Civil 3D</a:t>
            </a:r>
          </a:p>
        </p:txBody>
      </p:sp>
    </p:spTree>
    <p:extLst>
      <p:ext uri="{BB962C8B-B14F-4D97-AF65-F5344CB8AC3E}">
        <p14:creationId xmlns:p14="http://schemas.microsoft.com/office/powerpoint/2010/main" val="346100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872646" y="849718"/>
            <a:ext cx="518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5.  Seleccionar dibujar tangentes y curvas e iniciar el proceso de dibujo teniendo en cuenta la dirección del flujo y que los vértices del alineamiento recto correspondan con los vértices de las curvas, es decir, se debe dibujar el alineamiento sobre los vértices que definen la polilínea del alineamiento recto.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8732" t="47318" r="63005" b="35948"/>
          <a:stretch/>
        </p:blipFill>
        <p:spPr>
          <a:xfrm>
            <a:off x="7440706" y="917664"/>
            <a:ext cx="2783195" cy="14337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32553" t="28925" r="21058" b="29231"/>
          <a:stretch/>
        </p:blipFill>
        <p:spPr>
          <a:xfrm>
            <a:off x="3071664" y="3187643"/>
            <a:ext cx="5760640" cy="27693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BA95269-FF76-4789-A1DB-B7BCC062F1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7813D1DC-544E-41EC-89EE-2E66C14D0E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Trazado del eje del valle usando Civil 3D</a:t>
            </a:r>
          </a:p>
        </p:txBody>
      </p:sp>
    </p:spTree>
    <p:extLst>
      <p:ext uri="{BB962C8B-B14F-4D97-AF65-F5344CB8AC3E}">
        <p14:creationId xmlns:p14="http://schemas.microsoft.com/office/powerpoint/2010/main" val="229367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25770" y="3244334"/>
            <a:ext cx="414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Trazado de </a:t>
            </a:r>
            <a:r>
              <a:rPr lang="es-E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Offsets</a:t>
            </a:r>
            <a:endParaRPr lang="es-E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A5C913-4F72-4467-94D9-38D001E02E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1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67689" y="656965"/>
            <a:ext cx="11056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Generar los alineamientos correspondientes al área disponible para el valle de realineamiento, usar la opción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Offset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Alingnment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tener en cuenta el ancho disponible para el valle y hacer un eje auxiliar a  ambos lados.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b="4566"/>
          <a:stretch/>
        </p:blipFill>
        <p:spPr>
          <a:xfrm>
            <a:off x="263352" y="1512773"/>
            <a:ext cx="9078919" cy="487137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70" y="1507480"/>
            <a:ext cx="2510945" cy="48713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7BF4C5E-A456-4119-B4E6-E0A546F1A3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B09936E6-F958-4017-976A-58E349DDA4D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Trazado de </a:t>
            </a:r>
            <a:r>
              <a:rPr lang="es-ES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Offsets</a:t>
            </a:r>
            <a:endParaRPr lang="es-ES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08545" y="725795"/>
            <a:ext cx="11226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Generar los alineamientos correspondientes al área disponible para el valle de realineamiento, usar la opción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Offset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Alingnment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tener en cuenta el ancho disponible para el valle y hacer un eje auxiliar a  ambos lados. Realizar el mismo procedimiento para los ejes de talud para el valle teniendo en cuenta la sección de diseño. 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24870" r="33181" b="25388"/>
          <a:stretch/>
        </p:blipFill>
        <p:spPr>
          <a:xfrm>
            <a:off x="335360" y="1918536"/>
            <a:ext cx="4530168" cy="45301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787" y="1908076"/>
            <a:ext cx="2296530" cy="44553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212830"/>
              </a:clrFrom>
              <a:clrTo>
                <a:srgbClr val="212830">
                  <a:alpha val="0"/>
                </a:srgbClr>
              </a:clrTo>
            </a:clrChange>
          </a:blip>
          <a:srcRect l="28816" t="35847" r="9096" b="31859"/>
          <a:stretch/>
        </p:blipFill>
        <p:spPr>
          <a:xfrm>
            <a:off x="7608167" y="4725144"/>
            <a:ext cx="4415908" cy="1224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9B6F485-0BB5-4EDF-81C4-DDC19DC17A8A}"/>
              </a:ext>
            </a:extLst>
          </p:cNvPr>
          <p:cNvGrpSpPr/>
          <p:nvPr/>
        </p:nvGrpSpPr>
        <p:grpSpPr>
          <a:xfrm>
            <a:off x="7908946" y="2276872"/>
            <a:ext cx="3826428" cy="1894737"/>
            <a:chOff x="5317572" y="2708920"/>
            <a:chExt cx="3826428" cy="18947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DE11D75-BEA4-4B8E-8E8B-E2ABBC5C5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17572" y="2708920"/>
              <a:ext cx="3826428" cy="1894737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C30E17-5DA0-4C48-B8EF-734065AF6526}"/>
                </a:ext>
              </a:extLst>
            </p:cNvPr>
            <p:cNvSpPr/>
            <p:nvPr/>
          </p:nvSpPr>
          <p:spPr>
            <a:xfrm>
              <a:off x="6002634" y="3706238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DD77BF-DDA6-4123-902D-5CC69FAD39EA}"/>
                </a:ext>
              </a:extLst>
            </p:cNvPr>
            <p:cNvSpPr/>
            <p:nvPr/>
          </p:nvSpPr>
          <p:spPr>
            <a:xfrm>
              <a:off x="7106879" y="3706238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7314CC-47DC-436E-8CC2-CCC798ED77A2}"/>
                </a:ext>
              </a:extLst>
            </p:cNvPr>
            <p:cNvSpPr/>
            <p:nvPr/>
          </p:nvSpPr>
          <p:spPr>
            <a:xfrm>
              <a:off x="8211124" y="3706238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EAE8E1-CECC-4AE4-AE22-F72E2D1356D8}"/>
                </a:ext>
              </a:extLst>
            </p:cNvPr>
            <p:cNvSpPr/>
            <p:nvPr/>
          </p:nvSpPr>
          <p:spPr>
            <a:xfrm>
              <a:off x="8529556" y="3181174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BB49F1-C053-4460-8942-2F30AE7D569F}"/>
                </a:ext>
              </a:extLst>
            </p:cNvPr>
            <p:cNvSpPr/>
            <p:nvPr/>
          </p:nvSpPr>
          <p:spPr>
            <a:xfrm>
              <a:off x="5639047" y="3180231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F905D6-1E70-4D82-BFF9-8546C3E5CED7}"/>
                </a:ext>
              </a:extLst>
            </p:cNvPr>
            <p:cNvSpPr/>
            <p:nvPr/>
          </p:nvSpPr>
          <p:spPr>
            <a:xfrm>
              <a:off x="5343310" y="3180231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BA128B4-3219-44E5-BA63-0D3C0B519E78}"/>
                </a:ext>
              </a:extLst>
            </p:cNvPr>
            <p:cNvSpPr/>
            <p:nvPr/>
          </p:nvSpPr>
          <p:spPr>
            <a:xfrm>
              <a:off x="8852738" y="3180231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8EAC06DC-7622-467F-B28B-0A09CCF57C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7" name="1 Título">
            <a:extLst>
              <a:ext uri="{FF2B5EF4-FFF2-40B4-BE49-F238E27FC236}">
                <a16:creationId xmlns:a16="http://schemas.microsoft.com/office/drawing/2014/main" id="{D01B8771-F8FA-4DD7-B477-DE821C6B30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Trazado de </a:t>
            </a:r>
            <a:r>
              <a:rPr lang="es-ES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Offsets</a:t>
            </a:r>
            <a:endParaRPr lang="es-ES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3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7 CuadroTexto">
            <a:extLst>
              <a:ext uri="{FF2B5EF4-FFF2-40B4-BE49-F238E27FC236}">
                <a16:creationId xmlns:a16="http://schemas.microsoft.com/office/drawing/2014/main" id="{3572065F-81C1-454C-8E77-453E36FB65E9}"/>
              </a:ext>
            </a:extLst>
          </p:cNvPr>
          <p:cNvSpPr txBox="1"/>
          <p:nvPr/>
        </p:nvSpPr>
        <p:spPr>
          <a:xfrm>
            <a:off x="4331804" y="3305889"/>
            <a:ext cx="3528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Contenido creado por: baalkara@gmail.com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5887</TotalTime>
  <Words>463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HCMC_2_2</dc:title>
  <dc:creator>master</dc:creator>
  <cp:lastModifiedBy>WILLIAM RICARDO AGUILAR PIÑA</cp:lastModifiedBy>
  <cp:revision>354</cp:revision>
  <dcterms:created xsi:type="dcterms:W3CDTF">2010-05-17T13:13:34Z</dcterms:created>
  <dcterms:modified xsi:type="dcterms:W3CDTF">2021-11-23T16:26:37Z</dcterms:modified>
</cp:coreProperties>
</file>