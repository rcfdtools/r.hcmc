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9C27C-DA6A-27B1-6BE5-AE1E9C2D2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C067EE-A692-77A3-FD98-7BFD9691E0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4EA96A-6CE6-5E52-F60E-A83366B6F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A0476-A552-D89A-8B40-ED8188B0E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A8D1CA-94B5-7D36-E13B-5D0764752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12547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F869-87E1-74B3-06EF-A675F75AC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C69E8-6D65-EFCF-8118-5C8EBEED57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BBB76-FC4C-C717-9DF8-8CAE734E9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912740-2D43-FCAB-2EB3-24F189347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D3880-CE60-A5F5-309F-1604DCC5F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028897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2E11F-6AC0-B0CF-89F2-D0C268BEF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588C10-BA84-AACB-3F61-A068407ED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94497A-327D-A20F-CCB7-7E24DA958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CDE139-F0AE-4BC3-04FF-015AB2041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3ABA0-CA5D-3312-5EA2-318D5B2F1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41168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9A91-4C57-8420-D8CF-DDF4F2E52C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742EA-04AA-14BA-E870-8168AFEE8B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EB75A1-1E88-E9BD-3E37-3355336529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189A5-FBF6-5DDC-C995-82E3CA040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2D5623-19DE-845A-5AAA-5E14E89D0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159784-3AB5-6773-BF65-D8EF5F49D2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84381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42B55-CFB9-52A1-ACCE-5E4543B9C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8B9C03-4E65-0C0C-5DE7-3DFFD38B9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CB8F84-4B26-1027-12C4-5D9422D38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C163DB-F065-70A0-1E9E-8B84BA3D20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D9FD3-CA93-DB5D-502E-BB51BF7DBC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17DCB0-D031-6B43-B853-B64256C4B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E5321C-799F-555A-5620-B50702353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221EA4B-7705-6226-8D76-84180D745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144302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2EB80-B710-1198-358B-0E8DAA3BF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92F8BD-38D3-5C5A-C3FE-6A7034444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495E36-8CA0-4565-091A-7DE769574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014BC8-57B8-7EE1-7B82-799DF7597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339350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2159CF-156F-D375-E400-596B220786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5E8B85-C4D3-4613-ABB9-D91BD0A58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FCABC-A0EA-D059-8523-EFFA7BB8B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68495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831A6-3CC1-A66F-5531-202783AE4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A401D-BA4D-2158-4678-D410F8DC4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981676-996C-4DC0-CAF5-147611A909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E036DB-BAEC-A13C-D1A8-39FFC3692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187581-9FE8-10F5-AAFA-03E3F74A1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A19BAC-721F-F90F-B602-7F548C3B7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483381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6DC5A-E10B-FDEF-8993-42C7B700D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09A751-28A0-5E98-743D-9F17CC8057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F04157-FE2A-AB0C-C1FC-D9107EAF92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AAC573-4104-48F7-E48E-20D9A28C7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9CBAC1-239A-4778-C6DA-72DBA72E3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902892-A4F1-72B2-5A89-A18A33379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031675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D431C-AFFC-10A3-3544-8B20C3223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FFD4AA-EA2E-28CE-BEAA-9410A2AC7D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C5E184-28EE-2851-3F82-16D7EE4941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062A6-A514-4A07-CAE9-67B6B27DF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9B9149-EF76-BE71-DEF5-D5F09C612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7465470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080C486-7E2E-0714-0D5F-1F78655615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2BCF51-975F-6C4C-BD9F-A976E7C6DE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99518-C507-1D2C-01AC-82B30AFD8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9EC11-2588-0E13-19BD-83EB143CEE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EE76-A572-FE7C-EB97-FB8772659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699303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905395C-CC78-8758-87D3-57A79BD2B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85D739-7C5C-A76D-746A-D29F28427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10BFCB-C895-74E6-60E7-F5DA79447F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2110D5-12A4-47CE-AEA1-C085FAB6CCD2}" type="datetimeFigureOut">
              <a:rPr lang="es-CO" smtClean="0"/>
              <a:t>20/08/2025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C222B-FF20-66BD-8DBE-7ABE0F56E9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D2099B-FECD-6B2B-AC7C-95C7328553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046FA7-38D0-4C4E-89BE-4F044FAB2EAA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6942246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E8C745E-2CB2-EFF8-9C72-E2EC552EF0DB}"/>
              </a:ext>
            </a:extLst>
          </p:cNvPr>
          <p:cNvSpPr/>
          <p:nvPr/>
        </p:nvSpPr>
        <p:spPr>
          <a:xfrm>
            <a:off x="1828800" y="1078637"/>
            <a:ext cx="3600000" cy="3600000"/>
          </a:xfrm>
          <a:prstGeom prst="ellipse">
            <a:avLst/>
          </a:prstGeom>
          <a:blipFill>
            <a:blip r:embed="rId2">
              <a:duotone>
                <a:prstClr val="black"/>
                <a:schemeClr val="tx2">
                  <a:tint val="45000"/>
                  <a:satMod val="400000"/>
                </a:schemeClr>
              </a:duotone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197189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RICARDO AGUILAR PIÑA</dc:creator>
  <cp:lastModifiedBy>WILLIAM RICARDO AGUILAR PIÑA</cp:lastModifiedBy>
  <cp:revision>5</cp:revision>
  <dcterms:created xsi:type="dcterms:W3CDTF">2024-08-07T16:15:53Z</dcterms:created>
  <dcterms:modified xsi:type="dcterms:W3CDTF">2025-08-20T11:43:10Z</dcterms:modified>
</cp:coreProperties>
</file>