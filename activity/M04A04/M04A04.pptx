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85" r:id="rId2"/>
    <p:sldId id="318" r:id="rId3"/>
    <p:sldId id="305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9" r:id="rId14"/>
    <p:sldId id="328" r:id="rId15"/>
    <p:sldId id="384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16" autoAdjust="0"/>
  </p:normalViewPr>
  <p:slideViewPr>
    <p:cSldViewPr>
      <p:cViewPr varScale="1">
        <p:scale>
          <a:sx n="116" d="100"/>
          <a:sy n="116" d="100"/>
        </p:scale>
        <p:origin x="252" y="10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7B14A920-D7B9-480F-B272-D017A32C3019}"/>
    <pc:docChg chg="custSel addSld delSld modSld">
      <pc:chgData name="WILLIAM RICARDO AGUILAR PIÑA" userId="25538c52-b196-49fc-9025-2dd86a54f18a" providerId="ADAL" clId="{7B14A920-D7B9-480F-B272-D017A32C3019}" dt="2018-11-21T20:28:38.416" v="69" actId="6549"/>
      <pc:docMkLst>
        <pc:docMk/>
      </pc:docMkLst>
      <pc:sldChg chg="addSp modSp">
        <pc:chgData name="WILLIAM RICARDO AGUILAR PIÑA" userId="25538c52-b196-49fc-9025-2dd86a54f18a" providerId="ADAL" clId="{7B14A920-D7B9-480F-B272-D017A32C3019}" dt="2018-11-21T20:14:39.794" v="3" actId="6549"/>
        <pc:sldMkLst>
          <pc:docMk/>
          <pc:sldMk cId="0" sldId="256"/>
        </pc:sldMkLst>
        <pc:spChg chg="mod">
          <ac:chgData name="WILLIAM RICARDO AGUILAR PIÑA" userId="25538c52-b196-49fc-9025-2dd86a54f18a" providerId="ADAL" clId="{7B14A920-D7B9-480F-B272-D017A32C3019}" dt="2018-11-21T20:14:39.794" v="3" actId="6549"/>
          <ac:spMkLst>
            <pc:docMk/>
            <pc:sldMk cId="0" sldId="256"/>
            <ac:spMk id="8" creationId="{00000000-0000-0000-0000-000000000000}"/>
          </ac:spMkLst>
        </pc:spChg>
        <pc:spChg chg="add">
          <ac:chgData name="WILLIAM RICARDO AGUILAR PIÑA" userId="25538c52-b196-49fc-9025-2dd86a54f18a" providerId="ADAL" clId="{7B14A920-D7B9-480F-B272-D017A32C3019}" dt="2018-11-21T20:14:28.681" v="0"/>
          <ac:spMkLst>
            <pc:docMk/>
            <pc:sldMk cId="0" sldId="256"/>
            <ac:spMk id="10" creationId="{67A30E20-55B8-4DA0-879C-D6CE0EE09F4F}"/>
          </ac:spMkLst>
        </pc:spChg>
        <pc:grpChg chg="add">
          <ac:chgData name="WILLIAM RICARDO AGUILAR PIÑA" userId="25538c52-b196-49fc-9025-2dd86a54f18a" providerId="ADAL" clId="{7B14A920-D7B9-480F-B272-D017A32C3019}" dt="2018-11-21T20:14:28.681" v="0"/>
          <ac:grpSpMkLst>
            <pc:docMk/>
            <pc:sldMk cId="0" sldId="256"/>
            <ac:grpSpMk id="12" creationId="{B496EC18-0446-451C-B33A-56500DE5FB9A}"/>
          </ac:grpSpMkLst>
        </pc:grpChg>
        <pc:picChg chg="add">
          <ac:chgData name="WILLIAM RICARDO AGUILAR PIÑA" userId="25538c52-b196-49fc-9025-2dd86a54f18a" providerId="ADAL" clId="{7B14A920-D7B9-480F-B272-D017A32C3019}" dt="2018-11-21T20:14:28.681" v="0"/>
          <ac:picMkLst>
            <pc:docMk/>
            <pc:sldMk cId="0" sldId="256"/>
            <ac:picMk id="9" creationId="{60C51263-087A-4892-81CA-A19E61E2D1DF}"/>
          </ac:picMkLst>
        </pc:picChg>
      </pc:sldChg>
      <pc:sldChg chg="del">
        <pc:chgData name="WILLIAM RICARDO AGUILAR PIÑA" userId="25538c52-b196-49fc-9025-2dd86a54f18a" providerId="ADAL" clId="{7B14A920-D7B9-480F-B272-D017A32C3019}" dt="2018-11-21T20:15:19.551" v="5" actId="2696"/>
        <pc:sldMkLst>
          <pc:docMk/>
          <pc:sldMk cId="1805327859" sldId="289"/>
        </pc:sldMkLst>
      </pc:sldChg>
      <pc:sldChg chg="addSp delSp">
        <pc:chgData name="WILLIAM RICARDO AGUILAR PIÑA" userId="25538c52-b196-49fc-9025-2dd86a54f18a" providerId="ADAL" clId="{7B14A920-D7B9-480F-B272-D017A32C3019}" dt="2018-11-21T20:16:09.718" v="37"/>
        <pc:sldMkLst>
          <pc:docMk/>
          <pc:sldMk cId="655422725" sldId="298"/>
        </pc:sldMkLst>
        <pc:spChg chg="del">
          <ac:chgData name="WILLIAM RICARDO AGUILAR PIÑA" userId="25538c52-b196-49fc-9025-2dd86a54f18a" providerId="ADAL" clId="{7B14A920-D7B9-480F-B272-D017A32C3019}" dt="2018-11-21T20:16:09.448" v="36" actId="478"/>
          <ac:spMkLst>
            <pc:docMk/>
            <pc:sldMk cId="655422725" sldId="298"/>
            <ac:spMk id="14" creationId="{8ECD033D-8040-4DC8-B05C-2BF0F6E0C995}"/>
          </ac:spMkLst>
        </pc:spChg>
        <pc:spChg chg="add">
          <ac:chgData name="WILLIAM RICARDO AGUILAR PIÑA" userId="25538c52-b196-49fc-9025-2dd86a54f18a" providerId="ADAL" clId="{7B14A920-D7B9-480F-B272-D017A32C3019}" dt="2018-11-21T20:16:09.718" v="37"/>
          <ac:spMkLst>
            <pc:docMk/>
            <pc:sldMk cId="655422725" sldId="298"/>
            <ac:spMk id="15" creationId="{BAF9EE7A-30F1-4A03-B0E0-63A6F16A4DC7}"/>
          </ac:spMkLst>
        </pc:spChg>
        <pc:picChg chg="add">
          <ac:chgData name="WILLIAM RICARDO AGUILAR PIÑA" userId="25538c52-b196-49fc-9025-2dd86a54f18a" providerId="ADAL" clId="{7B14A920-D7B9-480F-B272-D017A32C3019}" dt="2018-11-21T20:16:09.718" v="37"/>
          <ac:picMkLst>
            <pc:docMk/>
            <pc:sldMk cId="655422725" sldId="298"/>
            <ac:picMk id="16" creationId="{01B70836-A09B-46DE-A7F5-2CB602824C18}"/>
          </ac:picMkLst>
        </pc:picChg>
      </pc:sldChg>
      <pc:sldChg chg="addSp delSp modSp">
        <pc:chgData name="WILLIAM RICARDO AGUILAR PIÑA" userId="25538c52-b196-49fc-9025-2dd86a54f18a" providerId="ADAL" clId="{7B14A920-D7B9-480F-B272-D017A32C3019}" dt="2018-11-21T20:15:42.023" v="11"/>
        <pc:sldMkLst>
          <pc:docMk/>
          <pc:sldMk cId="597354706" sldId="305"/>
        </pc:sldMkLst>
        <pc:spChg chg="add">
          <ac:chgData name="WILLIAM RICARDO AGUILAR PIÑA" userId="25538c52-b196-49fc-9025-2dd86a54f18a" providerId="ADAL" clId="{7B14A920-D7B9-480F-B272-D017A32C3019}" dt="2018-11-21T20:15:42.023" v="11"/>
          <ac:spMkLst>
            <pc:docMk/>
            <pc:sldMk cId="597354706" sldId="305"/>
            <ac:spMk id="6" creationId="{F10093D3-20B2-4EF6-AE8F-0AEBFBEF3CC2}"/>
          </ac:spMkLst>
        </pc:spChg>
        <pc:spChg chg="del mod">
          <ac:chgData name="WILLIAM RICARDO AGUILAR PIÑA" userId="25538c52-b196-49fc-9025-2dd86a54f18a" providerId="ADAL" clId="{7B14A920-D7B9-480F-B272-D017A32C3019}" dt="2018-11-21T20:15:41.584" v="10" actId="478"/>
          <ac:spMkLst>
            <pc:docMk/>
            <pc:sldMk cId="597354706" sldId="305"/>
            <ac:spMk id="12" creationId="{10DDDA7E-B363-4AC5-B9B2-43C7205F72A7}"/>
          </ac:spMkLst>
        </pc:spChg>
        <pc:picChg chg="add">
          <ac:chgData name="WILLIAM RICARDO AGUILAR PIÑA" userId="25538c52-b196-49fc-9025-2dd86a54f18a" providerId="ADAL" clId="{7B14A920-D7B9-480F-B272-D017A32C3019}" dt="2018-11-21T20:15:42.023" v="11"/>
          <ac:picMkLst>
            <pc:docMk/>
            <pc:sldMk cId="597354706" sldId="305"/>
            <ac:picMk id="7" creationId="{9A77E824-BEF8-4E6D-8656-E707479FF819}"/>
          </ac:picMkLst>
        </pc:picChg>
      </pc:sldChg>
      <pc:sldChg chg="addSp delSp">
        <pc:chgData name="WILLIAM RICARDO AGUILAR PIÑA" userId="25538c52-b196-49fc-9025-2dd86a54f18a" providerId="ADAL" clId="{7B14A920-D7B9-480F-B272-D017A32C3019}" dt="2018-11-21T20:15:40.157" v="8"/>
        <pc:sldMkLst>
          <pc:docMk/>
          <pc:sldMk cId="1409448837" sldId="318"/>
        </pc:sldMkLst>
        <pc:spChg chg="add">
          <ac:chgData name="WILLIAM RICARDO AGUILAR PIÑA" userId="25538c52-b196-49fc-9025-2dd86a54f18a" providerId="ADAL" clId="{7B14A920-D7B9-480F-B272-D017A32C3019}" dt="2018-11-21T20:15:40.157" v="8"/>
          <ac:spMkLst>
            <pc:docMk/>
            <pc:sldMk cId="1409448837" sldId="318"/>
            <ac:spMk id="6" creationId="{6EACBA7D-4AE4-4CD6-91A1-A07D2E4B3E4F}"/>
          </ac:spMkLst>
        </pc:spChg>
        <pc:spChg chg="del">
          <ac:chgData name="WILLIAM RICARDO AGUILAR PIÑA" userId="25538c52-b196-49fc-9025-2dd86a54f18a" providerId="ADAL" clId="{7B14A920-D7B9-480F-B272-D017A32C3019}" dt="2018-11-21T20:15:39.920" v="7" actId="478"/>
          <ac:spMkLst>
            <pc:docMk/>
            <pc:sldMk cId="1409448837" sldId="318"/>
            <ac:spMk id="10" creationId="{FFA2EA99-79C8-463F-BD00-7B1F165D6718}"/>
          </ac:spMkLst>
        </pc:spChg>
        <pc:picChg chg="add">
          <ac:chgData name="WILLIAM RICARDO AGUILAR PIÑA" userId="25538c52-b196-49fc-9025-2dd86a54f18a" providerId="ADAL" clId="{7B14A920-D7B9-480F-B272-D017A32C3019}" dt="2018-11-21T20:15:40.157" v="8"/>
          <ac:picMkLst>
            <pc:docMk/>
            <pc:sldMk cId="1409448837" sldId="318"/>
            <ac:picMk id="7" creationId="{7CFEDD16-5ED8-4885-B81A-AA65AAED95F6}"/>
          </ac:picMkLst>
        </pc:picChg>
      </pc:sldChg>
      <pc:sldChg chg="addSp delSp modSp">
        <pc:chgData name="WILLIAM RICARDO AGUILAR PIÑA" userId="25538c52-b196-49fc-9025-2dd86a54f18a" providerId="ADAL" clId="{7B14A920-D7B9-480F-B272-D017A32C3019}" dt="2018-11-21T20:16:25.886" v="42" actId="20577"/>
        <pc:sldMkLst>
          <pc:docMk/>
          <pc:sldMk cId="2534384885" sldId="319"/>
        </pc:sldMkLst>
        <pc:spChg chg="add mod">
          <ac:chgData name="WILLIAM RICARDO AGUILAR PIÑA" userId="25538c52-b196-49fc-9025-2dd86a54f18a" providerId="ADAL" clId="{7B14A920-D7B9-480F-B272-D017A32C3019}" dt="2018-11-21T20:16:25.886" v="42" actId="20577"/>
          <ac:spMkLst>
            <pc:docMk/>
            <pc:sldMk cId="2534384885" sldId="319"/>
            <ac:spMk id="9" creationId="{FAAD7F7B-BD52-429D-9A44-C8BCF08B11C7}"/>
          </ac:spMkLst>
        </pc:spChg>
        <pc:spChg chg="del">
          <ac:chgData name="WILLIAM RICARDO AGUILAR PIÑA" userId="25538c52-b196-49fc-9025-2dd86a54f18a" providerId="ADAL" clId="{7B14A920-D7B9-480F-B272-D017A32C3019}" dt="2018-11-21T20:15:45.272" v="12" actId="478"/>
          <ac:spMkLst>
            <pc:docMk/>
            <pc:sldMk cId="2534384885" sldId="319"/>
            <ac:spMk id="10" creationId="{FFA2EA99-79C8-463F-BD00-7B1F165D6718}"/>
          </ac:spMkLst>
        </pc:spChg>
        <pc:picChg chg="add">
          <ac:chgData name="WILLIAM RICARDO AGUILAR PIÑA" userId="25538c52-b196-49fc-9025-2dd86a54f18a" providerId="ADAL" clId="{7B14A920-D7B9-480F-B272-D017A32C3019}" dt="2018-11-21T20:15:45.474" v="13"/>
          <ac:picMkLst>
            <pc:docMk/>
            <pc:sldMk cId="2534384885" sldId="319"/>
            <ac:picMk id="12" creationId="{48C6D442-B04C-47AB-890B-B88E6C1D6831}"/>
          </ac:picMkLst>
        </pc:picChg>
      </pc:sldChg>
      <pc:sldChg chg="addSp delSp">
        <pc:chgData name="WILLIAM RICARDO AGUILAR PIÑA" userId="25538c52-b196-49fc-9025-2dd86a54f18a" providerId="ADAL" clId="{7B14A920-D7B9-480F-B272-D017A32C3019}" dt="2018-11-21T20:17:32.555" v="44"/>
        <pc:sldMkLst>
          <pc:docMk/>
          <pc:sldMk cId="165714172" sldId="320"/>
        </pc:sldMkLst>
        <pc:spChg chg="add del">
          <ac:chgData name="WILLIAM RICARDO AGUILAR PIÑA" userId="25538c52-b196-49fc-9025-2dd86a54f18a" providerId="ADAL" clId="{7B14A920-D7B9-480F-B272-D017A32C3019}" dt="2018-11-21T20:17:32.351" v="43" actId="478"/>
          <ac:spMkLst>
            <pc:docMk/>
            <pc:sldMk cId="165714172" sldId="320"/>
            <ac:spMk id="6" creationId="{067243F9-73AB-404A-8BF1-70B9AAA6F1FC}"/>
          </ac:spMkLst>
        </pc:spChg>
        <pc:spChg chg="add">
          <ac:chgData name="WILLIAM RICARDO AGUILAR PIÑA" userId="25538c52-b196-49fc-9025-2dd86a54f18a" providerId="ADAL" clId="{7B14A920-D7B9-480F-B272-D017A32C3019}" dt="2018-11-21T20:17:32.555" v="44"/>
          <ac:spMkLst>
            <pc:docMk/>
            <pc:sldMk cId="165714172" sldId="320"/>
            <ac:spMk id="9" creationId="{D7CF4DA1-A1BC-4D8E-8F48-E227CAEF5925}"/>
          </ac:spMkLst>
        </pc:spChg>
        <pc:spChg chg="del">
          <ac:chgData name="WILLIAM RICARDO AGUILAR PIÑA" userId="25538c52-b196-49fc-9025-2dd86a54f18a" providerId="ADAL" clId="{7B14A920-D7B9-480F-B272-D017A32C3019}" dt="2018-11-21T20:15:47.104" v="14" actId="478"/>
          <ac:spMkLst>
            <pc:docMk/>
            <pc:sldMk cId="165714172" sldId="320"/>
            <ac:spMk id="10" creationId="{FFA2EA99-79C8-463F-BD00-7B1F165D6718}"/>
          </ac:spMkLst>
        </pc:spChg>
        <pc:picChg chg="add">
          <ac:chgData name="WILLIAM RICARDO AGUILAR PIÑA" userId="25538c52-b196-49fc-9025-2dd86a54f18a" providerId="ADAL" clId="{7B14A920-D7B9-480F-B272-D017A32C3019}" dt="2018-11-21T20:15:47.340" v="15"/>
          <ac:picMkLst>
            <pc:docMk/>
            <pc:sldMk cId="165714172" sldId="320"/>
            <ac:picMk id="7" creationId="{EC6F6273-75DC-4B80-9CFF-63E1F6C39F5F}"/>
          </ac:picMkLst>
        </pc:picChg>
      </pc:sldChg>
      <pc:sldChg chg="addSp delSp">
        <pc:chgData name="WILLIAM RICARDO AGUILAR PIÑA" userId="25538c52-b196-49fc-9025-2dd86a54f18a" providerId="ADAL" clId="{7B14A920-D7B9-480F-B272-D017A32C3019}" dt="2018-11-21T20:15:49.267" v="17"/>
        <pc:sldMkLst>
          <pc:docMk/>
          <pc:sldMk cId="685737813" sldId="321"/>
        </pc:sldMkLst>
        <pc:spChg chg="add">
          <ac:chgData name="WILLIAM RICARDO AGUILAR PIÑA" userId="25538c52-b196-49fc-9025-2dd86a54f18a" providerId="ADAL" clId="{7B14A920-D7B9-480F-B272-D017A32C3019}" dt="2018-11-21T20:15:49.267" v="17"/>
          <ac:spMkLst>
            <pc:docMk/>
            <pc:sldMk cId="685737813" sldId="321"/>
            <ac:spMk id="6" creationId="{5965FD22-F185-40CC-BB5B-9282F145011E}"/>
          </ac:spMkLst>
        </pc:spChg>
        <pc:spChg chg="del">
          <ac:chgData name="WILLIAM RICARDO AGUILAR PIÑA" userId="25538c52-b196-49fc-9025-2dd86a54f18a" providerId="ADAL" clId="{7B14A920-D7B9-480F-B272-D017A32C3019}" dt="2018-11-21T20:15:49.096" v="16" actId="478"/>
          <ac:spMkLst>
            <pc:docMk/>
            <pc:sldMk cId="685737813" sldId="321"/>
            <ac:spMk id="12" creationId="{10DDDA7E-B363-4AC5-B9B2-43C7205F72A7}"/>
          </ac:spMkLst>
        </pc:spChg>
        <pc:picChg chg="add">
          <ac:chgData name="WILLIAM RICARDO AGUILAR PIÑA" userId="25538c52-b196-49fc-9025-2dd86a54f18a" providerId="ADAL" clId="{7B14A920-D7B9-480F-B272-D017A32C3019}" dt="2018-11-21T20:15:49.267" v="17"/>
          <ac:picMkLst>
            <pc:docMk/>
            <pc:sldMk cId="685737813" sldId="321"/>
            <ac:picMk id="7" creationId="{AB56FEBD-5E6E-49A6-B9D5-267FFE1FA5BD}"/>
          </ac:picMkLst>
        </pc:picChg>
      </pc:sldChg>
      <pc:sldChg chg="addSp delSp modSp">
        <pc:chgData name="WILLIAM RICARDO AGUILAR PIÑA" userId="25538c52-b196-49fc-9025-2dd86a54f18a" providerId="ADAL" clId="{7B14A920-D7B9-480F-B272-D017A32C3019}" dt="2018-11-21T20:17:48.439" v="50" actId="6549"/>
        <pc:sldMkLst>
          <pc:docMk/>
          <pc:sldMk cId="2332317965" sldId="322"/>
        </pc:sldMkLst>
        <pc:spChg chg="del">
          <ac:chgData name="WILLIAM RICARDO AGUILAR PIÑA" userId="25538c52-b196-49fc-9025-2dd86a54f18a" providerId="ADAL" clId="{7B14A920-D7B9-480F-B272-D017A32C3019}" dt="2018-11-21T20:15:50.808" v="18" actId="478"/>
          <ac:spMkLst>
            <pc:docMk/>
            <pc:sldMk cId="2332317965" sldId="322"/>
            <ac:spMk id="10" creationId="{FFA2EA99-79C8-463F-BD00-7B1F165D6718}"/>
          </ac:spMkLst>
        </pc:spChg>
        <pc:spChg chg="add mod">
          <ac:chgData name="WILLIAM RICARDO AGUILAR PIÑA" userId="25538c52-b196-49fc-9025-2dd86a54f18a" providerId="ADAL" clId="{7B14A920-D7B9-480F-B272-D017A32C3019}" dt="2018-11-21T20:17:48.439" v="50" actId="6549"/>
          <ac:spMkLst>
            <pc:docMk/>
            <pc:sldMk cId="2332317965" sldId="322"/>
            <ac:spMk id="11" creationId="{898242A7-C986-4927-83C3-2A9CF1C28E86}"/>
          </ac:spMkLst>
        </pc:spChg>
        <pc:picChg chg="add">
          <ac:chgData name="WILLIAM RICARDO AGUILAR PIÑA" userId="25538c52-b196-49fc-9025-2dd86a54f18a" providerId="ADAL" clId="{7B14A920-D7B9-480F-B272-D017A32C3019}" dt="2018-11-21T20:15:51.068" v="19"/>
          <ac:picMkLst>
            <pc:docMk/>
            <pc:sldMk cId="2332317965" sldId="322"/>
            <ac:picMk id="13" creationId="{0F16E508-E62D-4249-BA3C-795FE9F7CA0B}"/>
          </ac:picMkLst>
        </pc:picChg>
      </pc:sldChg>
      <pc:sldChg chg="addSp delSp modSp">
        <pc:chgData name="WILLIAM RICARDO AGUILAR PIÑA" userId="25538c52-b196-49fc-9025-2dd86a54f18a" providerId="ADAL" clId="{7B14A920-D7B9-480F-B272-D017A32C3019}" dt="2018-11-21T20:27:16.483" v="66" actId="6549"/>
        <pc:sldMkLst>
          <pc:docMk/>
          <pc:sldMk cId="3502632977" sldId="323"/>
        </pc:sldMkLst>
        <pc:spChg chg="mod">
          <ac:chgData name="WILLIAM RICARDO AGUILAR PIÑA" userId="25538c52-b196-49fc-9025-2dd86a54f18a" providerId="ADAL" clId="{7B14A920-D7B9-480F-B272-D017A32C3019}" dt="2018-11-21T20:27:16.483" v="66" actId="6549"/>
          <ac:spMkLst>
            <pc:docMk/>
            <pc:sldMk cId="3502632977" sldId="323"/>
            <ac:spMk id="8" creationId="{00000000-0000-0000-0000-000000000000}"/>
          </ac:spMkLst>
        </pc:spChg>
        <pc:spChg chg="del">
          <ac:chgData name="WILLIAM RICARDO AGUILAR PIÑA" userId="25538c52-b196-49fc-9025-2dd86a54f18a" providerId="ADAL" clId="{7B14A920-D7B9-480F-B272-D017A32C3019}" dt="2018-11-21T20:15:52.607" v="20" actId="478"/>
          <ac:spMkLst>
            <pc:docMk/>
            <pc:sldMk cId="3502632977" sldId="323"/>
            <ac:spMk id="10" creationId="{FFA2EA99-79C8-463F-BD00-7B1F165D6718}"/>
          </ac:spMkLst>
        </pc:spChg>
        <pc:spChg chg="add del">
          <ac:chgData name="WILLIAM RICARDO AGUILAR PIÑA" userId="25538c52-b196-49fc-9025-2dd86a54f18a" providerId="ADAL" clId="{7B14A920-D7B9-480F-B272-D017A32C3019}" dt="2018-11-21T20:17:54.177" v="51" actId="478"/>
          <ac:spMkLst>
            <pc:docMk/>
            <pc:sldMk cId="3502632977" sldId="323"/>
            <ac:spMk id="14" creationId="{0EE3AE48-B692-453B-ABC3-5D91F114CCAB}"/>
          </ac:spMkLst>
        </pc:spChg>
        <pc:spChg chg="add">
          <ac:chgData name="WILLIAM RICARDO AGUILAR PIÑA" userId="25538c52-b196-49fc-9025-2dd86a54f18a" providerId="ADAL" clId="{7B14A920-D7B9-480F-B272-D017A32C3019}" dt="2018-11-21T20:17:54.606" v="52"/>
          <ac:spMkLst>
            <pc:docMk/>
            <pc:sldMk cId="3502632977" sldId="323"/>
            <ac:spMk id="16" creationId="{1BB48004-2063-42D5-BC5B-8B5B96F078BD}"/>
          </ac:spMkLst>
        </pc:spChg>
        <pc:picChg chg="add">
          <ac:chgData name="WILLIAM RICARDO AGUILAR PIÑA" userId="25538c52-b196-49fc-9025-2dd86a54f18a" providerId="ADAL" clId="{7B14A920-D7B9-480F-B272-D017A32C3019}" dt="2018-11-21T20:15:52.801" v="21"/>
          <ac:picMkLst>
            <pc:docMk/>
            <pc:sldMk cId="3502632977" sldId="323"/>
            <ac:picMk id="15" creationId="{4B7DB2B6-212C-4414-8B0F-05A0BA2BDADC}"/>
          </ac:picMkLst>
        </pc:picChg>
      </pc:sldChg>
      <pc:sldChg chg="addSp delSp">
        <pc:chgData name="WILLIAM RICARDO AGUILAR PIÑA" userId="25538c52-b196-49fc-9025-2dd86a54f18a" providerId="ADAL" clId="{7B14A920-D7B9-480F-B272-D017A32C3019}" dt="2018-11-21T20:15:55.031" v="23"/>
        <pc:sldMkLst>
          <pc:docMk/>
          <pc:sldMk cId="2366735796" sldId="324"/>
        </pc:sldMkLst>
        <pc:spChg chg="add">
          <ac:chgData name="WILLIAM RICARDO AGUILAR PIÑA" userId="25538c52-b196-49fc-9025-2dd86a54f18a" providerId="ADAL" clId="{7B14A920-D7B9-480F-B272-D017A32C3019}" dt="2018-11-21T20:15:55.031" v="23"/>
          <ac:spMkLst>
            <pc:docMk/>
            <pc:sldMk cId="2366735796" sldId="324"/>
            <ac:spMk id="6" creationId="{3CB1CFDB-FD08-46B1-9D18-7BD3337F7149}"/>
          </ac:spMkLst>
        </pc:spChg>
        <pc:spChg chg="del">
          <ac:chgData name="WILLIAM RICARDO AGUILAR PIÑA" userId="25538c52-b196-49fc-9025-2dd86a54f18a" providerId="ADAL" clId="{7B14A920-D7B9-480F-B272-D017A32C3019}" dt="2018-11-21T20:15:54.847" v="22" actId="478"/>
          <ac:spMkLst>
            <pc:docMk/>
            <pc:sldMk cId="2366735796" sldId="324"/>
            <ac:spMk id="12" creationId="{10DDDA7E-B363-4AC5-B9B2-43C7205F72A7}"/>
          </ac:spMkLst>
        </pc:spChg>
        <pc:picChg chg="add">
          <ac:chgData name="WILLIAM RICARDO AGUILAR PIÑA" userId="25538c52-b196-49fc-9025-2dd86a54f18a" providerId="ADAL" clId="{7B14A920-D7B9-480F-B272-D017A32C3019}" dt="2018-11-21T20:15:55.031" v="23"/>
          <ac:picMkLst>
            <pc:docMk/>
            <pc:sldMk cId="2366735796" sldId="324"/>
            <ac:picMk id="7" creationId="{01B818D9-4406-4405-9F0F-3F5783327E62}"/>
          </ac:picMkLst>
        </pc:picChg>
      </pc:sldChg>
      <pc:sldChg chg="addSp delSp modSp">
        <pc:chgData name="WILLIAM RICARDO AGUILAR PIÑA" userId="25538c52-b196-49fc-9025-2dd86a54f18a" providerId="ADAL" clId="{7B14A920-D7B9-480F-B272-D017A32C3019}" dt="2018-11-21T20:18:05.173" v="57" actId="20577"/>
        <pc:sldMkLst>
          <pc:docMk/>
          <pc:sldMk cId="3215560426" sldId="325"/>
        </pc:sldMkLst>
        <pc:spChg chg="del">
          <ac:chgData name="WILLIAM RICARDO AGUILAR PIÑA" userId="25538c52-b196-49fc-9025-2dd86a54f18a" providerId="ADAL" clId="{7B14A920-D7B9-480F-B272-D017A32C3019}" dt="2018-11-21T20:15:57.728" v="26" actId="478"/>
          <ac:spMkLst>
            <pc:docMk/>
            <pc:sldMk cId="3215560426" sldId="325"/>
            <ac:spMk id="10" creationId="{FFA2EA99-79C8-463F-BD00-7B1F165D6718}"/>
          </ac:spMkLst>
        </pc:spChg>
        <pc:spChg chg="add del">
          <ac:chgData name="WILLIAM RICARDO AGUILAR PIÑA" userId="25538c52-b196-49fc-9025-2dd86a54f18a" providerId="ADAL" clId="{7B14A920-D7B9-480F-B272-D017A32C3019}" dt="2018-11-21T20:15:57.210" v="25"/>
          <ac:spMkLst>
            <pc:docMk/>
            <pc:sldMk cId="3215560426" sldId="325"/>
            <ac:spMk id="11" creationId="{BC69CEFE-FACA-434B-8D67-A562C0DFAAB7}"/>
          </ac:spMkLst>
        </pc:spChg>
        <pc:spChg chg="add mod">
          <ac:chgData name="WILLIAM RICARDO AGUILAR PIÑA" userId="25538c52-b196-49fc-9025-2dd86a54f18a" providerId="ADAL" clId="{7B14A920-D7B9-480F-B272-D017A32C3019}" dt="2018-11-21T20:18:05.173" v="57" actId="20577"/>
          <ac:spMkLst>
            <pc:docMk/>
            <pc:sldMk cId="3215560426" sldId="325"/>
            <ac:spMk id="16" creationId="{23CE8754-8E56-419E-AC47-92A54D7D9A0A}"/>
          </ac:spMkLst>
        </pc:spChg>
        <pc:picChg chg="add del">
          <ac:chgData name="WILLIAM RICARDO AGUILAR PIÑA" userId="25538c52-b196-49fc-9025-2dd86a54f18a" providerId="ADAL" clId="{7B14A920-D7B9-480F-B272-D017A32C3019}" dt="2018-11-21T20:15:57.210" v="25"/>
          <ac:picMkLst>
            <pc:docMk/>
            <pc:sldMk cId="3215560426" sldId="325"/>
            <ac:picMk id="12" creationId="{0524CE63-73BF-4324-8859-13750C685947}"/>
          </ac:picMkLst>
        </pc:picChg>
        <pc:picChg chg="add">
          <ac:chgData name="WILLIAM RICARDO AGUILAR PIÑA" userId="25538c52-b196-49fc-9025-2dd86a54f18a" providerId="ADAL" clId="{7B14A920-D7B9-480F-B272-D017A32C3019}" dt="2018-11-21T20:15:58.280" v="27"/>
          <ac:picMkLst>
            <pc:docMk/>
            <pc:sldMk cId="3215560426" sldId="325"/>
            <ac:picMk id="17" creationId="{150AA793-CEE3-4996-96EC-74BC0FBBC2C1}"/>
          </ac:picMkLst>
        </pc:picChg>
      </pc:sldChg>
      <pc:sldChg chg="addSp delSp">
        <pc:chgData name="WILLIAM RICARDO AGUILAR PIÑA" userId="25538c52-b196-49fc-9025-2dd86a54f18a" providerId="ADAL" clId="{7B14A920-D7B9-480F-B272-D017A32C3019}" dt="2018-11-21T20:18:14.464" v="59"/>
        <pc:sldMkLst>
          <pc:docMk/>
          <pc:sldMk cId="2372749203" sldId="326"/>
        </pc:sldMkLst>
        <pc:spChg chg="del">
          <ac:chgData name="WILLIAM RICARDO AGUILAR PIÑA" userId="25538c52-b196-49fc-9025-2dd86a54f18a" providerId="ADAL" clId="{7B14A920-D7B9-480F-B272-D017A32C3019}" dt="2018-11-21T20:16:00.416" v="28" actId="478"/>
          <ac:spMkLst>
            <pc:docMk/>
            <pc:sldMk cId="2372749203" sldId="326"/>
            <ac:spMk id="10" creationId="{FFA2EA99-79C8-463F-BD00-7B1F165D6718}"/>
          </ac:spMkLst>
        </pc:spChg>
        <pc:spChg chg="add del">
          <ac:chgData name="WILLIAM RICARDO AGUILAR PIÑA" userId="25538c52-b196-49fc-9025-2dd86a54f18a" providerId="ADAL" clId="{7B14A920-D7B9-480F-B272-D017A32C3019}" dt="2018-11-21T20:18:14.159" v="58" actId="478"/>
          <ac:spMkLst>
            <pc:docMk/>
            <pc:sldMk cId="2372749203" sldId="326"/>
            <ac:spMk id="13" creationId="{066B620D-DC43-414E-824F-97E9EC752767}"/>
          </ac:spMkLst>
        </pc:spChg>
        <pc:spChg chg="add">
          <ac:chgData name="WILLIAM RICARDO AGUILAR PIÑA" userId="25538c52-b196-49fc-9025-2dd86a54f18a" providerId="ADAL" clId="{7B14A920-D7B9-480F-B272-D017A32C3019}" dt="2018-11-21T20:18:14.464" v="59"/>
          <ac:spMkLst>
            <pc:docMk/>
            <pc:sldMk cId="2372749203" sldId="326"/>
            <ac:spMk id="15" creationId="{74AB6B32-F0AD-49E5-9651-883C7F795E5D}"/>
          </ac:spMkLst>
        </pc:spChg>
        <pc:picChg chg="add">
          <ac:chgData name="WILLIAM RICARDO AGUILAR PIÑA" userId="25538c52-b196-49fc-9025-2dd86a54f18a" providerId="ADAL" clId="{7B14A920-D7B9-480F-B272-D017A32C3019}" dt="2018-11-21T20:16:00.680" v="29"/>
          <ac:picMkLst>
            <pc:docMk/>
            <pc:sldMk cId="2372749203" sldId="326"/>
            <ac:picMk id="14" creationId="{7B8AC05D-C9F1-4197-84B4-B1CA40B5078C}"/>
          </ac:picMkLst>
        </pc:picChg>
      </pc:sldChg>
      <pc:sldChg chg="addSp delSp modSp">
        <pc:chgData name="WILLIAM RICARDO AGUILAR PIÑA" userId="25538c52-b196-49fc-9025-2dd86a54f18a" providerId="ADAL" clId="{7B14A920-D7B9-480F-B272-D017A32C3019}" dt="2018-11-21T20:28:38.416" v="69" actId="6549"/>
        <pc:sldMkLst>
          <pc:docMk/>
          <pc:sldMk cId="2899258179" sldId="327"/>
        </pc:sldMkLst>
        <pc:spChg chg="mod">
          <ac:chgData name="WILLIAM RICARDO AGUILAR PIÑA" userId="25538c52-b196-49fc-9025-2dd86a54f18a" providerId="ADAL" clId="{7B14A920-D7B9-480F-B272-D017A32C3019}" dt="2018-11-21T20:28:38.416" v="69" actId="6549"/>
          <ac:spMkLst>
            <pc:docMk/>
            <pc:sldMk cId="2899258179" sldId="327"/>
            <ac:spMk id="8" creationId="{00000000-0000-0000-0000-000000000000}"/>
          </ac:spMkLst>
        </pc:spChg>
        <pc:spChg chg="del">
          <ac:chgData name="WILLIAM RICARDO AGUILAR PIÑA" userId="25538c52-b196-49fc-9025-2dd86a54f18a" providerId="ADAL" clId="{7B14A920-D7B9-480F-B272-D017A32C3019}" dt="2018-11-21T20:16:02.896" v="30" actId="478"/>
          <ac:spMkLst>
            <pc:docMk/>
            <pc:sldMk cId="2899258179" sldId="327"/>
            <ac:spMk id="10" creationId="{FFA2EA99-79C8-463F-BD00-7B1F165D6718}"/>
          </ac:spMkLst>
        </pc:spChg>
        <pc:spChg chg="add del">
          <ac:chgData name="WILLIAM RICARDO AGUILAR PIÑA" userId="25538c52-b196-49fc-9025-2dd86a54f18a" providerId="ADAL" clId="{7B14A920-D7B9-480F-B272-D017A32C3019}" dt="2018-11-21T20:18:18.016" v="60" actId="478"/>
          <ac:spMkLst>
            <pc:docMk/>
            <pc:sldMk cId="2899258179" sldId="327"/>
            <ac:spMk id="11" creationId="{8EAE6C06-8882-485C-82D7-AD9B4E648878}"/>
          </ac:spMkLst>
        </pc:spChg>
        <pc:spChg chg="add">
          <ac:chgData name="WILLIAM RICARDO AGUILAR PIÑA" userId="25538c52-b196-49fc-9025-2dd86a54f18a" providerId="ADAL" clId="{7B14A920-D7B9-480F-B272-D017A32C3019}" dt="2018-11-21T20:18:18.537" v="61"/>
          <ac:spMkLst>
            <pc:docMk/>
            <pc:sldMk cId="2899258179" sldId="327"/>
            <ac:spMk id="13" creationId="{4BDCB20E-89C9-48AE-A7D9-3FC0B4ED9A18}"/>
          </ac:spMkLst>
        </pc:spChg>
        <pc:picChg chg="add">
          <ac:chgData name="WILLIAM RICARDO AGUILAR PIÑA" userId="25538c52-b196-49fc-9025-2dd86a54f18a" providerId="ADAL" clId="{7B14A920-D7B9-480F-B272-D017A32C3019}" dt="2018-11-21T20:16:03.099" v="31"/>
          <ac:picMkLst>
            <pc:docMk/>
            <pc:sldMk cId="2899258179" sldId="327"/>
            <ac:picMk id="12" creationId="{46FF53AB-B9B4-4300-9E37-7B1DC4E8D946}"/>
          </ac:picMkLst>
        </pc:picChg>
      </pc:sldChg>
      <pc:sldChg chg="addSp delSp">
        <pc:chgData name="WILLIAM RICARDO AGUILAR PIÑA" userId="25538c52-b196-49fc-9025-2dd86a54f18a" providerId="ADAL" clId="{7B14A920-D7B9-480F-B272-D017A32C3019}" dt="2018-11-21T20:18:27.958" v="65"/>
        <pc:sldMkLst>
          <pc:docMk/>
          <pc:sldMk cId="1730489700" sldId="328"/>
        </pc:sldMkLst>
        <pc:spChg chg="del">
          <ac:chgData name="WILLIAM RICARDO AGUILAR PIÑA" userId="25538c52-b196-49fc-9025-2dd86a54f18a" providerId="ADAL" clId="{7B14A920-D7B9-480F-B272-D017A32C3019}" dt="2018-11-21T20:16:07.281" v="34" actId="478"/>
          <ac:spMkLst>
            <pc:docMk/>
            <pc:sldMk cId="1730489700" sldId="328"/>
            <ac:spMk id="10" creationId="{FFA2EA99-79C8-463F-BD00-7B1F165D6718}"/>
          </ac:spMkLst>
        </pc:spChg>
        <pc:spChg chg="add del">
          <ac:chgData name="WILLIAM RICARDO AGUILAR PIÑA" userId="25538c52-b196-49fc-9025-2dd86a54f18a" providerId="ADAL" clId="{7B14A920-D7B9-480F-B272-D017A32C3019}" dt="2018-11-21T20:18:27.617" v="64" actId="478"/>
          <ac:spMkLst>
            <pc:docMk/>
            <pc:sldMk cId="1730489700" sldId="328"/>
            <ac:spMk id="11" creationId="{52082E85-D040-48EE-9FE5-80AA93456A92}"/>
          </ac:spMkLst>
        </pc:spChg>
        <pc:spChg chg="add">
          <ac:chgData name="WILLIAM RICARDO AGUILAR PIÑA" userId="25538c52-b196-49fc-9025-2dd86a54f18a" providerId="ADAL" clId="{7B14A920-D7B9-480F-B272-D017A32C3019}" dt="2018-11-21T20:18:27.958" v="65"/>
          <ac:spMkLst>
            <pc:docMk/>
            <pc:sldMk cId="1730489700" sldId="328"/>
            <ac:spMk id="13" creationId="{ED310B84-F3D6-4534-B94F-82E68E522DEE}"/>
          </ac:spMkLst>
        </pc:spChg>
        <pc:picChg chg="add">
          <ac:chgData name="WILLIAM RICARDO AGUILAR PIÑA" userId="25538c52-b196-49fc-9025-2dd86a54f18a" providerId="ADAL" clId="{7B14A920-D7B9-480F-B272-D017A32C3019}" dt="2018-11-21T20:16:07.532" v="35"/>
          <ac:picMkLst>
            <pc:docMk/>
            <pc:sldMk cId="1730489700" sldId="328"/>
            <ac:picMk id="12" creationId="{7550BED6-7EED-432B-A726-048BCF24108F}"/>
          </ac:picMkLst>
        </pc:picChg>
      </pc:sldChg>
      <pc:sldChg chg="addSp delSp">
        <pc:chgData name="WILLIAM RICARDO AGUILAR PIÑA" userId="25538c52-b196-49fc-9025-2dd86a54f18a" providerId="ADAL" clId="{7B14A920-D7B9-480F-B272-D017A32C3019}" dt="2018-11-21T20:18:25.664" v="63"/>
        <pc:sldMkLst>
          <pc:docMk/>
          <pc:sldMk cId="1870877252" sldId="329"/>
        </pc:sldMkLst>
        <pc:spChg chg="del">
          <ac:chgData name="WILLIAM RICARDO AGUILAR PIÑA" userId="25538c52-b196-49fc-9025-2dd86a54f18a" providerId="ADAL" clId="{7B14A920-D7B9-480F-B272-D017A32C3019}" dt="2018-11-21T20:16:04.769" v="32" actId="478"/>
          <ac:spMkLst>
            <pc:docMk/>
            <pc:sldMk cId="1870877252" sldId="329"/>
            <ac:spMk id="10" creationId="{FFA2EA99-79C8-463F-BD00-7B1F165D6718}"/>
          </ac:spMkLst>
        </pc:spChg>
        <pc:spChg chg="add del">
          <ac:chgData name="WILLIAM RICARDO AGUILAR PIÑA" userId="25538c52-b196-49fc-9025-2dd86a54f18a" providerId="ADAL" clId="{7B14A920-D7B9-480F-B272-D017A32C3019}" dt="2018-11-21T20:18:25.191" v="62" actId="478"/>
          <ac:spMkLst>
            <pc:docMk/>
            <pc:sldMk cId="1870877252" sldId="329"/>
            <ac:spMk id="16" creationId="{9362DFDD-A46E-40AC-9983-51E539D31C47}"/>
          </ac:spMkLst>
        </pc:spChg>
        <pc:spChg chg="add">
          <ac:chgData name="WILLIAM RICARDO AGUILAR PIÑA" userId="25538c52-b196-49fc-9025-2dd86a54f18a" providerId="ADAL" clId="{7B14A920-D7B9-480F-B272-D017A32C3019}" dt="2018-11-21T20:18:25.664" v="63"/>
          <ac:spMkLst>
            <pc:docMk/>
            <pc:sldMk cId="1870877252" sldId="329"/>
            <ac:spMk id="19" creationId="{32A47C66-86DE-4EDE-B9B2-CC101C9AF31B}"/>
          </ac:spMkLst>
        </pc:spChg>
        <pc:picChg chg="add">
          <ac:chgData name="WILLIAM RICARDO AGUILAR PIÑA" userId="25538c52-b196-49fc-9025-2dd86a54f18a" providerId="ADAL" clId="{7B14A920-D7B9-480F-B272-D017A32C3019}" dt="2018-11-21T20:16:05.006" v="33"/>
          <ac:picMkLst>
            <pc:docMk/>
            <pc:sldMk cId="1870877252" sldId="329"/>
            <ac:picMk id="18" creationId="{F4ED437B-FBBD-404B-84CD-0D511549C434}"/>
          </ac:picMkLst>
        </pc:picChg>
      </pc:sldChg>
      <pc:sldChg chg="modSp add">
        <pc:chgData name="WILLIAM RICARDO AGUILAR PIÑA" userId="25538c52-b196-49fc-9025-2dd86a54f18a" providerId="ADAL" clId="{7B14A920-D7B9-480F-B272-D017A32C3019}" dt="2018-11-21T20:15:32.782" v="6"/>
        <pc:sldMkLst>
          <pc:docMk/>
          <pc:sldMk cId="159271927" sldId="351"/>
        </pc:sldMkLst>
        <pc:spChg chg="mod">
          <ac:chgData name="WILLIAM RICARDO AGUILAR PIÑA" userId="25538c52-b196-49fc-9025-2dd86a54f18a" providerId="ADAL" clId="{7B14A920-D7B9-480F-B272-D017A32C3019}" dt="2018-11-21T20:15:32.782" v="6"/>
          <ac:spMkLst>
            <pc:docMk/>
            <pc:sldMk cId="159271927" sldId="351"/>
            <ac:spMk id="6" creationId="{00ADA126-3FB2-40CE-98D5-A785B41EC83E}"/>
          </ac:spMkLst>
        </pc:spChg>
      </pc:sldChg>
    </pc:docChg>
  </pc:docChgLst>
  <pc:docChgLst>
    <pc:chgData name="WILLIAM RICARDO AGUILAR PIÑA" userId="25538c52-b196-49fc-9025-2dd86a54f18a" providerId="ADAL" clId="{164FE1CF-D30A-44C6-9CDC-D2525FCD3A16}"/>
    <pc:docChg chg="modSld">
      <pc:chgData name="WILLIAM RICARDO AGUILAR PIÑA" userId="25538c52-b196-49fc-9025-2dd86a54f18a" providerId="ADAL" clId="{164FE1CF-D30A-44C6-9CDC-D2525FCD3A16}" dt="2023-12-01T13:54:21.753" v="2" actId="20577"/>
      <pc:docMkLst>
        <pc:docMk/>
      </pc:docMkLst>
      <pc:sldChg chg="modSp mod">
        <pc:chgData name="WILLIAM RICARDO AGUILAR PIÑA" userId="25538c52-b196-49fc-9025-2dd86a54f18a" providerId="ADAL" clId="{164FE1CF-D30A-44C6-9CDC-D2525FCD3A16}" dt="2023-12-01T13:54:21.753" v="2" actId="20577"/>
        <pc:sldMkLst>
          <pc:docMk/>
          <pc:sldMk cId="3215560426" sldId="325"/>
        </pc:sldMkLst>
        <pc:spChg chg="mod">
          <ac:chgData name="WILLIAM RICARDO AGUILAR PIÑA" userId="25538c52-b196-49fc-9025-2dd86a54f18a" providerId="ADAL" clId="{164FE1CF-D30A-44C6-9CDC-D2525FCD3A16}" dt="2023-12-01T13:54:21.753" v="2" actId="20577"/>
          <ac:spMkLst>
            <pc:docMk/>
            <pc:sldMk cId="3215560426" sldId="325"/>
            <ac:spMk id="8" creationId="{00000000-0000-0000-0000-000000000000}"/>
          </ac:spMkLst>
        </pc:spChg>
      </pc:sldChg>
    </pc:docChg>
  </pc:docChgLst>
  <pc:docChgLst>
    <pc:chgData name="WILLIAM RICARDO AGUILAR PIÑA" userId="25538c52-b196-49fc-9025-2dd86a54f18a" providerId="ADAL" clId="{51AE2F63-1A27-43EF-B5E3-319C3DEB3A1F}"/>
    <pc:docChg chg="undo custSel addSld delSld modSld sldOrd">
      <pc:chgData name="WILLIAM RICARDO AGUILAR PIÑA" userId="25538c52-b196-49fc-9025-2dd86a54f18a" providerId="ADAL" clId="{51AE2F63-1A27-43EF-B5E3-319C3DEB3A1F}" dt="2018-11-14T15:23:53.489" v="2563" actId="6549"/>
      <pc:docMkLst>
        <pc:docMk/>
      </pc:docMkLst>
      <pc:sldChg chg="modSp">
        <pc:chgData name="WILLIAM RICARDO AGUILAR PIÑA" userId="25538c52-b196-49fc-9025-2dd86a54f18a" providerId="ADAL" clId="{51AE2F63-1A27-43EF-B5E3-319C3DEB3A1F}" dt="2018-11-13T14:12:22.028" v="6" actId="20577"/>
        <pc:sldMkLst>
          <pc:docMk/>
          <pc:sldMk cId="0" sldId="256"/>
        </pc:sldMkLst>
        <pc:spChg chg="mod">
          <ac:chgData name="WILLIAM RICARDO AGUILAR PIÑA" userId="25538c52-b196-49fc-9025-2dd86a54f18a" providerId="ADAL" clId="{51AE2F63-1A27-43EF-B5E3-319C3DEB3A1F}" dt="2018-11-13T14:12:22.028" v="6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">
        <pc:chgData name="WILLIAM RICARDO AGUILAR PIÑA" userId="25538c52-b196-49fc-9025-2dd86a54f18a" providerId="ADAL" clId="{51AE2F63-1A27-43EF-B5E3-319C3DEB3A1F}" dt="2018-11-13T14:18:20.092" v="32" actId="1037"/>
        <pc:sldMkLst>
          <pc:docMk/>
          <pc:sldMk cId="597354706" sldId="305"/>
        </pc:sldMkLst>
        <pc:spChg chg="mod">
          <ac:chgData name="WILLIAM RICARDO AGUILAR PIÑA" userId="25538c52-b196-49fc-9025-2dd86a54f18a" providerId="ADAL" clId="{51AE2F63-1A27-43EF-B5E3-319C3DEB3A1F}" dt="2018-11-13T14:18:20.092" v="32" actId="1037"/>
          <ac:spMkLst>
            <pc:docMk/>
            <pc:sldMk cId="597354706" sldId="305"/>
            <ac:spMk id="8" creationId="{00000000-0000-0000-0000-000000000000}"/>
          </ac:spMkLst>
        </pc:spChg>
        <pc:picChg chg="add mod">
          <ac:chgData name="WILLIAM RICARDO AGUILAR PIÑA" userId="25538c52-b196-49fc-9025-2dd86a54f18a" providerId="ADAL" clId="{51AE2F63-1A27-43EF-B5E3-319C3DEB3A1F}" dt="2018-11-13T14:18:20.092" v="32" actId="1037"/>
          <ac:picMkLst>
            <pc:docMk/>
            <pc:sldMk cId="597354706" sldId="305"/>
            <ac:picMk id="3" creationId="{24B58875-05C9-437C-9E96-35AFE48287EF}"/>
          </ac:picMkLst>
        </pc:picChg>
        <pc:picChg chg="del">
          <ac:chgData name="WILLIAM RICARDO AGUILAR PIÑA" userId="25538c52-b196-49fc-9025-2dd86a54f18a" providerId="ADAL" clId="{51AE2F63-1A27-43EF-B5E3-319C3DEB3A1F}" dt="2018-11-13T14:17:44.532" v="13" actId="478"/>
          <ac:picMkLst>
            <pc:docMk/>
            <pc:sldMk cId="597354706" sldId="305"/>
            <ac:picMk id="4" creationId="{5CE954EE-8077-4258-A27A-BF646CCE91ED}"/>
          </ac:picMkLst>
        </pc:picChg>
      </pc:sldChg>
      <pc:sldChg chg="modSp">
        <pc:chgData name="WILLIAM RICARDO AGUILAR PIÑA" userId="25538c52-b196-49fc-9025-2dd86a54f18a" providerId="ADAL" clId="{51AE2F63-1A27-43EF-B5E3-319C3DEB3A1F}" dt="2018-11-13T14:38:17.533" v="965" actId="1036"/>
        <pc:sldMkLst>
          <pc:docMk/>
          <pc:sldMk cId="1409448837" sldId="318"/>
        </pc:sldMkLst>
        <pc:spChg chg="mod">
          <ac:chgData name="WILLIAM RICARDO AGUILAR PIÑA" userId="25538c52-b196-49fc-9025-2dd86a54f18a" providerId="ADAL" clId="{51AE2F63-1A27-43EF-B5E3-319C3DEB3A1F}" dt="2018-11-13T14:38:17.533" v="965" actId="1036"/>
          <ac:spMkLst>
            <pc:docMk/>
            <pc:sldMk cId="1409448837" sldId="318"/>
            <ac:spMk id="8" creationId="{00000000-0000-0000-0000-000000000000}"/>
          </ac:spMkLst>
        </pc:spChg>
        <pc:picChg chg="mod">
          <ac:chgData name="WILLIAM RICARDO AGUILAR PIÑA" userId="25538c52-b196-49fc-9025-2dd86a54f18a" providerId="ADAL" clId="{51AE2F63-1A27-43EF-B5E3-319C3DEB3A1F}" dt="2018-11-13T14:38:17.533" v="965" actId="1036"/>
          <ac:picMkLst>
            <pc:docMk/>
            <pc:sldMk cId="1409448837" sldId="318"/>
            <ac:picMk id="4" creationId="{B4C33E3D-D21D-4C03-BE63-5CECDACBE748}"/>
          </ac:picMkLst>
        </pc:picChg>
      </pc:sldChg>
      <pc:sldChg chg="addSp delSp modSp">
        <pc:chgData name="WILLIAM RICARDO AGUILAR PIÑA" userId="25538c52-b196-49fc-9025-2dd86a54f18a" providerId="ADAL" clId="{51AE2F63-1A27-43EF-B5E3-319C3DEB3A1F}" dt="2018-11-13T20:34:33.415" v="1807" actId="1037"/>
        <pc:sldMkLst>
          <pc:docMk/>
          <pc:sldMk cId="2534384885" sldId="319"/>
        </pc:sldMkLst>
        <pc:spChg chg="add del">
          <ac:chgData name="WILLIAM RICARDO AGUILAR PIÑA" userId="25538c52-b196-49fc-9025-2dd86a54f18a" providerId="ADAL" clId="{51AE2F63-1A27-43EF-B5E3-319C3DEB3A1F}" dt="2018-11-13T19:02:41.271" v="1597" actId="478"/>
          <ac:spMkLst>
            <pc:docMk/>
            <pc:sldMk cId="2534384885" sldId="319"/>
            <ac:spMk id="4" creationId="{370FD97B-40A3-468D-AC3D-39B0CAF2C478}"/>
          </ac:spMkLst>
        </pc:spChg>
        <pc:spChg chg="mod">
          <ac:chgData name="WILLIAM RICARDO AGUILAR PIÑA" userId="25538c52-b196-49fc-9025-2dd86a54f18a" providerId="ADAL" clId="{51AE2F63-1A27-43EF-B5E3-319C3DEB3A1F}" dt="2018-11-13T20:32:37.008" v="1800" actId="20577"/>
          <ac:spMkLst>
            <pc:docMk/>
            <pc:sldMk cId="2534384885" sldId="319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51AE2F63-1A27-43EF-B5E3-319C3DEB3A1F}" dt="2018-11-13T14:18:33.432" v="36" actId="20577"/>
          <ac:spMkLst>
            <pc:docMk/>
            <pc:sldMk cId="2534384885" sldId="319"/>
            <ac:spMk id="10" creationId="{FFA2EA99-79C8-463F-BD00-7B1F165D6718}"/>
          </ac:spMkLst>
        </pc:spChg>
        <pc:picChg chg="del">
          <ac:chgData name="WILLIAM RICARDO AGUILAR PIÑA" userId="25538c52-b196-49fc-9025-2dd86a54f18a" providerId="ADAL" clId="{51AE2F63-1A27-43EF-B5E3-319C3DEB3A1F}" dt="2018-11-13T14:18:36.155" v="37" actId="478"/>
          <ac:picMkLst>
            <pc:docMk/>
            <pc:sldMk cId="2534384885" sldId="319"/>
            <ac:picMk id="2" creationId="{3B029D43-9EDE-4CEF-80F4-7CD87F7C8E6B}"/>
          </ac:picMkLst>
        </pc:picChg>
        <pc:picChg chg="add del mod ord">
          <ac:chgData name="WILLIAM RICARDO AGUILAR PIÑA" userId="25538c52-b196-49fc-9025-2dd86a54f18a" providerId="ADAL" clId="{51AE2F63-1A27-43EF-B5E3-319C3DEB3A1F}" dt="2018-11-13T20:34:33.415" v="1807" actId="1037"/>
          <ac:picMkLst>
            <pc:docMk/>
            <pc:sldMk cId="2534384885" sldId="319"/>
            <ac:picMk id="3" creationId="{11F48031-E5DF-467E-A361-1F86272C42C9}"/>
          </ac:picMkLst>
        </pc:picChg>
        <pc:picChg chg="add del mod">
          <ac:chgData name="WILLIAM RICARDO AGUILAR PIÑA" userId="25538c52-b196-49fc-9025-2dd86a54f18a" providerId="ADAL" clId="{51AE2F63-1A27-43EF-B5E3-319C3DEB3A1F}" dt="2018-11-13T19:47:02.686" v="1643" actId="478"/>
          <ac:picMkLst>
            <pc:docMk/>
            <pc:sldMk cId="2534384885" sldId="319"/>
            <ac:picMk id="5" creationId="{C4FB973C-A60D-402B-86FB-7EE98AF7D2D9}"/>
          </ac:picMkLst>
        </pc:picChg>
        <pc:picChg chg="add del">
          <ac:chgData name="WILLIAM RICARDO AGUILAR PIÑA" userId="25538c52-b196-49fc-9025-2dd86a54f18a" providerId="ADAL" clId="{51AE2F63-1A27-43EF-B5E3-319C3DEB3A1F}" dt="2018-11-13T19:47:00.054" v="1641"/>
          <ac:picMkLst>
            <pc:docMk/>
            <pc:sldMk cId="2534384885" sldId="319"/>
            <ac:picMk id="6" creationId="{CEBAECA1-8BA2-4317-BB09-513E7F63E126}"/>
          </ac:picMkLst>
        </pc:picChg>
        <pc:picChg chg="add del mod">
          <ac:chgData name="WILLIAM RICARDO AGUILAR PIÑA" userId="25538c52-b196-49fc-9025-2dd86a54f18a" providerId="ADAL" clId="{51AE2F63-1A27-43EF-B5E3-319C3DEB3A1F}" dt="2018-11-13T20:34:33.415" v="1807" actId="1037"/>
          <ac:picMkLst>
            <pc:docMk/>
            <pc:sldMk cId="2534384885" sldId="319"/>
            <ac:picMk id="7" creationId="{95320371-2729-4A96-86F6-1669A0B50F5F}"/>
          </ac:picMkLst>
        </pc:picChg>
        <pc:picChg chg="add del mod">
          <ac:chgData name="WILLIAM RICARDO AGUILAR PIÑA" userId="25538c52-b196-49fc-9025-2dd86a54f18a" providerId="ADAL" clId="{51AE2F63-1A27-43EF-B5E3-319C3DEB3A1F}" dt="2018-11-13T18:28:25.846" v="1322" actId="478"/>
          <ac:picMkLst>
            <pc:docMk/>
            <pc:sldMk cId="2534384885" sldId="319"/>
            <ac:picMk id="9" creationId="{A8E62B43-F572-40B3-8C61-E23A5F0C4939}"/>
          </ac:picMkLst>
        </pc:picChg>
        <pc:picChg chg="add mod">
          <ac:chgData name="WILLIAM RICARDO AGUILAR PIÑA" userId="25538c52-b196-49fc-9025-2dd86a54f18a" providerId="ADAL" clId="{51AE2F63-1A27-43EF-B5E3-319C3DEB3A1F}" dt="2018-11-13T20:34:33.415" v="1807" actId="1037"/>
          <ac:picMkLst>
            <pc:docMk/>
            <pc:sldMk cId="2534384885" sldId="319"/>
            <ac:picMk id="11" creationId="{90607817-105F-4216-8DB4-3CD6C33388FC}"/>
          </ac:picMkLst>
        </pc:picChg>
      </pc:sldChg>
      <pc:sldChg chg="addSp delSp modSp add">
        <pc:chgData name="WILLIAM RICARDO AGUILAR PIÑA" userId="25538c52-b196-49fc-9025-2dd86a54f18a" providerId="ADAL" clId="{51AE2F63-1A27-43EF-B5E3-319C3DEB3A1F}" dt="2018-11-13T20:40:11.243" v="2087" actId="1366"/>
        <pc:sldMkLst>
          <pc:docMk/>
          <pc:sldMk cId="165714172" sldId="320"/>
        </pc:sldMkLst>
        <pc:spChg chg="mod">
          <ac:chgData name="WILLIAM RICARDO AGUILAR PIÑA" userId="25538c52-b196-49fc-9025-2dd86a54f18a" providerId="ADAL" clId="{51AE2F63-1A27-43EF-B5E3-319C3DEB3A1F}" dt="2018-11-13T20:39:34.718" v="2084" actId="20577"/>
          <ac:spMkLst>
            <pc:docMk/>
            <pc:sldMk cId="165714172" sldId="320"/>
            <ac:spMk id="8" creationId="{00000000-0000-0000-0000-000000000000}"/>
          </ac:spMkLst>
        </pc:spChg>
        <pc:picChg chg="add mod">
          <ac:chgData name="WILLIAM RICARDO AGUILAR PIÑA" userId="25538c52-b196-49fc-9025-2dd86a54f18a" providerId="ADAL" clId="{51AE2F63-1A27-43EF-B5E3-319C3DEB3A1F}" dt="2018-11-13T20:40:11.243" v="2087" actId="1366"/>
          <ac:picMkLst>
            <pc:docMk/>
            <pc:sldMk cId="165714172" sldId="320"/>
            <ac:picMk id="2" creationId="{2F54D6D4-8A61-4C56-BF8F-9DA31ACD6832}"/>
          </ac:picMkLst>
        </pc:picChg>
        <pc:picChg chg="del mod">
          <ac:chgData name="WILLIAM RICARDO AGUILAR PIÑA" userId="25538c52-b196-49fc-9025-2dd86a54f18a" providerId="ADAL" clId="{51AE2F63-1A27-43EF-B5E3-319C3DEB3A1F}" dt="2018-11-13T20:35:23.591" v="1810" actId="478"/>
          <ac:picMkLst>
            <pc:docMk/>
            <pc:sldMk cId="165714172" sldId="320"/>
            <ac:picMk id="3" creationId="{11F48031-E5DF-467E-A361-1F86272C42C9}"/>
          </ac:picMkLst>
        </pc:picChg>
        <pc:picChg chg="del">
          <ac:chgData name="WILLIAM RICARDO AGUILAR PIÑA" userId="25538c52-b196-49fc-9025-2dd86a54f18a" providerId="ADAL" clId="{51AE2F63-1A27-43EF-B5E3-319C3DEB3A1F}" dt="2018-11-13T20:35:24.838" v="1812" actId="478"/>
          <ac:picMkLst>
            <pc:docMk/>
            <pc:sldMk cId="165714172" sldId="320"/>
            <ac:picMk id="7" creationId="{95320371-2729-4A96-86F6-1669A0B50F5F}"/>
          </ac:picMkLst>
        </pc:picChg>
        <pc:picChg chg="del">
          <ac:chgData name="WILLIAM RICARDO AGUILAR PIÑA" userId="25538c52-b196-49fc-9025-2dd86a54f18a" providerId="ADAL" clId="{51AE2F63-1A27-43EF-B5E3-319C3DEB3A1F}" dt="2018-11-13T20:35:23.974" v="1811" actId="478"/>
          <ac:picMkLst>
            <pc:docMk/>
            <pc:sldMk cId="165714172" sldId="320"/>
            <ac:picMk id="11" creationId="{90607817-105F-4216-8DB4-3CD6C33388FC}"/>
          </ac:picMkLst>
        </pc:picChg>
      </pc:sldChg>
      <pc:sldChg chg="addSp delSp modSp add ord">
        <pc:chgData name="WILLIAM RICARDO AGUILAR PIÑA" userId="25538c52-b196-49fc-9025-2dd86a54f18a" providerId="ADAL" clId="{51AE2F63-1A27-43EF-B5E3-319C3DEB3A1F}" dt="2018-11-14T13:47:18.833" v="2557" actId="1037"/>
        <pc:sldMkLst>
          <pc:docMk/>
          <pc:sldMk cId="685737813" sldId="321"/>
        </pc:sldMkLst>
        <pc:spChg chg="mod">
          <ac:chgData name="WILLIAM RICARDO AGUILAR PIÑA" userId="25538c52-b196-49fc-9025-2dd86a54f18a" providerId="ADAL" clId="{51AE2F63-1A27-43EF-B5E3-319C3DEB3A1F}" dt="2018-11-14T13:47:18.833" v="2557" actId="1037"/>
          <ac:spMkLst>
            <pc:docMk/>
            <pc:sldMk cId="685737813" sldId="321"/>
            <ac:spMk id="8" creationId="{00000000-0000-0000-0000-000000000000}"/>
          </ac:spMkLst>
        </pc:spChg>
        <pc:picChg chg="del mod">
          <ac:chgData name="WILLIAM RICARDO AGUILAR PIÑA" userId="25538c52-b196-49fc-9025-2dd86a54f18a" providerId="ADAL" clId="{51AE2F63-1A27-43EF-B5E3-319C3DEB3A1F}" dt="2018-11-13T20:46:24.566" v="2109" actId="478"/>
          <ac:picMkLst>
            <pc:docMk/>
            <pc:sldMk cId="685737813" sldId="321"/>
            <ac:picMk id="3" creationId="{24B58875-05C9-437C-9E96-35AFE48287EF}"/>
          </ac:picMkLst>
        </pc:picChg>
        <pc:picChg chg="add mod">
          <ac:chgData name="WILLIAM RICARDO AGUILAR PIÑA" userId="25538c52-b196-49fc-9025-2dd86a54f18a" providerId="ADAL" clId="{51AE2F63-1A27-43EF-B5E3-319C3DEB3A1F}" dt="2018-11-14T13:47:18.833" v="2557" actId="1037"/>
          <ac:picMkLst>
            <pc:docMk/>
            <pc:sldMk cId="685737813" sldId="321"/>
            <ac:picMk id="4" creationId="{8683135A-A185-4102-9F5D-4FF2EDF99AB6}"/>
          </ac:picMkLst>
        </pc:picChg>
      </pc:sldChg>
      <pc:sldChg chg="addSp delSp modSp add ord">
        <pc:chgData name="WILLIAM RICARDO AGUILAR PIÑA" userId="25538c52-b196-49fc-9025-2dd86a54f18a" providerId="ADAL" clId="{51AE2F63-1A27-43EF-B5E3-319C3DEB3A1F}" dt="2018-11-14T15:23:53.489" v="2563" actId="6549"/>
        <pc:sldMkLst>
          <pc:docMk/>
          <pc:sldMk cId="2332317965" sldId="322"/>
        </pc:sldMkLst>
        <pc:spChg chg="mod">
          <ac:chgData name="WILLIAM RICARDO AGUILAR PIÑA" userId="25538c52-b196-49fc-9025-2dd86a54f18a" providerId="ADAL" clId="{51AE2F63-1A27-43EF-B5E3-319C3DEB3A1F}" dt="2018-11-14T15:23:49.858" v="2560" actId="6549"/>
          <ac:spMkLst>
            <pc:docMk/>
            <pc:sldMk cId="2332317965" sldId="322"/>
            <ac:spMk id="8" creationId="{00000000-0000-0000-0000-000000000000}"/>
          </ac:spMkLst>
        </pc:spChg>
        <pc:spChg chg="add mod">
          <ac:chgData name="WILLIAM RICARDO AGUILAR PIÑA" userId="25538c52-b196-49fc-9025-2dd86a54f18a" providerId="ADAL" clId="{51AE2F63-1A27-43EF-B5E3-319C3DEB3A1F}" dt="2018-11-14T15:23:53.489" v="2563" actId="6549"/>
          <ac:spMkLst>
            <pc:docMk/>
            <pc:sldMk cId="2332317965" sldId="322"/>
            <ac:spMk id="9" creationId="{2751198E-EDCB-4B51-B75F-75070627DCB3}"/>
          </ac:spMkLst>
        </pc:spChg>
        <pc:spChg chg="mod">
          <ac:chgData name="WILLIAM RICARDO AGUILAR PIÑA" userId="25538c52-b196-49fc-9025-2dd86a54f18a" providerId="ADAL" clId="{51AE2F63-1A27-43EF-B5E3-319C3DEB3A1F}" dt="2018-11-14T13:06:25.625" v="2220" actId="20577"/>
          <ac:spMkLst>
            <pc:docMk/>
            <pc:sldMk cId="2332317965" sldId="322"/>
            <ac:spMk id="10" creationId="{FFA2EA99-79C8-463F-BD00-7B1F165D6718}"/>
          </ac:spMkLst>
        </pc:spChg>
        <pc:picChg chg="add mod ord">
          <ac:chgData name="WILLIAM RICARDO AGUILAR PIÑA" userId="25538c52-b196-49fc-9025-2dd86a54f18a" providerId="ADAL" clId="{51AE2F63-1A27-43EF-B5E3-319C3DEB3A1F}" dt="2018-11-14T13:13:54.214" v="2546" actId="1366"/>
          <ac:picMkLst>
            <pc:docMk/>
            <pc:sldMk cId="2332317965" sldId="322"/>
            <ac:picMk id="2" creationId="{7B93839F-F7C0-4785-A476-E83F0B1D326B}"/>
          </ac:picMkLst>
        </pc:picChg>
        <pc:picChg chg="del">
          <ac:chgData name="WILLIAM RICARDO AGUILAR PIÑA" userId="25538c52-b196-49fc-9025-2dd86a54f18a" providerId="ADAL" clId="{51AE2F63-1A27-43EF-B5E3-319C3DEB3A1F}" dt="2018-11-13T20:46:50.415" v="2113" actId="478"/>
          <ac:picMkLst>
            <pc:docMk/>
            <pc:sldMk cId="2332317965" sldId="322"/>
            <ac:picMk id="3" creationId="{11F48031-E5DF-467E-A361-1F86272C42C9}"/>
          </ac:picMkLst>
        </pc:picChg>
        <pc:picChg chg="add mod">
          <ac:chgData name="WILLIAM RICARDO AGUILAR PIÑA" userId="25538c52-b196-49fc-9025-2dd86a54f18a" providerId="ADAL" clId="{51AE2F63-1A27-43EF-B5E3-319C3DEB3A1F}" dt="2018-11-14T13:13:54.214" v="2546" actId="1366"/>
          <ac:picMkLst>
            <pc:docMk/>
            <pc:sldMk cId="2332317965" sldId="322"/>
            <ac:picMk id="4" creationId="{45AA0823-DBB1-4969-8A2F-72C6EB91A09D}"/>
          </ac:picMkLst>
        </pc:picChg>
        <pc:picChg chg="mod">
          <ac:chgData name="WILLIAM RICARDO AGUILAR PIÑA" userId="25538c52-b196-49fc-9025-2dd86a54f18a" providerId="ADAL" clId="{51AE2F63-1A27-43EF-B5E3-319C3DEB3A1F}" dt="2018-11-14T13:12:07.225" v="2503" actId="1035"/>
          <ac:picMkLst>
            <pc:docMk/>
            <pc:sldMk cId="2332317965" sldId="322"/>
            <ac:picMk id="7" creationId="{95320371-2729-4A96-86F6-1669A0B50F5F}"/>
          </ac:picMkLst>
        </pc:picChg>
        <pc:picChg chg="del">
          <ac:chgData name="WILLIAM RICARDO AGUILAR PIÑA" userId="25538c52-b196-49fc-9025-2dd86a54f18a" providerId="ADAL" clId="{51AE2F63-1A27-43EF-B5E3-319C3DEB3A1F}" dt="2018-11-13T20:46:51.007" v="2114" actId="478"/>
          <ac:picMkLst>
            <pc:docMk/>
            <pc:sldMk cId="2332317965" sldId="322"/>
            <ac:picMk id="11" creationId="{90607817-105F-4216-8DB4-3CD6C33388FC}"/>
          </ac:picMkLst>
        </pc:picChg>
        <pc:picChg chg="add mod">
          <ac:chgData name="WILLIAM RICARDO AGUILAR PIÑA" userId="25538c52-b196-49fc-9025-2dd86a54f18a" providerId="ADAL" clId="{51AE2F63-1A27-43EF-B5E3-319C3DEB3A1F}" dt="2018-11-14T13:13:47.189" v="2545" actId="1036"/>
          <ac:picMkLst>
            <pc:docMk/>
            <pc:sldMk cId="2332317965" sldId="322"/>
            <ac:picMk id="12" creationId="{B116A4AD-7CB3-4668-B7A9-4A08B7D26D81}"/>
          </ac:picMkLst>
        </pc:picChg>
      </pc:sldChg>
      <pc:sldChg chg="delSp modSp add">
        <pc:chgData name="WILLIAM RICARDO AGUILAR PIÑA" userId="25538c52-b196-49fc-9025-2dd86a54f18a" providerId="ADAL" clId="{51AE2F63-1A27-43EF-B5E3-319C3DEB3A1F}" dt="2018-11-14T13:14:12.938" v="2552" actId="478"/>
        <pc:sldMkLst>
          <pc:docMk/>
          <pc:sldMk cId="3502632977" sldId="323"/>
        </pc:sldMkLst>
        <pc:spChg chg="mod">
          <ac:chgData name="WILLIAM RICARDO AGUILAR PIÑA" userId="25538c52-b196-49fc-9025-2dd86a54f18a" providerId="ADAL" clId="{51AE2F63-1A27-43EF-B5E3-319C3DEB3A1F}" dt="2018-11-14T13:14:06.975" v="2548" actId="20577"/>
          <ac:spMkLst>
            <pc:docMk/>
            <pc:sldMk cId="3502632977" sldId="323"/>
            <ac:spMk id="8" creationId="{00000000-0000-0000-0000-000000000000}"/>
          </ac:spMkLst>
        </pc:spChg>
        <pc:spChg chg="del">
          <ac:chgData name="WILLIAM RICARDO AGUILAR PIÑA" userId="25538c52-b196-49fc-9025-2dd86a54f18a" providerId="ADAL" clId="{51AE2F63-1A27-43EF-B5E3-319C3DEB3A1F}" dt="2018-11-14T13:14:12.194" v="2551" actId="478"/>
          <ac:spMkLst>
            <pc:docMk/>
            <pc:sldMk cId="3502632977" sldId="323"/>
            <ac:spMk id="9" creationId="{2751198E-EDCB-4B51-B75F-75070627DCB3}"/>
          </ac:spMkLst>
        </pc:spChg>
        <pc:picChg chg="del">
          <ac:chgData name="WILLIAM RICARDO AGUILAR PIÑA" userId="25538c52-b196-49fc-9025-2dd86a54f18a" providerId="ADAL" clId="{51AE2F63-1A27-43EF-B5E3-319C3DEB3A1F}" dt="2018-11-14T13:14:10.179" v="2549" actId="478"/>
          <ac:picMkLst>
            <pc:docMk/>
            <pc:sldMk cId="3502632977" sldId="323"/>
            <ac:picMk id="2" creationId="{7B93839F-F7C0-4785-A476-E83F0B1D326B}"/>
          </ac:picMkLst>
        </pc:picChg>
        <pc:picChg chg="del">
          <ac:chgData name="WILLIAM RICARDO AGUILAR PIÑA" userId="25538c52-b196-49fc-9025-2dd86a54f18a" providerId="ADAL" clId="{51AE2F63-1A27-43EF-B5E3-319C3DEB3A1F}" dt="2018-11-14T13:14:10.787" v="2550" actId="478"/>
          <ac:picMkLst>
            <pc:docMk/>
            <pc:sldMk cId="3502632977" sldId="323"/>
            <ac:picMk id="4" creationId="{45AA0823-DBB1-4969-8A2F-72C6EB91A09D}"/>
          </ac:picMkLst>
        </pc:picChg>
        <pc:picChg chg="del">
          <ac:chgData name="WILLIAM RICARDO AGUILAR PIÑA" userId="25538c52-b196-49fc-9025-2dd86a54f18a" providerId="ADAL" clId="{51AE2F63-1A27-43EF-B5E3-319C3DEB3A1F}" dt="2018-11-14T13:14:12.938" v="2552" actId="478"/>
          <ac:picMkLst>
            <pc:docMk/>
            <pc:sldMk cId="3502632977" sldId="323"/>
            <ac:picMk id="7" creationId="{95320371-2729-4A96-86F6-1669A0B50F5F}"/>
          </ac:picMkLst>
        </pc:picChg>
      </pc:sldChg>
    </pc:docChg>
  </pc:docChgLst>
  <pc:docChgLst>
    <pc:chgData name="WILLIAM RICARDO AGUILAR PIÑA" userId="25538c52-b196-49fc-9025-2dd86a54f18a" providerId="ADAL" clId="{EA8BE8A2-B726-4C62-8DC3-571AF94CF806}"/>
    <pc:docChg chg="custSel modSld">
      <pc:chgData name="WILLIAM RICARDO AGUILAR PIÑA" userId="25538c52-b196-49fc-9025-2dd86a54f18a" providerId="ADAL" clId="{EA8BE8A2-B726-4C62-8DC3-571AF94CF806}" dt="2022-11-26T13:51:45.674" v="95" actId="20577"/>
      <pc:docMkLst>
        <pc:docMk/>
      </pc:docMkLst>
      <pc:sldChg chg="modSp mod">
        <pc:chgData name="WILLIAM RICARDO AGUILAR PIÑA" userId="25538c52-b196-49fc-9025-2dd86a54f18a" providerId="ADAL" clId="{EA8BE8A2-B726-4C62-8DC3-571AF94CF806}" dt="2022-11-26T13:51:45.674" v="95" actId="20577"/>
        <pc:sldMkLst>
          <pc:docMk/>
          <pc:sldMk cId="3215560426" sldId="325"/>
        </pc:sldMkLst>
        <pc:spChg chg="mod">
          <ac:chgData name="WILLIAM RICARDO AGUILAR PIÑA" userId="25538c52-b196-49fc-9025-2dd86a54f18a" providerId="ADAL" clId="{EA8BE8A2-B726-4C62-8DC3-571AF94CF806}" dt="2022-11-26T13:51:45.674" v="95" actId="20577"/>
          <ac:spMkLst>
            <pc:docMk/>
            <pc:sldMk cId="3215560426" sldId="325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011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336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5075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9401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414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7877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1695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4882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3064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5709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5244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9427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AC943-C359-4C07-B08A-993C08E8D67C}" type="slidenum">
              <a:rPr lang="es-CO" smtClean="0"/>
              <a:pPr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071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01/12/2023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4.png"/><Relationship Id="rId7" Type="http://schemas.microsoft.com/office/2007/relationships/hdphoto" Target="../media/hdphoto4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microsoft.com/office/2007/relationships/hdphoto" Target="../media/hdphoto6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microsoft.com/office/2007/relationships/hdphoto" Target="../media/hdphoto5.wdp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/R.HydroTools/wiki/License" TargetMode="External"/><Relationship Id="rId2" Type="http://schemas.openxmlformats.org/officeDocument/2006/relationships/hyperlink" Target="https://github.com/rcfdtoo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3072C985-1B9B-4BDD-9204-91D61E909C9C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v.20201118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F6DDFB0-630E-45A2-B5EE-AB34BE184EC4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r.cfdtools@gmail.com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hidráulica 2D con HEC-RAS y RAS </a:t>
            </a:r>
            <a:r>
              <a:rPr lang="es-CO" sz="12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Zonas de uso y coeficiente de rugosidad de Manning asociado (n)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78E01FF-C194-4C7C-977E-9DF990E891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9875BD6C-5366-4818-925E-C736230328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" y="26672"/>
            <a:ext cx="449679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882643" y="2013228"/>
            <a:ext cx="642671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Conceptos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generales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Durante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etapa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definición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malla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compuesta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estableció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un valor global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coeficiente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rugosidad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Manning (n)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aplicable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todas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celdas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modelo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clasificación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modelo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terreno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diferentes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zonas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uso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asociación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respectiva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coeficientes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rugosidad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permitirá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asignar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varios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celda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permitiendo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así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aplicar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masivamente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utilizados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etapa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canal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compuesto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(cauce dominante y creciente).</a:t>
            </a:r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7B429A-235A-4069-A8F3-9F1F666B2D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4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230542" y="3105834"/>
            <a:ext cx="373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1. Creación de zonas de uso a partir de los ejes trazados en Civil 3D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DE1BF1-E6E1-4534-AD42-5961784B35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5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F48031-E5DF-467E-A361-1F86272C4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7999" y="2962874"/>
            <a:ext cx="3384376" cy="382581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485992" y="373771"/>
            <a:ext cx="90730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ArcMAP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agregue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archivos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formas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Perimeter_v0,shp y RefRegPol_v0.shp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previamente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partir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ejes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CIVIL3D_Ejes_v0.shp.</a:t>
            </a:r>
          </a:p>
          <a:p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menú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i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Geoprocesing</a:t>
            </a:r>
            <a:r>
              <a:rPr lang="en-US" sz="1600" i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Unión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Agregue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las dos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capas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anteriores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defina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nombre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archivo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salida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LandCover_v0.shp,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atributos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unir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especifique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conservar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solo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identificador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objeto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(ONLY_FID).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la tabla de atributos de la nueva capa, agregue dos campos de atributos: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LandCover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(numérico doble) y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Name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(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string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20). Integre la huella de mecanización con la zona lateral aferente definida para la llanura de inundación. Agregue los atributos indicados en la imagen.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320371-2729-4A96-86F6-1669A0B50F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102" y="5541347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0607817-105F-4216-8DB4-3CD6C33388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94580" y="2962874"/>
            <a:ext cx="4764419" cy="3797312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FAAD7F7B-BD52-429D-9A44-C8BCF08B11C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Creación de zonas de uso a partir de los ejes trazados en Civil 3D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B7EDE5D-CB41-47EA-8818-3D4DDDA8F2E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8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901534" y="404664"/>
            <a:ext cx="8874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El archivo de formas obtenido contiene 4 áreas geográficas: Canal dominante (n: 0.018), canal de creciente (n: 0.035), llanura izquierda (n: 0.025) y llanura derecha (n: 0.025).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F54D6D4-8A61-4C56-BF8F-9DA31ACD683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263352" y="1052736"/>
            <a:ext cx="11561846" cy="56717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1481DD8-CDFF-405D-8409-3838878F19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11610CAD-0072-489D-A724-F01665CD91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Creación de zonas de uso a partir de los ejes trazados en Civil 3D</a:t>
            </a:r>
          </a:p>
        </p:txBody>
      </p:sp>
    </p:spTree>
    <p:extLst>
      <p:ext uri="{BB962C8B-B14F-4D97-AF65-F5344CB8AC3E}">
        <p14:creationId xmlns:p14="http://schemas.microsoft.com/office/powerpoint/2010/main" val="165714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454191" y="3105834"/>
            <a:ext cx="528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2. Coeficiente de rugosidad global aplicable a localizaciones fuera del dominio de las zonas de uso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CBBA03-A38A-4976-9B7E-31F43A858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3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B93839F-F7C0-4785-A476-E83F0B1D326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67680" y="1340768"/>
            <a:ext cx="11856640" cy="1925737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23392" y="437763"/>
            <a:ext cx="11400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la definición o modificación de este coeficiente, en RAS Mapper utilizar los siguientes métodos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ctr"/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clic derecho en </a:t>
            </a:r>
            <a:r>
              <a:rPr lang="es-CO" sz="1600" i="1">
                <a:latin typeface="Segoe UI Light" panose="020B0502040204020203" pitchFamily="34" charset="0"/>
                <a:cs typeface="Segoe UI Light" panose="020B0502040204020203" pitchFamily="34" charset="0"/>
              </a:rPr>
              <a:t>2D Flow Areas – Edit Geometry (BETA)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 – clic derecho en </a:t>
            </a:r>
            <a:r>
              <a:rPr lang="es-CO" sz="1600" i="1">
                <a:latin typeface="Segoe UI Light" panose="020B0502040204020203" pitchFamily="34" charset="0"/>
                <a:cs typeface="Segoe UI Light" panose="020B0502040204020203" pitchFamily="34" charset="0"/>
              </a:rPr>
              <a:t>2D Flow Areas – Layer Properties - Features.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320371-2729-4A96-86F6-1669A0B50F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496" y="2727128"/>
            <a:ext cx="360000" cy="360000"/>
          </a:xfrm>
          <a:prstGeom prst="rect">
            <a:avLst/>
          </a:prstGeom>
        </p:spPr>
      </p:pic>
      <p:sp>
        <p:nvSpPr>
          <p:cNvPr id="9" name="7 CuadroTexto">
            <a:extLst>
              <a:ext uri="{FF2B5EF4-FFF2-40B4-BE49-F238E27FC236}">
                <a16:creationId xmlns:a16="http://schemas.microsoft.com/office/drawing/2014/main" id="{2751198E-EDCB-4B51-B75F-75070627DCB3}"/>
              </a:ext>
            </a:extLst>
          </p:cNvPr>
          <p:cNvSpPr txBox="1"/>
          <p:nvPr/>
        </p:nvSpPr>
        <p:spPr>
          <a:xfrm>
            <a:off x="781234" y="3329746"/>
            <a:ext cx="10731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ó 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clic derecho en </a:t>
            </a:r>
            <a:r>
              <a:rPr lang="es-CO" sz="1600" i="1">
                <a:latin typeface="Segoe UI Light" panose="020B0502040204020203" pitchFamily="34" charset="0"/>
                <a:cs typeface="Segoe UI Light" panose="020B0502040204020203" pitchFamily="34" charset="0"/>
              </a:rPr>
              <a:t>2D Flow Areas – 2D Flow Area Editor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AA0823-DBB1-4969-8A2F-72C6EB91A09D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4250795" y="3702997"/>
            <a:ext cx="4176464" cy="313062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116A4AD-7CB3-4668-B7A9-4A08B7D26D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000" y="6160662"/>
            <a:ext cx="360000" cy="360000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898242A7-C986-4927-83C3-2A9CF1C28E8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Coeficiente de rugosidad global aplicable a localizaciones fuera del dominio de las zonas de uso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4690E0-A1D2-4921-A362-5D80612082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17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5CCDCC-7D6E-48C4-82F9-E5D616EDD86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247494" y="1098973"/>
            <a:ext cx="5450979" cy="5398733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271464" y="546691"/>
            <a:ext cx="9505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Opcionalmente desde el editor de geometría HEC-RAS, clic sobre el área 2D – Edit 2D Flow Area… 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116A4AD-7CB3-4668-B7A9-4A08B7D26D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3618339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B782FB4-A678-403D-BDFF-C550812F8AB2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5845455" y="1691113"/>
            <a:ext cx="6099051" cy="38544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A1D57C1-5748-46CA-A81D-B0645DC921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3447004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843D1C2-7E70-4F2B-8425-F8E2322409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0" y="4221088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5B10EE4-5FC1-42E4-BDAC-76D2B3324C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4002AB58-5F18-4C1E-ADDA-E38F01FB02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Coeficiente de rugosidad global aplicable a localizaciones fuera del dominio de las zonas de uso</a:t>
            </a:r>
          </a:p>
        </p:txBody>
      </p:sp>
    </p:spTree>
    <p:extLst>
      <p:ext uri="{BB962C8B-B14F-4D97-AF65-F5344CB8AC3E}">
        <p14:creationId xmlns:p14="http://schemas.microsoft.com/office/powerpoint/2010/main" val="350263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253037" y="3105834"/>
            <a:ext cx="3685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3. Importación y asociación de zonas de uso al modelo de terreno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085211-5ECF-4309-B79C-FAE1372F4E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3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388B3E-EB44-43F6-87A7-2E11AB04036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82361" y="1469080"/>
            <a:ext cx="5844589" cy="501098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245491" y="795068"/>
            <a:ext cx="11674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a. En RAS Mapper (de HEC-RAS 5.0.7),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menú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Tools – New Land Cover ó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derecho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Map Layers – Add New Manning n Layer… En la 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version 6.3.1+,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al menu Project – Create a New RAS Layer.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320371-2729-4A96-86F6-1669A0B50F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1916832"/>
            <a:ext cx="360000" cy="3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39571F2-D055-4B3D-8941-8556FB59A2D0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109206" y="1475247"/>
            <a:ext cx="5878081" cy="500482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53B2F0B-F5A5-4BE0-8E29-8E7803E6E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2492896"/>
            <a:ext cx="360000" cy="3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7AA3615-B955-4CF0-BE6A-69BA49FBFF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112" y="4293096"/>
            <a:ext cx="360000" cy="36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76C52DB-BBA2-4579-89D8-FCB84D66F4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797152"/>
            <a:ext cx="360000" cy="360000"/>
          </a:xfrm>
          <a:prstGeom prst="rect">
            <a:avLst/>
          </a:prstGeom>
        </p:spPr>
      </p:pic>
      <p:sp>
        <p:nvSpPr>
          <p:cNvPr id="16" name="1 Título">
            <a:extLst>
              <a:ext uri="{FF2B5EF4-FFF2-40B4-BE49-F238E27FC236}">
                <a16:creationId xmlns:a16="http://schemas.microsoft.com/office/drawing/2014/main" id="{23CE8754-8E56-419E-AC47-92A54D7D9A0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Importación y asociación de zonas de uso al modelo de terreno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45F0C1-D519-47D9-AF99-7520B29F5BB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6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4E31466-FB6E-4B6B-BA1B-B95343168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9416" y="1773308"/>
            <a:ext cx="6192688" cy="500455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741759" y="394802"/>
            <a:ext cx="106728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b. Clic en +, seleccione el archivo de formas LandCover_v0.shp creado previamente. En Import Extents seleccione Geometries, correspondiente a todo el límite espacial de la capa creada. Seleccione el campo que contiene los valores de n correspondientes a las zonas de uso definidas, para el ejemplo corresponde al campo LandCover. Seleccione además el campo que contiene el nombre definido para las zonas de uso: Name. Por último defina la resolución del mapa de zonas de uso a crear: 1 metro o misma resolución del modelo de terreno.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320371-2729-4A96-86F6-1669A0B50F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26" y="2736046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80E983-26D7-424B-8D6B-FDD43C1260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552" y="2431244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F5591CB-9C45-415A-8CD4-F118BF1A51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054" y="2442299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FDA9ECF-83F8-4285-86EB-B1173D3AD5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00" y="2442299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E99BE38-8FA9-4A88-8E9E-615A3A062D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238" y="6021780"/>
            <a:ext cx="360000" cy="36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E7A033-CFD9-4013-951F-C63C7A91A1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96142" y="1773630"/>
            <a:ext cx="4117835" cy="500423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E7810CC-A5CF-4899-AAF7-532B55386BE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3" name="1 Título">
            <a:extLst>
              <a:ext uri="{FF2B5EF4-FFF2-40B4-BE49-F238E27FC236}">
                <a16:creationId xmlns:a16="http://schemas.microsoft.com/office/drawing/2014/main" id="{52181BCB-04A5-48DB-91D0-1E4B07E38C0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Importación y asociación de zonas de uso al modelo de terreno</a:t>
            </a:r>
          </a:p>
        </p:txBody>
      </p:sp>
    </p:spTree>
    <p:extLst>
      <p:ext uri="{BB962C8B-B14F-4D97-AF65-F5344CB8AC3E}">
        <p14:creationId xmlns:p14="http://schemas.microsoft.com/office/powerpoint/2010/main" val="2372749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0F57C5-E4CF-418F-8182-07A26C5CE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563" y="1268760"/>
            <a:ext cx="5895975" cy="504825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901534" y="520638"/>
            <a:ext cx="8874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c. Para visualizar el mapa creado, clic en Map Layers, activar Mannings_n. Clic derecho en Mannings_n, consulte los valores, colores y la información de la imagen. 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320371-2729-4A96-86F6-1669A0B50F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122" y="4275340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209E95D-3FC3-42DD-A98E-41894EE257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563" y="4839529"/>
            <a:ext cx="2240852" cy="14625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1184E8-665A-46ED-8078-2821EB132582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3202827" y="5373216"/>
            <a:ext cx="3309726" cy="72471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722F31A-7B1C-4965-B69E-4D3652383574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6938562" y="1268759"/>
            <a:ext cx="4414022" cy="503336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075CAD4-ADD5-4D28-BB5E-A16FDB5414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294" y="5685862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8846F2A-4F44-41BD-A339-42D8CFE4DF5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016A5B3A-138A-45D7-81BC-66687B3B14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Importación y asociación de zonas de uso al modelo de terreno</a:t>
            </a:r>
          </a:p>
        </p:txBody>
      </p:sp>
    </p:spTree>
    <p:extLst>
      <p:ext uri="{BB962C8B-B14F-4D97-AF65-F5344CB8AC3E}">
        <p14:creationId xmlns:p14="http://schemas.microsoft.com/office/powerpoint/2010/main" val="2899258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05BAF94-CD45-43D1-8B79-60F28470419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485231" y="1318118"/>
            <a:ext cx="3384376" cy="1259877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911424" y="404664"/>
            <a:ext cx="10874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d. En RAS Mapper existen diferentes mecanismos para asociar el mapa de coeficientes de rugosidad n a la geometría y al modelo de terreno: clic derecho en Mannings_n – Associate with Geometry 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ó clic derecho en Geometries – Manage Geometry Associations… Seleccione el mapa Mannings_n.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320371-2729-4A96-86F6-1669A0B50F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208" y="1875007"/>
            <a:ext cx="360000" cy="360000"/>
          </a:xfrm>
          <a:prstGeom prst="rect">
            <a:avLst/>
          </a:prstGeom>
        </p:spPr>
      </p:pic>
      <p:sp>
        <p:nvSpPr>
          <p:cNvPr id="13" name="7 CuadroTexto">
            <a:extLst>
              <a:ext uri="{FF2B5EF4-FFF2-40B4-BE49-F238E27FC236}">
                <a16:creationId xmlns:a16="http://schemas.microsoft.com/office/drawing/2014/main" id="{D648C28D-292A-47FB-B3BA-DE17DCE602A4}"/>
              </a:ext>
            </a:extLst>
          </p:cNvPr>
          <p:cNvSpPr txBox="1"/>
          <p:nvPr/>
        </p:nvSpPr>
        <p:spPr>
          <a:xfrm>
            <a:off x="911424" y="2611262"/>
            <a:ext cx="10874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Para verificar la asociación, en el editor de geometría de HEC-RAS, </a:t>
            </a:r>
          </a:p>
          <a:p>
            <a:pPr algn="ctr"/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clic en el área de flujo 2D – Edit 2D Flow Area – Edit Land Cover to Manning’s n…</a:t>
            </a:r>
            <a:endParaRPr lang="es-CO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4BA1B3E-B642-4753-BCF3-43ED6A92E5E9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911424" y="3233633"/>
            <a:ext cx="5436486" cy="34357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64A3EA8-42EC-483A-8D92-E3E9A601D4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001" y="4978131"/>
            <a:ext cx="360000" cy="3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E5E66B8-C829-42C5-89CB-C0F7257F3BA8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6528048" y="3779090"/>
            <a:ext cx="5257800" cy="25717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F44519F-D45A-4EEC-9C00-A3F32FB99F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8" y="5463512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623C44B-3C8C-46D8-B901-B8BF6DCDB1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6" name="1 Título">
            <a:extLst>
              <a:ext uri="{FF2B5EF4-FFF2-40B4-BE49-F238E27FC236}">
                <a16:creationId xmlns:a16="http://schemas.microsoft.com/office/drawing/2014/main" id="{CD3CE4D8-CB70-4AB1-A4A0-BAC366AF4E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Importación y asociación de zonas de uso al modelo de terreno</a:t>
            </a:r>
          </a:p>
        </p:txBody>
      </p:sp>
    </p:spTree>
    <p:extLst>
      <p:ext uri="{BB962C8B-B14F-4D97-AF65-F5344CB8AC3E}">
        <p14:creationId xmlns:p14="http://schemas.microsoft.com/office/powerpoint/2010/main" val="1870877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1ACF6E1-2FAA-43BB-AA3A-1F71052E5421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76300" y="1329103"/>
            <a:ext cx="10439400" cy="509587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876300" y="520078"/>
            <a:ext cx="10404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terminar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RAS Mapper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grafique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 de Manning vs Elevation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varias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caras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celda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zonas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diferentes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modelo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verificar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que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coeficientes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definidos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están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asociados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correctamente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64A3EA8-42EC-483A-8D92-E3E9A601D4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3429000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2CA8705-D4A0-453B-9018-8F222CA1A3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027" y="4293096"/>
            <a:ext cx="360000" cy="3600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A85B78E-5C79-406A-8F93-61E28C8D75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520" y="5733256"/>
            <a:ext cx="360000" cy="3600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313A296-EEE1-4F24-839F-E59200E71539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024601" y="1364615"/>
            <a:ext cx="5256584" cy="267325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12EDA16-5D54-46B8-BADD-8E640476007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E702D896-DBD1-47C2-AABF-140A86541D2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Importación y asociación de zonas de uso al modelo de terreno</a:t>
            </a:r>
          </a:p>
        </p:txBody>
      </p:sp>
    </p:spTree>
    <p:extLst>
      <p:ext uri="{BB962C8B-B14F-4D97-AF65-F5344CB8AC3E}">
        <p14:creationId xmlns:p14="http://schemas.microsoft.com/office/powerpoint/2010/main" val="173048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2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9523</TotalTime>
  <Words>910</Words>
  <Application>Microsoft Office PowerPoint</Application>
  <PresentationFormat>Widescreen</PresentationFormat>
  <Paragraphs>58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HCMC_5_6</dc:title>
  <dc:creator>master</dc:creator>
  <cp:lastModifiedBy>WILLIAM RICARDO AGUILAR PIÑA</cp:lastModifiedBy>
  <cp:revision>517</cp:revision>
  <dcterms:created xsi:type="dcterms:W3CDTF">2010-05-17T13:13:34Z</dcterms:created>
  <dcterms:modified xsi:type="dcterms:W3CDTF">2023-12-01T13:54:23Z</dcterms:modified>
</cp:coreProperties>
</file>