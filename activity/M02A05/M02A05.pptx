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325" r:id="rId2"/>
    <p:sldId id="301" r:id="rId3"/>
    <p:sldId id="289" r:id="rId4"/>
    <p:sldId id="324" r:id="rId5"/>
    <p:sldId id="326" r:id="rId6"/>
    <p:sldId id="327" r:id="rId7"/>
    <p:sldId id="315" r:id="rId8"/>
    <p:sldId id="328" r:id="rId9"/>
    <p:sldId id="329" r:id="rId10"/>
    <p:sldId id="316" r:id="rId11"/>
    <p:sldId id="330" r:id="rId12"/>
    <p:sldId id="331" r:id="rId13"/>
    <p:sldId id="317" r:id="rId14"/>
    <p:sldId id="332" r:id="rId15"/>
    <p:sldId id="333" r:id="rId16"/>
    <p:sldId id="314" r:id="rId17"/>
    <p:sldId id="334" r:id="rId18"/>
    <p:sldId id="318" r:id="rId19"/>
    <p:sldId id="335" r:id="rId20"/>
    <p:sldId id="336" r:id="rId21"/>
    <p:sldId id="320" r:id="rId22"/>
    <p:sldId id="337" r:id="rId23"/>
    <p:sldId id="319" r:id="rId24"/>
    <p:sldId id="338" r:id="rId25"/>
    <p:sldId id="321" r:id="rId26"/>
    <p:sldId id="339" r:id="rId27"/>
    <p:sldId id="340" r:id="rId28"/>
    <p:sldId id="386" r:id="rId2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830"/>
    <a:srgbClr val="F0F0F0"/>
    <a:srgbClr val="979797"/>
    <a:srgbClr val="9B9B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53" autoAdjust="0"/>
    <p:restoredTop sz="93623" autoAdjust="0"/>
  </p:normalViewPr>
  <p:slideViewPr>
    <p:cSldViewPr>
      <p:cViewPr varScale="1">
        <p:scale>
          <a:sx n="120" d="100"/>
          <a:sy n="120" d="100"/>
        </p:scale>
        <p:origin x="114" y="10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AGUILAR PIÑA" userId="25538c52-b196-49fc-9025-2dd86a54f18a" providerId="ADAL" clId="{745950B1-7808-4F21-B983-3E38AED47D4C}"/>
    <pc:docChg chg="undo custSel addSld delSld modSld sldOrd modMainMaster">
      <pc:chgData name="WILLIAM RICARDO AGUILAR PIÑA" userId="25538c52-b196-49fc-9025-2dd86a54f18a" providerId="ADAL" clId="{745950B1-7808-4F21-B983-3E38AED47D4C}" dt="2019-03-18T20:45:26.633" v="766"/>
      <pc:docMkLst>
        <pc:docMk/>
      </pc:docMkLst>
      <pc:sldChg chg="modSp del setBg">
        <pc:chgData name="WILLIAM RICARDO AGUILAR PIÑA" userId="25538c52-b196-49fc-9025-2dd86a54f18a" providerId="ADAL" clId="{745950B1-7808-4F21-B983-3E38AED47D4C}" dt="2019-03-18T19:31:52.867" v="24" actId="2696"/>
        <pc:sldMkLst>
          <pc:docMk/>
          <pc:sldMk cId="0" sldId="256"/>
        </pc:sldMkLst>
        <pc:spChg chg="mod">
          <ac:chgData name="WILLIAM RICARDO AGUILAR PIÑA" userId="25538c52-b196-49fc-9025-2dd86a54f18a" providerId="ADAL" clId="{745950B1-7808-4F21-B983-3E38AED47D4C}" dt="2019-03-18T19:28:48.563" v="2"/>
          <ac:spMkLst>
            <pc:docMk/>
            <pc:sldMk cId="0" sldId="256"/>
            <ac:spMk id="4" creationId="{00000000-0000-0000-0000-000000000000}"/>
          </ac:spMkLst>
        </pc:spChg>
        <pc:spChg chg="mod">
          <ac:chgData name="WILLIAM RICARDO AGUILAR PIÑA" userId="25538c52-b196-49fc-9025-2dd86a54f18a" providerId="ADAL" clId="{745950B1-7808-4F21-B983-3E38AED47D4C}" dt="2019-03-18T19:28:48.563" v="2"/>
          <ac:spMkLst>
            <pc:docMk/>
            <pc:sldMk cId="0" sldId="256"/>
            <ac:spMk id="7" creationId="{00000000-0000-0000-0000-000000000000}"/>
          </ac:spMkLst>
        </pc:spChg>
        <pc:spChg chg="mod">
          <ac:chgData name="WILLIAM RICARDO AGUILAR PIÑA" userId="25538c52-b196-49fc-9025-2dd86a54f18a" providerId="ADAL" clId="{745950B1-7808-4F21-B983-3E38AED47D4C}" dt="2019-03-18T19:29:28.068" v="19"/>
          <ac:spMkLst>
            <pc:docMk/>
            <pc:sldMk cId="0" sldId="256"/>
            <ac:spMk id="8" creationId="{00000000-0000-0000-0000-000000000000}"/>
          </ac:spMkLst>
        </pc:spChg>
        <pc:spChg chg="mod">
          <ac:chgData name="WILLIAM RICARDO AGUILAR PIÑA" userId="25538c52-b196-49fc-9025-2dd86a54f18a" providerId="ADAL" clId="{745950B1-7808-4F21-B983-3E38AED47D4C}" dt="2019-03-18T19:28:48.563" v="2"/>
          <ac:spMkLst>
            <pc:docMk/>
            <pc:sldMk cId="0" sldId="256"/>
            <ac:spMk id="22530" creationId="{00000000-0000-0000-0000-000000000000}"/>
          </ac:spMkLst>
        </pc:spChg>
      </pc:sldChg>
      <pc:sldChg chg="addSp delSp modSp">
        <pc:chgData name="WILLIAM RICARDO AGUILAR PIÑA" userId="25538c52-b196-49fc-9025-2dd86a54f18a" providerId="ADAL" clId="{745950B1-7808-4F21-B983-3E38AED47D4C}" dt="2019-03-18T19:32:58.941" v="58" actId="1076"/>
        <pc:sldMkLst>
          <pc:docMk/>
          <pc:sldMk cId="1805327859" sldId="289"/>
        </pc:sldMkLst>
        <pc:spChg chg="mod">
          <ac:chgData name="WILLIAM RICARDO AGUILAR PIÑA" userId="25538c52-b196-49fc-9025-2dd86a54f18a" providerId="ADAL" clId="{745950B1-7808-4F21-B983-3E38AED47D4C}" dt="2019-03-18T19:32:58.941" v="58" actId="1076"/>
          <ac:spMkLst>
            <pc:docMk/>
            <pc:sldMk cId="1805327859" sldId="289"/>
            <ac:spMk id="8" creationId="{00000000-0000-0000-0000-000000000000}"/>
          </ac:spMkLst>
        </pc:spChg>
        <pc:spChg chg="del mod">
          <ac:chgData name="WILLIAM RICARDO AGUILAR PIÑA" userId="25538c52-b196-49fc-9025-2dd86a54f18a" providerId="ADAL" clId="{745950B1-7808-4F21-B983-3E38AED47D4C}" dt="2019-03-18T19:28:57.434" v="5" actId="478"/>
          <ac:spMkLst>
            <pc:docMk/>
            <pc:sldMk cId="1805327859" sldId="289"/>
            <ac:spMk id="22530" creationId="{00000000-0000-0000-0000-000000000000}"/>
          </ac:spMkLst>
        </pc:spChg>
        <pc:picChg chg="add mod">
          <ac:chgData name="WILLIAM RICARDO AGUILAR PIÑA" userId="25538c52-b196-49fc-9025-2dd86a54f18a" providerId="ADAL" clId="{745950B1-7808-4F21-B983-3E38AED47D4C}" dt="2019-03-18T19:32:44.723" v="52" actId="207"/>
          <ac:picMkLst>
            <pc:docMk/>
            <pc:sldMk cId="1805327859" sldId="289"/>
            <ac:picMk id="3" creationId="{5FC348D1-E176-48B3-81FC-DBFF85383879}"/>
          </ac:picMkLst>
        </pc:picChg>
      </pc:sldChg>
      <pc:sldChg chg="addSp delSp modSp">
        <pc:chgData name="WILLIAM RICARDO AGUILAR PIÑA" userId="25538c52-b196-49fc-9025-2dd86a54f18a" providerId="ADAL" clId="{745950B1-7808-4F21-B983-3E38AED47D4C}" dt="2019-03-18T19:32:35.361" v="50" actId="1076"/>
        <pc:sldMkLst>
          <pc:docMk/>
          <pc:sldMk cId="2852190545" sldId="301"/>
        </pc:sldMkLst>
        <pc:spChg chg="mod">
          <ac:chgData name="WILLIAM RICARDO AGUILAR PIÑA" userId="25538c52-b196-49fc-9025-2dd86a54f18a" providerId="ADAL" clId="{745950B1-7808-4F21-B983-3E38AED47D4C}" dt="2019-03-18T19:32:35.361" v="50" actId="1076"/>
          <ac:spMkLst>
            <pc:docMk/>
            <pc:sldMk cId="2852190545" sldId="301"/>
            <ac:spMk id="8" creationId="{00000000-0000-0000-0000-000000000000}"/>
          </ac:spMkLst>
        </pc:spChg>
        <pc:spChg chg="del mod">
          <ac:chgData name="WILLIAM RICARDO AGUILAR PIÑA" userId="25538c52-b196-49fc-9025-2dd86a54f18a" providerId="ADAL" clId="{745950B1-7808-4F21-B983-3E38AED47D4C}" dt="2019-03-18T19:28:56.156" v="4" actId="478"/>
          <ac:spMkLst>
            <pc:docMk/>
            <pc:sldMk cId="2852190545" sldId="301"/>
            <ac:spMk id="22530" creationId="{00000000-0000-0000-0000-000000000000}"/>
          </ac:spMkLst>
        </pc:spChg>
        <pc:picChg chg="add mod">
          <ac:chgData name="WILLIAM RICARDO AGUILAR PIÑA" userId="25538c52-b196-49fc-9025-2dd86a54f18a" providerId="ADAL" clId="{745950B1-7808-4F21-B983-3E38AED47D4C}" dt="2019-03-18T19:32:14.736" v="41" actId="207"/>
          <ac:picMkLst>
            <pc:docMk/>
            <pc:sldMk cId="2852190545" sldId="301"/>
            <ac:picMk id="3" creationId="{1F084EE2-D0BD-4AF5-9EE0-349A7CAD3A69}"/>
          </ac:picMkLst>
        </pc:picChg>
      </pc:sldChg>
      <pc:sldChg chg="delSp modSp del">
        <pc:chgData name="WILLIAM RICARDO AGUILAR PIÑA" userId="25538c52-b196-49fc-9025-2dd86a54f18a" providerId="ADAL" clId="{745950B1-7808-4F21-B983-3E38AED47D4C}" dt="2019-03-18T19:29:15.341" v="17" actId="2696"/>
        <pc:sldMkLst>
          <pc:docMk/>
          <pc:sldMk cId="2186527381" sldId="313"/>
        </pc:sldMkLst>
        <pc:spChg chg="mod">
          <ac:chgData name="WILLIAM RICARDO AGUILAR PIÑA" userId="25538c52-b196-49fc-9025-2dd86a54f18a" providerId="ADAL" clId="{745950B1-7808-4F21-B983-3E38AED47D4C}" dt="2019-03-18T19:28:48.563" v="2"/>
          <ac:spMkLst>
            <pc:docMk/>
            <pc:sldMk cId="2186527381" sldId="313"/>
            <ac:spMk id="7" creationId="{00000000-0000-0000-0000-000000000000}"/>
          </ac:spMkLst>
        </pc:spChg>
        <pc:spChg chg="del mod">
          <ac:chgData name="WILLIAM RICARDO AGUILAR PIÑA" userId="25538c52-b196-49fc-9025-2dd86a54f18a" providerId="ADAL" clId="{745950B1-7808-4F21-B983-3E38AED47D4C}" dt="2019-03-18T19:29:14.613" v="16" actId="478"/>
          <ac:spMkLst>
            <pc:docMk/>
            <pc:sldMk cId="2186527381" sldId="313"/>
            <ac:spMk id="22530" creationId="{00000000-0000-0000-0000-000000000000}"/>
          </ac:spMkLst>
        </pc:spChg>
      </pc:sldChg>
      <pc:sldChg chg="addSp delSp modSp">
        <pc:chgData name="WILLIAM RICARDO AGUILAR PIÑA" userId="25538c52-b196-49fc-9025-2dd86a54f18a" providerId="ADAL" clId="{745950B1-7808-4F21-B983-3E38AED47D4C}" dt="2019-03-18T19:51:46.727" v="486"/>
        <pc:sldMkLst>
          <pc:docMk/>
          <pc:sldMk cId="4161687585" sldId="314"/>
        </pc:sldMkLst>
        <pc:spChg chg="add mod">
          <ac:chgData name="WILLIAM RICARDO AGUILAR PIÑA" userId="25538c52-b196-49fc-9025-2dd86a54f18a" providerId="ADAL" clId="{745950B1-7808-4F21-B983-3E38AED47D4C}" dt="2019-03-18T19:50:48.320" v="474" actId="1076"/>
          <ac:spMkLst>
            <pc:docMk/>
            <pc:sldMk cId="4161687585" sldId="314"/>
            <ac:spMk id="2" creationId="{74EFECA5-D964-4139-8F05-8C00851CA807}"/>
          </ac:spMkLst>
        </pc:spChg>
        <pc:spChg chg="mod">
          <ac:chgData name="WILLIAM RICARDO AGUILAR PIÑA" userId="25538c52-b196-49fc-9025-2dd86a54f18a" providerId="ADAL" clId="{745950B1-7808-4F21-B983-3E38AED47D4C}" dt="2019-03-18T19:50:56.598" v="478" actId="1035"/>
          <ac:spMkLst>
            <pc:docMk/>
            <pc:sldMk cId="4161687585" sldId="314"/>
            <ac:spMk id="8" creationId="{00000000-0000-0000-0000-000000000000}"/>
          </ac:spMkLst>
        </pc:spChg>
        <pc:spChg chg="mod">
          <ac:chgData name="WILLIAM RICARDO AGUILAR PIÑA" userId="25538c52-b196-49fc-9025-2dd86a54f18a" providerId="ADAL" clId="{745950B1-7808-4F21-B983-3E38AED47D4C}" dt="2019-03-18T19:51:07.571" v="481" actId="14100"/>
          <ac:spMkLst>
            <pc:docMk/>
            <pc:sldMk cId="4161687585" sldId="314"/>
            <ac:spMk id="10" creationId="{00000000-0000-0000-0000-000000000000}"/>
          </ac:spMkLst>
        </pc:spChg>
        <pc:spChg chg="add mod">
          <ac:chgData name="WILLIAM RICARDO AGUILAR PIÑA" userId="25538c52-b196-49fc-9025-2dd86a54f18a" providerId="ADAL" clId="{745950B1-7808-4F21-B983-3E38AED47D4C}" dt="2019-03-18T19:51:46.727" v="486"/>
          <ac:spMkLst>
            <pc:docMk/>
            <pc:sldMk cId="4161687585" sldId="314"/>
            <ac:spMk id="11" creationId="{E7E5A8F7-5C68-4428-B269-0DF1B034ECF7}"/>
          </ac:spMkLst>
        </pc:spChg>
        <pc:spChg chg="del mod">
          <ac:chgData name="WILLIAM RICARDO AGUILAR PIÑA" userId="25538c52-b196-49fc-9025-2dd86a54f18a" providerId="ADAL" clId="{745950B1-7808-4F21-B983-3E38AED47D4C}" dt="2019-03-18T19:29:06.579" v="10" actId="478"/>
          <ac:spMkLst>
            <pc:docMk/>
            <pc:sldMk cId="4161687585" sldId="314"/>
            <ac:spMk id="22530" creationId="{00000000-0000-0000-0000-000000000000}"/>
          </ac:spMkLst>
        </pc:spChg>
        <pc:picChg chg="mod">
          <ac:chgData name="WILLIAM RICARDO AGUILAR PIÑA" userId="25538c52-b196-49fc-9025-2dd86a54f18a" providerId="ADAL" clId="{745950B1-7808-4F21-B983-3E38AED47D4C}" dt="2019-03-18T19:50:08.664" v="444"/>
          <ac:picMkLst>
            <pc:docMk/>
            <pc:sldMk cId="4161687585" sldId="314"/>
            <ac:picMk id="3" creationId="{00000000-0000-0000-0000-000000000000}"/>
          </ac:picMkLst>
        </pc:picChg>
        <pc:picChg chg="add">
          <ac:chgData name="WILLIAM RICARDO AGUILAR PIÑA" userId="25538c52-b196-49fc-9025-2dd86a54f18a" providerId="ADAL" clId="{745950B1-7808-4F21-B983-3E38AED47D4C}" dt="2019-03-18T19:31:58.863" v="31"/>
          <ac:picMkLst>
            <pc:docMk/>
            <pc:sldMk cId="4161687585" sldId="314"/>
            <ac:picMk id="6" creationId="{126DC9EC-9846-4FAB-ABED-BB843F6C71F7}"/>
          </ac:picMkLst>
        </pc:picChg>
        <pc:picChg chg="mod">
          <ac:chgData name="WILLIAM RICARDO AGUILAR PIÑA" userId="25538c52-b196-49fc-9025-2dd86a54f18a" providerId="ADAL" clId="{745950B1-7808-4F21-B983-3E38AED47D4C}" dt="2019-03-18T19:49:34.274" v="438" actId="1076"/>
          <ac:picMkLst>
            <pc:docMk/>
            <pc:sldMk cId="4161687585" sldId="314"/>
            <ac:picMk id="9" creationId="{00000000-0000-0000-0000-000000000000}"/>
          </ac:picMkLst>
        </pc:picChg>
      </pc:sldChg>
      <pc:sldChg chg="addSp delSp modSp">
        <pc:chgData name="WILLIAM RICARDO AGUILAR PIÑA" userId="25538c52-b196-49fc-9025-2dd86a54f18a" providerId="ADAL" clId="{745950B1-7808-4F21-B983-3E38AED47D4C}" dt="2019-03-18T19:38:08.055" v="160" actId="1076"/>
        <pc:sldMkLst>
          <pc:docMk/>
          <pc:sldMk cId="3112124549" sldId="315"/>
        </pc:sldMkLst>
        <pc:spChg chg="mod">
          <ac:chgData name="WILLIAM RICARDO AGUILAR PIÑA" userId="25538c52-b196-49fc-9025-2dd86a54f18a" providerId="ADAL" clId="{745950B1-7808-4F21-B983-3E38AED47D4C}" dt="2019-03-18T19:37:08.119" v="141" actId="1076"/>
          <ac:spMkLst>
            <pc:docMk/>
            <pc:sldMk cId="3112124549" sldId="315"/>
            <ac:spMk id="8" creationId="{00000000-0000-0000-0000-000000000000}"/>
          </ac:spMkLst>
        </pc:spChg>
        <pc:spChg chg="mod">
          <ac:chgData name="WILLIAM RICARDO AGUILAR PIÑA" userId="25538c52-b196-49fc-9025-2dd86a54f18a" providerId="ADAL" clId="{745950B1-7808-4F21-B983-3E38AED47D4C}" dt="2019-03-18T19:37:56.930" v="156" actId="14100"/>
          <ac:spMkLst>
            <pc:docMk/>
            <pc:sldMk cId="3112124549" sldId="315"/>
            <ac:spMk id="10" creationId="{00000000-0000-0000-0000-000000000000}"/>
          </ac:spMkLst>
        </pc:spChg>
        <pc:spChg chg="add mod">
          <ac:chgData name="WILLIAM RICARDO AGUILAR PIÑA" userId="25538c52-b196-49fc-9025-2dd86a54f18a" providerId="ADAL" clId="{745950B1-7808-4F21-B983-3E38AED47D4C}" dt="2019-03-18T19:36:38.770" v="128"/>
          <ac:spMkLst>
            <pc:docMk/>
            <pc:sldMk cId="3112124549" sldId="315"/>
            <ac:spMk id="11" creationId="{17831F98-2B50-4B76-99DD-30FD6D89CD69}"/>
          </ac:spMkLst>
        </pc:spChg>
        <pc:spChg chg="del mod">
          <ac:chgData name="WILLIAM RICARDO AGUILAR PIÑA" userId="25538c52-b196-49fc-9025-2dd86a54f18a" providerId="ADAL" clId="{745950B1-7808-4F21-B983-3E38AED47D4C}" dt="2019-03-18T19:37:38.423" v="147" actId="478"/>
          <ac:spMkLst>
            <pc:docMk/>
            <pc:sldMk cId="3112124549" sldId="315"/>
            <ac:spMk id="20" creationId="{00000000-0000-0000-0000-000000000000}"/>
          </ac:spMkLst>
        </pc:spChg>
        <pc:spChg chg="del mod">
          <ac:chgData name="WILLIAM RICARDO AGUILAR PIÑA" userId="25538c52-b196-49fc-9025-2dd86a54f18a" providerId="ADAL" clId="{745950B1-7808-4F21-B983-3E38AED47D4C}" dt="2019-03-18T19:29:02.720" v="7" actId="478"/>
          <ac:spMkLst>
            <pc:docMk/>
            <pc:sldMk cId="3112124549" sldId="315"/>
            <ac:spMk id="22530" creationId="{00000000-0000-0000-0000-000000000000}"/>
          </ac:spMkLst>
        </pc:spChg>
        <pc:picChg chg="mod">
          <ac:chgData name="WILLIAM RICARDO AGUILAR PIÑA" userId="25538c52-b196-49fc-9025-2dd86a54f18a" providerId="ADAL" clId="{745950B1-7808-4F21-B983-3E38AED47D4C}" dt="2019-03-18T19:37:12.673" v="143" actId="14100"/>
          <ac:picMkLst>
            <pc:docMk/>
            <pc:sldMk cId="3112124549" sldId="315"/>
            <ac:picMk id="2" creationId="{00000000-0000-0000-0000-000000000000}"/>
          </ac:picMkLst>
        </pc:picChg>
        <pc:picChg chg="mod">
          <ac:chgData name="WILLIAM RICARDO AGUILAR PIÑA" userId="25538c52-b196-49fc-9025-2dd86a54f18a" providerId="ADAL" clId="{745950B1-7808-4F21-B983-3E38AED47D4C}" dt="2019-03-18T19:37:43.352" v="149" actId="1076"/>
          <ac:picMkLst>
            <pc:docMk/>
            <pc:sldMk cId="3112124549" sldId="315"/>
            <ac:picMk id="3" creationId="{00000000-0000-0000-0000-000000000000}"/>
          </ac:picMkLst>
        </pc:picChg>
        <pc:picChg chg="del mod">
          <ac:chgData name="WILLIAM RICARDO AGUILAR PIÑA" userId="25538c52-b196-49fc-9025-2dd86a54f18a" providerId="ADAL" clId="{745950B1-7808-4F21-B983-3E38AED47D4C}" dt="2019-03-18T19:37:38.423" v="147" actId="478"/>
          <ac:picMkLst>
            <pc:docMk/>
            <pc:sldMk cId="3112124549" sldId="315"/>
            <ac:picMk id="4" creationId="{00000000-0000-0000-0000-000000000000}"/>
          </ac:picMkLst>
        </pc:picChg>
        <pc:picChg chg="del mod">
          <ac:chgData name="WILLIAM RICARDO AGUILAR PIÑA" userId="25538c52-b196-49fc-9025-2dd86a54f18a" providerId="ADAL" clId="{745950B1-7808-4F21-B983-3E38AED47D4C}" dt="2019-03-18T19:37:38.423" v="147" actId="478"/>
          <ac:picMkLst>
            <pc:docMk/>
            <pc:sldMk cId="3112124549" sldId="315"/>
            <ac:picMk id="6" creationId="{00000000-0000-0000-0000-000000000000}"/>
          </ac:picMkLst>
        </pc:picChg>
        <pc:picChg chg="add">
          <ac:chgData name="WILLIAM RICARDO AGUILAR PIÑA" userId="25538c52-b196-49fc-9025-2dd86a54f18a" providerId="ADAL" clId="{745950B1-7808-4F21-B983-3E38AED47D4C}" dt="2019-03-18T19:31:57.258" v="28"/>
          <ac:picMkLst>
            <pc:docMk/>
            <pc:sldMk cId="3112124549" sldId="315"/>
            <ac:picMk id="9" creationId="{6B6C801C-428F-453A-8A7A-DFA37BC331BC}"/>
          </ac:picMkLst>
        </pc:picChg>
        <pc:picChg chg="add mod">
          <ac:chgData name="WILLIAM RICARDO AGUILAR PIÑA" userId="25538c52-b196-49fc-9025-2dd86a54f18a" providerId="ADAL" clId="{745950B1-7808-4F21-B983-3E38AED47D4C}" dt="2019-03-18T19:38:05.208" v="158" actId="1076"/>
          <ac:picMkLst>
            <pc:docMk/>
            <pc:sldMk cId="3112124549" sldId="315"/>
            <ac:picMk id="12" creationId="{D35A2274-A418-47FA-B2B0-ED7D9F9DB05C}"/>
          </ac:picMkLst>
        </pc:picChg>
        <pc:picChg chg="add mod">
          <ac:chgData name="WILLIAM RICARDO AGUILAR PIÑA" userId="25538c52-b196-49fc-9025-2dd86a54f18a" providerId="ADAL" clId="{745950B1-7808-4F21-B983-3E38AED47D4C}" dt="2019-03-18T19:38:08.055" v="160" actId="1076"/>
          <ac:picMkLst>
            <pc:docMk/>
            <pc:sldMk cId="3112124549" sldId="315"/>
            <ac:picMk id="13" creationId="{7D20A8D2-FDF7-4C40-B979-811ADEFB7613}"/>
          </ac:picMkLst>
        </pc:picChg>
      </pc:sldChg>
      <pc:sldChg chg="addSp delSp modSp">
        <pc:chgData name="WILLIAM RICARDO AGUILAR PIÑA" userId="25538c52-b196-49fc-9025-2dd86a54f18a" providerId="ADAL" clId="{745950B1-7808-4F21-B983-3E38AED47D4C}" dt="2019-03-18T19:44:08.253" v="284" actId="478"/>
        <pc:sldMkLst>
          <pc:docMk/>
          <pc:sldMk cId="1727347664" sldId="316"/>
        </pc:sldMkLst>
        <pc:spChg chg="mod">
          <ac:chgData name="WILLIAM RICARDO AGUILAR PIÑA" userId="25538c52-b196-49fc-9025-2dd86a54f18a" providerId="ADAL" clId="{745950B1-7808-4F21-B983-3E38AED47D4C}" dt="2019-03-18T19:42:26.556" v="256" actId="1076"/>
          <ac:spMkLst>
            <pc:docMk/>
            <pc:sldMk cId="1727347664" sldId="316"/>
            <ac:spMk id="8" creationId="{00000000-0000-0000-0000-000000000000}"/>
          </ac:spMkLst>
        </pc:spChg>
        <pc:spChg chg="mod">
          <ac:chgData name="WILLIAM RICARDO AGUILAR PIÑA" userId="25538c52-b196-49fc-9025-2dd86a54f18a" providerId="ADAL" clId="{745950B1-7808-4F21-B983-3E38AED47D4C}" dt="2019-03-18T19:42:20.763" v="254" actId="1036"/>
          <ac:spMkLst>
            <pc:docMk/>
            <pc:sldMk cId="1727347664" sldId="316"/>
            <ac:spMk id="10" creationId="{00000000-0000-0000-0000-000000000000}"/>
          </ac:spMkLst>
        </pc:spChg>
        <pc:spChg chg="mod">
          <ac:chgData name="WILLIAM RICARDO AGUILAR PIÑA" userId="25538c52-b196-49fc-9025-2dd86a54f18a" providerId="ADAL" clId="{745950B1-7808-4F21-B983-3E38AED47D4C}" dt="2019-03-18T19:41:02.312" v="223" actId="1035"/>
          <ac:spMkLst>
            <pc:docMk/>
            <pc:sldMk cId="1727347664" sldId="316"/>
            <ac:spMk id="11" creationId="{00000000-0000-0000-0000-000000000000}"/>
          </ac:spMkLst>
        </pc:spChg>
        <pc:spChg chg="add mod">
          <ac:chgData name="WILLIAM RICARDO AGUILAR PIÑA" userId="25538c52-b196-49fc-9025-2dd86a54f18a" providerId="ADAL" clId="{745950B1-7808-4F21-B983-3E38AED47D4C}" dt="2019-03-18T19:42:42.016" v="258"/>
          <ac:spMkLst>
            <pc:docMk/>
            <pc:sldMk cId="1727347664" sldId="316"/>
            <ac:spMk id="14" creationId="{D4854C84-064A-4F47-95BA-85ABF982A82E}"/>
          </ac:spMkLst>
        </pc:spChg>
        <pc:spChg chg="del mod">
          <ac:chgData name="WILLIAM RICARDO AGUILAR PIÑA" userId="25538c52-b196-49fc-9025-2dd86a54f18a" providerId="ADAL" clId="{745950B1-7808-4F21-B983-3E38AED47D4C}" dt="2019-03-18T19:40:08.551" v="203" actId="478"/>
          <ac:spMkLst>
            <pc:docMk/>
            <pc:sldMk cId="1727347664" sldId="316"/>
            <ac:spMk id="15" creationId="{00000000-0000-0000-0000-000000000000}"/>
          </ac:spMkLst>
        </pc:spChg>
        <pc:spChg chg="del mod">
          <ac:chgData name="WILLIAM RICARDO AGUILAR PIÑA" userId="25538c52-b196-49fc-9025-2dd86a54f18a" providerId="ADAL" clId="{745950B1-7808-4F21-B983-3E38AED47D4C}" dt="2019-03-18T19:29:04.052" v="8" actId="478"/>
          <ac:spMkLst>
            <pc:docMk/>
            <pc:sldMk cId="1727347664" sldId="316"/>
            <ac:spMk id="22530" creationId="{00000000-0000-0000-0000-000000000000}"/>
          </ac:spMkLst>
        </pc:spChg>
        <pc:picChg chg="mod">
          <ac:chgData name="WILLIAM RICARDO AGUILAR PIÑA" userId="25538c52-b196-49fc-9025-2dd86a54f18a" providerId="ADAL" clId="{745950B1-7808-4F21-B983-3E38AED47D4C}" dt="2019-03-18T19:41:02.312" v="223" actId="1035"/>
          <ac:picMkLst>
            <pc:docMk/>
            <pc:sldMk cId="1727347664" sldId="316"/>
            <ac:picMk id="2" creationId="{00000000-0000-0000-0000-000000000000}"/>
          </ac:picMkLst>
        </pc:picChg>
        <pc:picChg chg="mod">
          <ac:chgData name="WILLIAM RICARDO AGUILAR PIÑA" userId="25538c52-b196-49fc-9025-2dd86a54f18a" providerId="ADAL" clId="{745950B1-7808-4F21-B983-3E38AED47D4C}" dt="2019-03-18T19:41:04.441" v="224" actId="1076"/>
          <ac:picMkLst>
            <pc:docMk/>
            <pc:sldMk cId="1727347664" sldId="316"/>
            <ac:picMk id="4" creationId="{00000000-0000-0000-0000-000000000000}"/>
          </ac:picMkLst>
        </pc:picChg>
        <pc:picChg chg="del mod">
          <ac:chgData name="WILLIAM RICARDO AGUILAR PIÑA" userId="25538c52-b196-49fc-9025-2dd86a54f18a" providerId="ADAL" clId="{745950B1-7808-4F21-B983-3E38AED47D4C}" dt="2019-03-18T19:40:08.551" v="203" actId="478"/>
          <ac:picMkLst>
            <pc:docMk/>
            <pc:sldMk cId="1727347664" sldId="316"/>
            <ac:picMk id="5" creationId="{00000000-0000-0000-0000-000000000000}"/>
          </ac:picMkLst>
        </pc:picChg>
        <pc:picChg chg="mod">
          <ac:chgData name="WILLIAM RICARDO AGUILAR PIÑA" userId="25538c52-b196-49fc-9025-2dd86a54f18a" providerId="ADAL" clId="{745950B1-7808-4F21-B983-3E38AED47D4C}" dt="2019-03-18T19:42:24.691" v="255" actId="1076"/>
          <ac:picMkLst>
            <pc:docMk/>
            <pc:sldMk cId="1727347664" sldId="316"/>
            <ac:picMk id="6" creationId="{00000000-0000-0000-0000-000000000000}"/>
          </ac:picMkLst>
        </pc:picChg>
        <pc:picChg chg="mod">
          <ac:chgData name="WILLIAM RICARDO AGUILAR PIÑA" userId="25538c52-b196-49fc-9025-2dd86a54f18a" providerId="ADAL" clId="{745950B1-7808-4F21-B983-3E38AED47D4C}" dt="2019-03-18T19:41:49.470" v="241" actId="1076"/>
          <ac:picMkLst>
            <pc:docMk/>
            <pc:sldMk cId="1727347664" sldId="316"/>
            <ac:picMk id="7" creationId="{00000000-0000-0000-0000-000000000000}"/>
          </ac:picMkLst>
        </pc:picChg>
        <pc:picChg chg="del mod">
          <ac:chgData name="WILLIAM RICARDO AGUILAR PIÑA" userId="25538c52-b196-49fc-9025-2dd86a54f18a" providerId="ADAL" clId="{745950B1-7808-4F21-B983-3E38AED47D4C}" dt="2019-03-18T19:40:08.551" v="203" actId="478"/>
          <ac:picMkLst>
            <pc:docMk/>
            <pc:sldMk cId="1727347664" sldId="316"/>
            <ac:picMk id="9" creationId="{00000000-0000-0000-0000-000000000000}"/>
          </ac:picMkLst>
        </pc:picChg>
        <pc:picChg chg="add">
          <ac:chgData name="WILLIAM RICARDO AGUILAR PIÑA" userId="25538c52-b196-49fc-9025-2dd86a54f18a" providerId="ADAL" clId="{745950B1-7808-4F21-B983-3E38AED47D4C}" dt="2019-03-18T19:31:57.844" v="29"/>
          <ac:picMkLst>
            <pc:docMk/>
            <pc:sldMk cId="1727347664" sldId="316"/>
            <ac:picMk id="12" creationId="{7ACACD18-1334-4048-BE53-66987475653F}"/>
          </ac:picMkLst>
        </pc:picChg>
        <pc:picChg chg="add mod">
          <ac:chgData name="WILLIAM RICARDO AGUILAR PIÑA" userId="25538c52-b196-49fc-9025-2dd86a54f18a" providerId="ADAL" clId="{745950B1-7808-4F21-B983-3E38AED47D4C}" dt="2019-03-18T19:42:06.469" v="243" actId="1076"/>
          <ac:picMkLst>
            <pc:docMk/>
            <pc:sldMk cId="1727347664" sldId="316"/>
            <ac:picMk id="13" creationId="{E3529A53-1A9E-45B5-99BD-1241400B1274}"/>
          </ac:picMkLst>
        </pc:picChg>
        <pc:picChg chg="add del mod">
          <ac:chgData name="WILLIAM RICARDO AGUILAR PIÑA" userId="25538c52-b196-49fc-9025-2dd86a54f18a" providerId="ADAL" clId="{745950B1-7808-4F21-B983-3E38AED47D4C}" dt="2019-03-18T19:44:08.253" v="284" actId="478"/>
          <ac:picMkLst>
            <pc:docMk/>
            <pc:sldMk cId="1727347664" sldId="316"/>
            <ac:picMk id="16" creationId="{5C52C38D-DA03-43C3-AEBD-3A72B956AD80}"/>
          </ac:picMkLst>
        </pc:picChg>
      </pc:sldChg>
      <pc:sldChg chg="addSp delSp modSp">
        <pc:chgData name="WILLIAM RICARDO AGUILAR PIÑA" userId="25538c52-b196-49fc-9025-2dd86a54f18a" providerId="ADAL" clId="{745950B1-7808-4F21-B983-3E38AED47D4C}" dt="2019-03-18T19:51:33.149" v="483"/>
        <pc:sldMkLst>
          <pc:docMk/>
          <pc:sldMk cId="786218950" sldId="317"/>
        </pc:sldMkLst>
        <pc:spChg chg="mod">
          <ac:chgData name="WILLIAM RICARDO AGUILAR PIÑA" userId="25538c52-b196-49fc-9025-2dd86a54f18a" providerId="ADAL" clId="{745950B1-7808-4F21-B983-3E38AED47D4C}" dt="2019-03-18T19:45:35.947" v="336" actId="1038"/>
          <ac:spMkLst>
            <pc:docMk/>
            <pc:sldMk cId="786218950" sldId="317"/>
            <ac:spMk id="8" creationId="{00000000-0000-0000-0000-000000000000}"/>
          </ac:spMkLst>
        </pc:spChg>
        <pc:spChg chg="del mod">
          <ac:chgData name="WILLIAM RICARDO AGUILAR PIÑA" userId="25538c52-b196-49fc-9025-2dd86a54f18a" providerId="ADAL" clId="{745950B1-7808-4F21-B983-3E38AED47D4C}" dt="2019-03-18T19:45:04.316" v="309" actId="478"/>
          <ac:spMkLst>
            <pc:docMk/>
            <pc:sldMk cId="786218950" sldId="317"/>
            <ac:spMk id="10" creationId="{00000000-0000-0000-0000-000000000000}"/>
          </ac:spMkLst>
        </pc:spChg>
        <pc:spChg chg="mod">
          <ac:chgData name="WILLIAM RICARDO AGUILAR PIÑA" userId="25538c52-b196-49fc-9025-2dd86a54f18a" providerId="ADAL" clId="{745950B1-7808-4F21-B983-3E38AED47D4C}" dt="2019-03-18T19:45:40.488" v="337" actId="1076"/>
          <ac:spMkLst>
            <pc:docMk/>
            <pc:sldMk cId="786218950" sldId="317"/>
            <ac:spMk id="12" creationId="{00000000-0000-0000-0000-000000000000}"/>
          </ac:spMkLst>
        </pc:spChg>
        <pc:spChg chg="add mod">
          <ac:chgData name="WILLIAM RICARDO AGUILAR PIÑA" userId="25538c52-b196-49fc-9025-2dd86a54f18a" providerId="ADAL" clId="{745950B1-7808-4F21-B983-3E38AED47D4C}" dt="2019-03-18T19:51:33.149" v="483"/>
          <ac:spMkLst>
            <pc:docMk/>
            <pc:sldMk cId="786218950" sldId="317"/>
            <ac:spMk id="14" creationId="{050DCA00-A298-4C11-9422-ED19FF8E58B9}"/>
          </ac:spMkLst>
        </pc:spChg>
        <pc:spChg chg="del mod">
          <ac:chgData name="WILLIAM RICARDO AGUILAR PIÑA" userId="25538c52-b196-49fc-9025-2dd86a54f18a" providerId="ADAL" clId="{745950B1-7808-4F21-B983-3E38AED47D4C}" dt="2019-03-18T19:45:04.316" v="309" actId="478"/>
          <ac:spMkLst>
            <pc:docMk/>
            <pc:sldMk cId="786218950" sldId="317"/>
            <ac:spMk id="15" creationId="{00000000-0000-0000-0000-000000000000}"/>
          </ac:spMkLst>
        </pc:spChg>
        <pc:spChg chg="del mod">
          <ac:chgData name="WILLIAM RICARDO AGUILAR PIÑA" userId="25538c52-b196-49fc-9025-2dd86a54f18a" providerId="ADAL" clId="{745950B1-7808-4F21-B983-3E38AED47D4C}" dt="2019-03-18T19:29:05.357" v="9" actId="478"/>
          <ac:spMkLst>
            <pc:docMk/>
            <pc:sldMk cId="786218950" sldId="317"/>
            <ac:spMk id="22530" creationId="{00000000-0000-0000-0000-000000000000}"/>
          </ac:spMkLst>
        </pc:spChg>
        <pc:picChg chg="mod">
          <ac:chgData name="WILLIAM RICARDO AGUILAR PIÑA" userId="25538c52-b196-49fc-9025-2dd86a54f18a" providerId="ADAL" clId="{745950B1-7808-4F21-B983-3E38AED47D4C}" dt="2019-03-18T19:45:45.131" v="339" actId="1076"/>
          <ac:picMkLst>
            <pc:docMk/>
            <pc:sldMk cId="786218950" sldId="317"/>
            <ac:picMk id="2" creationId="{00000000-0000-0000-0000-000000000000}"/>
          </ac:picMkLst>
        </pc:picChg>
        <pc:picChg chg="mod">
          <ac:chgData name="WILLIAM RICARDO AGUILAR PIÑA" userId="25538c52-b196-49fc-9025-2dd86a54f18a" providerId="ADAL" clId="{745950B1-7808-4F21-B983-3E38AED47D4C}" dt="2019-03-18T19:45:49.129" v="340" actId="1076"/>
          <ac:picMkLst>
            <pc:docMk/>
            <pc:sldMk cId="786218950" sldId="317"/>
            <ac:picMk id="3" creationId="{00000000-0000-0000-0000-000000000000}"/>
          </ac:picMkLst>
        </pc:picChg>
        <pc:picChg chg="del mod">
          <ac:chgData name="WILLIAM RICARDO AGUILAR PIÑA" userId="25538c52-b196-49fc-9025-2dd86a54f18a" providerId="ADAL" clId="{745950B1-7808-4F21-B983-3E38AED47D4C}" dt="2019-03-18T19:45:04.316" v="309" actId="478"/>
          <ac:picMkLst>
            <pc:docMk/>
            <pc:sldMk cId="786218950" sldId="317"/>
            <ac:picMk id="4" creationId="{00000000-0000-0000-0000-000000000000}"/>
          </ac:picMkLst>
        </pc:picChg>
        <pc:picChg chg="del mod">
          <ac:chgData name="WILLIAM RICARDO AGUILAR PIÑA" userId="25538c52-b196-49fc-9025-2dd86a54f18a" providerId="ADAL" clId="{745950B1-7808-4F21-B983-3E38AED47D4C}" dt="2019-03-18T19:45:04.316" v="309" actId="478"/>
          <ac:picMkLst>
            <pc:docMk/>
            <pc:sldMk cId="786218950" sldId="317"/>
            <ac:picMk id="5" creationId="{00000000-0000-0000-0000-000000000000}"/>
          </ac:picMkLst>
        </pc:picChg>
        <pc:picChg chg="add">
          <ac:chgData name="WILLIAM RICARDO AGUILAR PIÑA" userId="25538c52-b196-49fc-9025-2dd86a54f18a" providerId="ADAL" clId="{745950B1-7808-4F21-B983-3E38AED47D4C}" dt="2019-03-18T19:31:58.367" v="30"/>
          <ac:picMkLst>
            <pc:docMk/>
            <pc:sldMk cId="786218950" sldId="317"/>
            <ac:picMk id="11" creationId="{CAB3FA48-3332-4741-90E0-F0E92643F0A3}"/>
          </ac:picMkLst>
        </pc:picChg>
        <pc:picChg chg="add mod">
          <ac:chgData name="WILLIAM RICARDO AGUILAR PIÑA" userId="25538c52-b196-49fc-9025-2dd86a54f18a" providerId="ADAL" clId="{745950B1-7808-4F21-B983-3E38AED47D4C}" dt="2019-03-18T19:46:09.430" v="344" actId="1076"/>
          <ac:picMkLst>
            <pc:docMk/>
            <pc:sldMk cId="786218950" sldId="317"/>
            <ac:picMk id="13" creationId="{1581598C-1A83-4ED4-8683-E6B93DFFAF53}"/>
          </ac:picMkLst>
        </pc:picChg>
      </pc:sldChg>
      <pc:sldChg chg="addSp delSp modSp">
        <pc:chgData name="WILLIAM RICARDO AGUILAR PIÑA" userId="25538c52-b196-49fc-9025-2dd86a54f18a" providerId="ADAL" clId="{745950B1-7808-4F21-B983-3E38AED47D4C}" dt="2019-03-18T19:55:11.738" v="562"/>
        <pc:sldMkLst>
          <pc:docMk/>
          <pc:sldMk cId="2164447880" sldId="318"/>
        </pc:sldMkLst>
        <pc:spChg chg="mod">
          <ac:chgData name="WILLIAM RICARDO AGUILAR PIÑA" userId="25538c52-b196-49fc-9025-2dd86a54f18a" providerId="ADAL" clId="{745950B1-7808-4F21-B983-3E38AED47D4C}" dt="2019-03-18T19:53:12.126" v="523" actId="1076"/>
          <ac:spMkLst>
            <pc:docMk/>
            <pc:sldMk cId="2164447880" sldId="318"/>
            <ac:spMk id="5" creationId="{00000000-0000-0000-0000-000000000000}"/>
          </ac:spMkLst>
        </pc:spChg>
        <pc:spChg chg="mod">
          <ac:chgData name="WILLIAM RICARDO AGUILAR PIÑA" userId="25538c52-b196-49fc-9025-2dd86a54f18a" providerId="ADAL" clId="{745950B1-7808-4F21-B983-3E38AED47D4C}" dt="2019-03-18T19:52:59.694" v="518" actId="14100"/>
          <ac:spMkLst>
            <pc:docMk/>
            <pc:sldMk cId="2164447880" sldId="318"/>
            <ac:spMk id="8" creationId="{00000000-0000-0000-0000-000000000000}"/>
          </ac:spMkLst>
        </pc:spChg>
        <pc:spChg chg="del mod">
          <ac:chgData name="WILLIAM RICARDO AGUILAR PIÑA" userId="25538c52-b196-49fc-9025-2dd86a54f18a" providerId="ADAL" clId="{745950B1-7808-4F21-B983-3E38AED47D4C}" dt="2019-03-18T19:52:35.193" v="501" actId="478"/>
          <ac:spMkLst>
            <pc:docMk/>
            <pc:sldMk cId="2164447880" sldId="318"/>
            <ac:spMk id="11" creationId="{00000000-0000-0000-0000-000000000000}"/>
          </ac:spMkLst>
        </pc:spChg>
        <pc:spChg chg="add mod">
          <ac:chgData name="WILLIAM RICARDO AGUILAR PIÑA" userId="25538c52-b196-49fc-9025-2dd86a54f18a" providerId="ADAL" clId="{745950B1-7808-4F21-B983-3E38AED47D4C}" dt="2019-03-18T19:55:11.738" v="562"/>
          <ac:spMkLst>
            <pc:docMk/>
            <pc:sldMk cId="2164447880" sldId="318"/>
            <ac:spMk id="15" creationId="{A6F93064-B5AA-4C72-82DC-6214A5A9619F}"/>
          </ac:spMkLst>
        </pc:spChg>
        <pc:spChg chg="del mod">
          <ac:chgData name="WILLIAM RICARDO AGUILAR PIÑA" userId="25538c52-b196-49fc-9025-2dd86a54f18a" providerId="ADAL" clId="{745950B1-7808-4F21-B983-3E38AED47D4C}" dt="2019-03-18T19:29:07.787" v="11" actId="478"/>
          <ac:spMkLst>
            <pc:docMk/>
            <pc:sldMk cId="2164447880" sldId="318"/>
            <ac:spMk id="22530" creationId="{00000000-0000-0000-0000-000000000000}"/>
          </ac:spMkLst>
        </pc:spChg>
        <pc:picChg chg="mod">
          <ac:chgData name="WILLIAM RICARDO AGUILAR PIÑA" userId="25538c52-b196-49fc-9025-2dd86a54f18a" providerId="ADAL" clId="{745950B1-7808-4F21-B983-3E38AED47D4C}" dt="2019-03-18T19:53:17.696" v="526" actId="1076"/>
          <ac:picMkLst>
            <pc:docMk/>
            <pc:sldMk cId="2164447880" sldId="318"/>
            <ac:picMk id="2" creationId="{00000000-0000-0000-0000-000000000000}"/>
          </ac:picMkLst>
        </pc:picChg>
        <pc:picChg chg="mod">
          <ac:chgData name="WILLIAM RICARDO AGUILAR PIÑA" userId="25538c52-b196-49fc-9025-2dd86a54f18a" providerId="ADAL" clId="{745950B1-7808-4F21-B983-3E38AED47D4C}" dt="2019-03-18T19:52:46.597" v="508" actId="1076"/>
          <ac:picMkLst>
            <pc:docMk/>
            <pc:sldMk cId="2164447880" sldId="318"/>
            <ac:picMk id="3" creationId="{00000000-0000-0000-0000-000000000000}"/>
          </ac:picMkLst>
        </pc:picChg>
        <pc:picChg chg="del mod">
          <ac:chgData name="WILLIAM RICARDO AGUILAR PIÑA" userId="25538c52-b196-49fc-9025-2dd86a54f18a" providerId="ADAL" clId="{745950B1-7808-4F21-B983-3E38AED47D4C}" dt="2019-03-18T19:52:35.193" v="501" actId="478"/>
          <ac:picMkLst>
            <pc:docMk/>
            <pc:sldMk cId="2164447880" sldId="318"/>
            <ac:picMk id="6" creationId="{00000000-0000-0000-0000-000000000000}"/>
          </ac:picMkLst>
        </pc:picChg>
        <pc:picChg chg="del mod">
          <ac:chgData name="WILLIAM RICARDO AGUILAR PIÑA" userId="25538c52-b196-49fc-9025-2dd86a54f18a" providerId="ADAL" clId="{745950B1-7808-4F21-B983-3E38AED47D4C}" dt="2019-03-18T19:52:35.193" v="501" actId="478"/>
          <ac:picMkLst>
            <pc:docMk/>
            <pc:sldMk cId="2164447880" sldId="318"/>
            <ac:picMk id="9" creationId="{00000000-0000-0000-0000-000000000000}"/>
          </ac:picMkLst>
        </pc:picChg>
        <pc:picChg chg="del mod">
          <ac:chgData name="WILLIAM RICARDO AGUILAR PIÑA" userId="25538c52-b196-49fc-9025-2dd86a54f18a" providerId="ADAL" clId="{745950B1-7808-4F21-B983-3E38AED47D4C}" dt="2019-03-18T19:52:35.193" v="501" actId="478"/>
          <ac:picMkLst>
            <pc:docMk/>
            <pc:sldMk cId="2164447880" sldId="318"/>
            <ac:picMk id="10" creationId="{00000000-0000-0000-0000-000000000000}"/>
          </ac:picMkLst>
        </pc:picChg>
        <pc:picChg chg="add">
          <ac:chgData name="WILLIAM RICARDO AGUILAR PIÑA" userId="25538c52-b196-49fc-9025-2dd86a54f18a" providerId="ADAL" clId="{745950B1-7808-4F21-B983-3E38AED47D4C}" dt="2019-03-18T19:31:59.445" v="32"/>
          <ac:picMkLst>
            <pc:docMk/>
            <pc:sldMk cId="2164447880" sldId="318"/>
            <ac:picMk id="12" creationId="{3A0ABD13-4144-4CB2-B3DC-F9A22061A51A}"/>
          </ac:picMkLst>
        </pc:picChg>
        <pc:picChg chg="add mod">
          <ac:chgData name="WILLIAM RICARDO AGUILAR PIÑA" userId="25538c52-b196-49fc-9025-2dd86a54f18a" providerId="ADAL" clId="{745950B1-7808-4F21-B983-3E38AED47D4C}" dt="2019-03-18T19:53:31.196" v="528" actId="1076"/>
          <ac:picMkLst>
            <pc:docMk/>
            <pc:sldMk cId="2164447880" sldId="318"/>
            <ac:picMk id="13" creationId="{0AADD7F7-C605-4525-8652-126CB6A00769}"/>
          </ac:picMkLst>
        </pc:picChg>
        <pc:picChg chg="add mod">
          <ac:chgData name="WILLIAM RICARDO AGUILAR PIÑA" userId="25538c52-b196-49fc-9025-2dd86a54f18a" providerId="ADAL" clId="{745950B1-7808-4F21-B983-3E38AED47D4C}" dt="2019-03-18T19:53:33.629" v="530" actId="1076"/>
          <ac:picMkLst>
            <pc:docMk/>
            <pc:sldMk cId="2164447880" sldId="318"/>
            <ac:picMk id="14" creationId="{66060A62-5054-483A-9044-92D0E5C69EE9}"/>
          </ac:picMkLst>
        </pc:picChg>
      </pc:sldChg>
      <pc:sldChg chg="addSp delSp modSp">
        <pc:chgData name="WILLIAM RICARDO AGUILAR PIÑA" userId="25538c52-b196-49fc-9025-2dd86a54f18a" providerId="ADAL" clId="{745950B1-7808-4F21-B983-3E38AED47D4C}" dt="2019-03-18T20:00:58.216" v="679" actId="1076"/>
        <pc:sldMkLst>
          <pc:docMk/>
          <pc:sldMk cId="1000604229" sldId="319"/>
        </pc:sldMkLst>
        <pc:spChg chg="add mod">
          <ac:chgData name="WILLIAM RICARDO AGUILAR PIÑA" userId="25538c52-b196-49fc-9025-2dd86a54f18a" providerId="ADAL" clId="{745950B1-7808-4F21-B983-3E38AED47D4C}" dt="2019-03-18T19:58:57.347" v="634"/>
          <ac:spMkLst>
            <pc:docMk/>
            <pc:sldMk cId="1000604229" sldId="319"/>
            <ac:spMk id="6" creationId="{E1376059-7707-432E-AED7-1910E0B62754}"/>
          </ac:spMkLst>
        </pc:spChg>
        <pc:spChg chg="mod">
          <ac:chgData name="WILLIAM RICARDO AGUILAR PIÑA" userId="25538c52-b196-49fc-9025-2dd86a54f18a" providerId="ADAL" clId="{745950B1-7808-4F21-B983-3E38AED47D4C}" dt="2019-03-18T19:58:45.081" v="632" actId="1076"/>
          <ac:spMkLst>
            <pc:docMk/>
            <pc:sldMk cId="1000604229" sldId="319"/>
            <ac:spMk id="8" creationId="{00000000-0000-0000-0000-000000000000}"/>
          </ac:spMkLst>
        </pc:spChg>
        <pc:spChg chg="del mod">
          <ac:chgData name="WILLIAM RICARDO AGUILAR PIÑA" userId="25538c52-b196-49fc-9025-2dd86a54f18a" providerId="ADAL" clId="{745950B1-7808-4F21-B983-3E38AED47D4C}" dt="2019-03-18T19:29:10.536" v="13" actId="478"/>
          <ac:spMkLst>
            <pc:docMk/>
            <pc:sldMk cId="1000604229" sldId="319"/>
            <ac:spMk id="22530" creationId="{00000000-0000-0000-0000-000000000000}"/>
          </ac:spMkLst>
        </pc:spChg>
        <pc:picChg chg="mod">
          <ac:chgData name="WILLIAM RICARDO AGUILAR PIÑA" userId="25538c52-b196-49fc-9025-2dd86a54f18a" providerId="ADAL" clId="{745950B1-7808-4F21-B983-3E38AED47D4C}" dt="2019-03-18T19:58:36.422" v="628"/>
          <ac:picMkLst>
            <pc:docMk/>
            <pc:sldMk cId="1000604229" sldId="319"/>
            <ac:picMk id="2" creationId="{00000000-0000-0000-0000-000000000000}"/>
          </ac:picMkLst>
        </pc:picChg>
        <pc:picChg chg="add">
          <ac:chgData name="WILLIAM RICARDO AGUILAR PIÑA" userId="25538c52-b196-49fc-9025-2dd86a54f18a" providerId="ADAL" clId="{745950B1-7808-4F21-B983-3E38AED47D4C}" dt="2019-03-18T19:32:00.470" v="34"/>
          <ac:picMkLst>
            <pc:docMk/>
            <pc:sldMk cId="1000604229" sldId="319"/>
            <ac:picMk id="5" creationId="{2A85634E-ED9F-4C66-AE78-2367DC8EBA32}"/>
          </ac:picMkLst>
        </pc:picChg>
        <pc:picChg chg="add mod">
          <ac:chgData name="WILLIAM RICARDO AGUILAR PIÑA" userId="25538c52-b196-49fc-9025-2dd86a54f18a" providerId="ADAL" clId="{745950B1-7808-4F21-B983-3E38AED47D4C}" dt="2019-03-18T20:00:58.216" v="679" actId="1076"/>
          <ac:picMkLst>
            <pc:docMk/>
            <pc:sldMk cId="1000604229" sldId="319"/>
            <ac:picMk id="7" creationId="{1EBACBE3-F5DB-4377-9AF6-2C6C66463657}"/>
          </ac:picMkLst>
        </pc:picChg>
        <pc:picChg chg="mod">
          <ac:chgData name="WILLIAM RICARDO AGUILAR PIÑA" userId="25538c52-b196-49fc-9025-2dd86a54f18a" providerId="ADAL" clId="{745950B1-7808-4F21-B983-3E38AED47D4C}" dt="2019-03-18T19:58:29.704" v="625" actId="14100"/>
          <ac:picMkLst>
            <pc:docMk/>
            <pc:sldMk cId="1000604229" sldId="319"/>
            <ac:picMk id="51" creationId="{00000000-0000-0000-0000-000000000000}"/>
          </ac:picMkLst>
        </pc:picChg>
      </pc:sldChg>
      <pc:sldChg chg="addSp delSp modSp">
        <pc:chgData name="WILLIAM RICARDO AGUILAR PIÑA" userId="25538c52-b196-49fc-9025-2dd86a54f18a" providerId="ADAL" clId="{745950B1-7808-4F21-B983-3E38AED47D4C}" dt="2019-03-18T19:57:32.634" v="603"/>
        <pc:sldMkLst>
          <pc:docMk/>
          <pc:sldMk cId="2806254403" sldId="320"/>
        </pc:sldMkLst>
        <pc:spChg chg="mod">
          <ac:chgData name="WILLIAM RICARDO AGUILAR PIÑA" userId="25538c52-b196-49fc-9025-2dd86a54f18a" providerId="ADAL" clId="{745950B1-7808-4F21-B983-3E38AED47D4C}" dt="2019-03-18T19:56:38.627" v="593" actId="1035"/>
          <ac:spMkLst>
            <pc:docMk/>
            <pc:sldMk cId="2806254403" sldId="320"/>
            <ac:spMk id="8" creationId="{00000000-0000-0000-0000-000000000000}"/>
          </ac:spMkLst>
        </pc:spChg>
        <pc:spChg chg="mod">
          <ac:chgData name="WILLIAM RICARDO AGUILAR PIÑA" userId="25538c52-b196-49fc-9025-2dd86a54f18a" providerId="ADAL" clId="{745950B1-7808-4F21-B983-3E38AED47D4C}" dt="2019-03-18T19:57:03.962" v="599" actId="1076"/>
          <ac:spMkLst>
            <pc:docMk/>
            <pc:sldMk cId="2806254403" sldId="320"/>
            <ac:spMk id="19" creationId="{00000000-0000-0000-0000-000000000000}"/>
          </ac:spMkLst>
        </pc:spChg>
        <pc:spChg chg="del mod">
          <ac:chgData name="WILLIAM RICARDO AGUILAR PIÑA" userId="25538c52-b196-49fc-9025-2dd86a54f18a" providerId="ADAL" clId="{745950B1-7808-4F21-B983-3E38AED47D4C}" dt="2019-03-18T19:56:19.222" v="576" actId="478"/>
          <ac:spMkLst>
            <pc:docMk/>
            <pc:sldMk cId="2806254403" sldId="320"/>
            <ac:spMk id="24" creationId="{00000000-0000-0000-0000-000000000000}"/>
          </ac:spMkLst>
        </pc:spChg>
        <pc:spChg chg="add">
          <ac:chgData name="WILLIAM RICARDO AGUILAR PIÑA" userId="25538c52-b196-49fc-9025-2dd86a54f18a" providerId="ADAL" clId="{745950B1-7808-4F21-B983-3E38AED47D4C}" dt="2019-03-18T19:56:19.555" v="577"/>
          <ac:spMkLst>
            <pc:docMk/>
            <pc:sldMk cId="2806254403" sldId="320"/>
            <ac:spMk id="37" creationId="{983C3FCB-B768-4EC6-8EC3-A1D6D2B6C22E}"/>
          </ac:spMkLst>
        </pc:spChg>
        <pc:spChg chg="add mod">
          <ac:chgData name="WILLIAM RICARDO AGUILAR PIÑA" userId="25538c52-b196-49fc-9025-2dd86a54f18a" providerId="ADAL" clId="{745950B1-7808-4F21-B983-3E38AED47D4C}" dt="2019-03-18T19:57:32.634" v="603"/>
          <ac:spMkLst>
            <pc:docMk/>
            <pc:sldMk cId="2806254403" sldId="320"/>
            <ac:spMk id="39" creationId="{DB9A7089-1321-4F07-98EC-2AB0C5511BA7}"/>
          </ac:spMkLst>
        </pc:spChg>
        <pc:spChg chg="del mod">
          <ac:chgData name="WILLIAM RICARDO AGUILAR PIÑA" userId="25538c52-b196-49fc-9025-2dd86a54f18a" providerId="ADAL" clId="{745950B1-7808-4F21-B983-3E38AED47D4C}" dt="2019-03-18T19:56:19.222" v="576" actId="478"/>
          <ac:spMkLst>
            <pc:docMk/>
            <pc:sldMk cId="2806254403" sldId="320"/>
            <ac:spMk id="49" creationId="{00000000-0000-0000-0000-000000000000}"/>
          </ac:spMkLst>
        </pc:spChg>
        <pc:spChg chg="del mod">
          <ac:chgData name="WILLIAM RICARDO AGUILAR PIÑA" userId="25538c52-b196-49fc-9025-2dd86a54f18a" providerId="ADAL" clId="{745950B1-7808-4F21-B983-3E38AED47D4C}" dt="2019-03-18T19:56:19.222" v="576" actId="478"/>
          <ac:spMkLst>
            <pc:docMk/>
            <pc:sldMk cId="2806254403" sldId="320"/>
            <ac:spMk id="50" creationId="{00000000-0000-0000-0000-000000000000}"/>
          </ac:spMkLst>
        </pc:spChg>
        <pc:spChg chg="del mod">
          <ac:chgData name="WILLIAM RICARDO AGUILAR PIÑA" userId="25538c52-b196-49fc-9025-2dd86a54f18a" providerId="ADAL" clId="{745950B1-7808-4F21-B983-3E38AED47D4C}" dt="2019-03-18T19:29:09.117" v="12" actId="478"/>
          <ac:spMkLst>
            <pc:docMk/>
            <pc:sldMk cId="2806254403" sldId="320"/>
            <ac:spMk id="22530" creationId="{00000000-0000-0000-0000-000000000000}"/>
          </ac:spMkLst>
        </pc:spChg>
        <pc:grpChg chg="del mod">
          <ac:chgData name="WILLIAM RICARDO AGUILAR PIÑA" userId="25538c52-b196-49fc-9025-2dd86a54f18a" providerId="ADAL" clId="{745950B1-7808-4F21-B983-3E38AED47D4C}" dt="2019-03-18T19:56:19.222" v="576" actId="478"/>
          <ac:grpSpMkLst>
            <pc:docMk/>
            <pc:sldMk cId="2806254403" sldId="320"/>
            <ac:grpSpMk id="9" creationId="{00000000-0000-0000-0000-000000000000}"/>
          </ac:grpSpMkLst>
        </pc:grpChg>
        <pc:grpChg chg="add">
          <ac:chgData name="WILLIAM RICARDO AGUILAR PIÑA" userId="25538c52-b196-49fc-9025-2dd86a54f18a" providerId="ADAL" clId="{745950B1-7808-4F21-B983-3E38AED47D4C}" dt="2019-03-18T19:56:19.555" v="577"/>
          <ac:grpSpMkLst>
            <pc:docMk/>
            <pc:sldMk cId="2806254403" sldId="320"/>
            <ac:grpSpMk id="25" creationId="{1A066D47-6BE0-497E-B6A1-24CDB0860E6D}"/>
          </ac:grpSpMkLst>
        </pc:grpChg>
        <pc:picChg chg="add">
          <ac:chgData name="WILLIAM RICARDO AGUILAR PIÑA" userId="25538c52-b196-49fc-9025-2dd86a54f18a" providerId="ADAL" clId="{745950B1-7808-4F21-B983-3E38AED47D4C}" dt="2019-03-18T19:31:59.945" v="33"/>
          <ac:picMkLst>
            <pc:docMk/>
            <pc:sldMk cId="2806254403" sldId="320"/>
            <ac:picMk id="18" creationId="{4BDE9268-3E37-4495-B689-78BE7B140C96}"/>
          </ac:picMkLst>
        </pc:picChg>
        <pc:picChg chg="add mod">
          <ac:chgData name="WILLIAM RICARDO AGUILAR PIÑA" userId="25538c52-b196-49fc-9025-2dd86a54f18a" providerId="ADAL" clId="{745950B1-7808-4F21-B983-3E38AED47D4C}" dt="2019-03-18T19:57:19.182" v="601" actId="1076"/>
          <ac:picMkLst>
            <pc:docMk/>
            <pc:sldMk cId="2806254403" sldId="320"/>
            <ac:picMk id="38" creationId="{ACD50AC9-0980-4165-819B-9DDA48A86B29}"/>
          </ac:picMkLst>
        </pc:picChg>
        <pc:picChg chg="mod">
          <ac:chgData name="WILLIAM RICARDO AGUILAR PIÑA" userId="25538c52-b196-49fc-9025-2dd86a54f18a" providerId="ADAL" clId="{745950B1-7808-4F21-B983-3E38AED47D4C}" dt="2019-03-18T19:56:43.035" v="595" actId="14100"/>
          <ac:picMkLst>
            <pc:docMk/>
            <pc:sldMk cId="2806254403" sldId="320"/>
            <ac:picMk id="48" creationId="{00000000-0000-0000-0000-000000000000}"/>
          </ac:picMkLst>
        </pc:picChg>
      </pc:sldChg>
      <pc:sldChg chg="addSp delSp modSp">
        <pc:chgData name="WILLIAM RICARDO AGUILAR PIÑA" userId="25538c52-b196-49fc-9025-2dd86a54f18a" providerId="ADAL" clId="{745950B1-7808-4F21-B983-3E38AED47D4C}" dt="2019-03-18T20:01:02.113" v="681" actId="1076"/>
        <pc:sldMkLst>
          <pc:docMk/>
          <pc:sldMk cId="867454353" sldId="321"/>
        </pc:sldMkLst>
        <pc:spChg chg="add del">
          <ac:chgData name="WILLIAM RICARDO AGUILAR PIÑA" userId="25538c52-b196-49fc-9025-2dd86a54f18a" providerId="ADAL" clId="{745950B1-7808-4F21-B983-3E38AED47D4C}" dt="2019-03-18T20:00:42.624" v="675"/>
          <ac:spMkLst>
            <pc:docMk/>
            <pc:sldMk cId="867454353" sldId="321"/>
            <ac:spMk id="2" creationId="{86EB12F1-674F-45EA-B7D1-174A3993A95A}"/>
          </ac:spMkLst>
        </pc:spChg>
        <pc:spChg chg="mod">
          <ac:chgData name="WILLIAM RICARDO AGUILAR PIÑA" userId="25538c52-b196-49fc-9025-2dd86a54f18a" providerId="ADAL" clId="{745950B1-7808-4F21-B983-3E38AED47D4C}" dt="2019-03-18T20:00:50.735" v="677" actId="14100"/>
          <ac:spMkLst>
            <pc:docMk/>
            <pc:sldMk cId="867454353" sldId="321"/>
            <ac:spMk id="8" creationId="{00000000-0000-0000-0000-000000000000}"/>
          </ac:spMkLst>
        </pc:spChg>
        <pc:spChg chg="add mod">
          <ac:chgData name="WILLIAM RICARDO AGUILAR PIÑA" userId="25538c52-b196-49fc-9025-2dd86a54f18a" providerId="ADAL" clId="{745950B1-7808-4F21-B983-3E38AED47D4C}" dt="2019-03-18T20:00:45.915" v="676"/>
          <ac:spMkLst>
            <pc:docMk/>
            <pc:sldMk cId="867454353" sldId="321"/>
            <ac:spMk id="12" creationId="{4359D947-3980-42AE-9AE1-F423098224C3}"/>
          </ac:spMkLst>
        </pc:spChg>
        <pc:spChg chg="del mod">
          <ac:chgData name="WILLIAM RICARDO AGUILAR PIÑA" userId="25538c52-b196-49fc-9025-2dd86a54f18a" providerId="ADAL" clId="{745950B1-7808-4F21-B983-3E38AED47D4C}" dt="2019-03-18T19:29:11.698" v="14" actId="478"/>
          <ac:spMkLst>
            <pc:docMk/>
            <pc:sldMk cId="867454353" sldId="321"/>
            <ac:spMk id="22530" creationId="{00000000-0000-0000-0000-000000000000}"/>
          </ac:spMkLst>
        </pc:spChg>
        <pc:picChg chg="mod">
          <ac:chgData name="WILLIAM RICARDO AGUILAR PIÑA" userId="25538c52-b196-49fc-9025-2dd86a54f18a" providerId="ADAL" clId="{745950B1-7808-4F21-B983-3E38AED47D4C}" dt="2019-03-18T20:00:29.423" v="672" actId="1076"/>
          <ac:picMkLst>
            <pc:docMk/>
            <pc:sldMk cId="867454353" sldId="321"/>
            <ac:picMk id="5" creationId="{00000000-0000-0000-0000-000000000000}"/>
          </ac:picMkLst>
        </pc:picChg>
        <pc:picChg chg="mod">
          <ac:chgData name="WILLIAM RICARDO AGUILAR PIÑA" userId="25538c52-b196-49fc-9025-2dd86a54f18a" providerId="ADAL" clId="{745950B1-7808-4F21-B983-3E38AED47D4C}" dt="2019-03-18T19:59:58.896" v="656" actId="14100"/>
          <ac:picMkLst>
            <pc:docMk/>
            <pc:sldMk cId="867454353" sldId="321"/>
            <ac:picMk id="6" creationId="{00000000-0000-0000-0000-000000000000}"/>
          </ac:picMkLst>
        </pc:picChg>
        <pc:picChg chg="mod">
          <ac:chgData name="WILLIAM RICARDO AGUILAR PIÑA" userId="25538c52-b196-49fc-9025-2dd86a54f18a" providerId="ADAL" clId="{745950B1-7808-4F21-B983-3E38AED47D4C}" dt="2019-03-18T20:00:25.376" v="670"/>
          <ac:picMkLst>
            <pc:docMk/>
            <pc:sldMk cId="867454353" sldId="321"/>
            <ac:picMk id="7" creationId="{00000000-0000-0000-0000-000000000000}"/>
          </ac:picMkLst>
        </pc:picChg>
        <pc:picChg chg="mod">
          <ac:chgData name="WILLIAM RICARDO AGUILAR PIÑA" userId="25538c52-b196-49fc-9025-2dd86a54f18a" providerId="ADAL" clId="{745950B1-7808-4F21-B983-3E38AED47D4C}" dt="2019-03-18T20:00:27.964" v="671" actId="1076"/>
          <ac:picMkLst>
            <pc:docMk/>
            <pc:sldMk cId="867454353" sldId="321"/>
            <ac:picMk id="9" creationId="{00000000-0000-0000-0000-000000000000}"/>
          </ac:picMkLst>
        </pc:picChg>
        <pc:picChg chg="mod">
          <ac:chgData name="WILLIAM RICARDO AGUILAR PIÑA" userId="25538c52-b196-49fc-9025-2dd86a54f18a" providerId="ADAL" clId="{745950B1-7808-4F21-B983-3E38AED47D4C}" dt="2019-03-18T20:00:25.376" v="670"/>
          <ac:picMkLst>
            <pc:docMk/>
            <pc:sldMk cId="867454353" sldId="321"/>
            <ac:picMk id="10" creationId="{00000000-0000-0000-0000-000000000000}"/>
          </ac:picMkLst>
        </pc:picChg>
        <pc:picChg chg="add">
          <ac:chgData name="WILLIAM RICARDO AGUILAR PIÑA" userId="25538c52-b196-49fc-9025-2dd86a54f18a" providerId="ADAL" clId="{745950B1-7808-4F21-B983-3E38AED47D4C}" dt="2019-03-18T19:32:01.001" v="35"/>
          <ac:picMkLst>
            <pc:docMk/>
            <pc:sldMk cId="867454353" sldId="321"/>
            <ac:picMk id="11" creationId="{E0110B5A-C402-4209-B395-B7A0A028136B}"/>
          </ac:picMkLst>
        </pc:picChg>
        <pc:picChg chg="add mod">
          <ac:chgData name="WILLIAM RICARDO AGUILAR PIÑA" userId="25538c52-b196-49fc-9025-2dd86a54f18a" providerId="ADAL" clId="{745950B1-7808-4F21-B983-3E38AED47D4C}" dt="2019-03-18T20:01:02.113" v="681" actId="1076"/>
          <ac:picMkLst>
            <pc:docMk/>
            <pc:sldMk cId="867454353" sldId="321"/>
            <ac:picMk id="13" creationId="{24179021-1F1A-41DD-8281-D60DC005F0B1}"/>
          </ac:picMkLst>
        </pc:picChg>
      </pc:sldChg>
      <pc:sldChg chg="addSp delSp modSp del">
        <pc:chgData name="WILLIAM RICARDO AGUILAR PIÑA" userId="25538c52-b196-49fc-9025-2dd86a54f18a" providerId="ADAL" clId="{745950B1-7808-4F21-B983-3E38AED47D4C}" dt="2019-03-18T20:04:25.219" v="732" actId="2696"/>
        <pc:sldMkLst>
          <pc:docMk/>
          <pc:sldMk cId="940630163" sldId="322"/>
        </pc:sldMkLst>
        <pc:spChg chg="mod">
          <ac:chgData name="WILLIAM RICARDO AGUILAR PIÑA" userId="25538c52-b196-49fc-9025-2dd86a54f18a" providerId="ADAL" clId="{745950B1-7808-4F21-B983-3E38AED47D4C}" dt="2019-03-18T20:02:33.620" v="702" actId="14100"/>
          <ac:spMkLst>
            <pc:docMk/>
            <pc:sldMk cId="940630163" sldId="322"/>
            <ac:spMk id="4" creationId="{00000000-0000-0000-0000-000000000000}"/>
          </ac:spMkLst>
        </pc:spChg>
        <pc:spChg chg="mod">
          <ac:chgData name="WILLIAM RICARDO AGUILAR PIÑA" userId="25538c52-b196-49fc-9025-2dd86a54f18a" providerId="ADAL" clId="{745950B1-7808-4F21-B983-3E38AED47D4C}" dt="2019-03-18T20:02:09.805" v="695" actId="6549"/>
          <ac:spMkLst>
            <pc:docMk/>
            <pc:sldMk cId="940630163" sldId="322"/>
            <ac:spMk id="8" creationId="{00000000-0000-0000-0000-000000000000}"/>
          </ac:spMkLst>
        </pc:spChg>
        <pc:spChg chg="mod">
          <ac:chgData name="WILLIAM RICARDO AGUILAR PIÑA" userId="25538c52-b196-49fc-9025-2dd86a54f18a" providerId="ADAL" clId="{745950B1-7808-4F21-B983-3E38AED47D4C}" dt="2019-03-18T20:02:37.805" v="703" actId="14100"/>
          <ac:spMkLst>
            <pc:docMk/>
            <pc:sldMk cId="940630163" sldId="322"/>
            <ac:spMk id="12" creationId="{00000000-0000-0000-0000-000000000000}"/>
          </ac:spMkLst>
        </pc:spChg>
        <pc:spChg chg="mod">
          <ac:chgData name="WILLIAM RICARDO AGUILAR PIÑA" userId="25538c52-b196-49fc-9025-2dd86a54f18a" providerId="ADAL" clId="{745950B1-7808-4F21-B983-3E38AED47D4C}" dt="2019-03-18T20:02:17.845" v="697" actId="121"/>
          <ac:spMkLst>
            <pc:docMk/>
            <pc:sldMk cId="940630163" sldId="322"/>
            <ac:spMk id="13" creationId="{00000000-0000-0000-0000-000000000000}"/>
          </ac:spMkLst>
        </pc:spChg>
        <pc:spChg chg="mod">
          <ac:chgData name="WILLIAM RICARDO AGUILAR PIÑA" userId="25538c52-b196-49fc-9025-2dd86a54f18a" providerId="ADAL" clId="{745950B1-7808-4F21-B983-3E38AED47D4C}" dt="2019-03-18T20:02:51.303" v="709" actId="14100"/>
          <ac:spMkLst>
            <pc:docMk/>
            <pc:sldMk cId="940630163" sldId="322"/>
            <ac:spMk id="14" creationId="{00000000-0000-0000-0000-000000000000}"/>
          </ac:spMkLst>
        </pc:spChg>
        <pc:spChg chg="mod">
          <ac:chgData name="WILLIAM RICARDO AGUILAR PIÑA" userId="25538c52-b196-49fc-9025-2dd86a54f18a" providerId="ADAL" clId="{745950B1-7808-4F21-B983-3E38AED47D4C}" dt="2019-03-18T20:02:17.845" v="697" actId="121"/>
          <ac:spMkLst>
            <pc:docMk/>
            <pc:sldMk cId="940630163" sldId="322"/>
            <ac:spMk id="15" creationId="{00000000-0000-0000-0000-000000000000}"/>
          </ac:spMkLst>
        </pc:spChg>
        <pc:spChg chg="mod">
          <ac:chgData name="WILLIAM RICARDO AGUILAR PIÑA" userId="25538c52-b196-49fc-9025-2dd86a54f18a" providerId="ADAL" clId="{745950B1-7808-4F21-B983-3E38AED47D4C}" dt="2019-03-18T20:02:17.845" v="697" actId="121"/>
          <ac:spMkLst>
            <pc:docMk/>
            <pc:sldMk cId="940630163" sldId="322"/>
            <ac:spMk id="16" creationId="{00000000-0000-0000-0000-000000000000}"/>
          </ac:spMkLst>
        </pc:spChg>
        <pc:spChg chg="del mod">
          <ac:chgData name="WILLIAM RICARDO AGUILAR PIÑA" userId="25538c52-b196-49fc-9025-2dd86a54f18a" providerId="ADAL" clId="{745950B1-7808-4F21-B983-3E38AED47D4C}" dt="2019-03-18T19:29:13.212" v="15" actId="478"/>
          <ac:spMkLst>
            <pc:docMk/>
            <pc:sldMk cId="940630163" sldId="322"/>
            <ac:spMk id="22530" creationId="{00000000-0000-0000-0000-000000000000}"/>
          </ac:spMkLst>
        </pc:spChg>
        <pc:picChg chg="mod">
          <ac:chgData name="WILLIAM RICARDO AGUILAR PIÑA" userId="25538c52-b196-49fc-9025-2dd86a54f18a" providerId="ADAL" clId="{745950B1-7808-4F21-B983-3E38AED47D4C}" dt="2019-03-18T20:02:55.595" v="712" actId="1076"/>
          <ac:picMkLst>
            <pc:docMk/>
            <pc:sldMk cId="940630163" sldId="322"/>
            <ac:picMk id="2" creationId="{00000000-0000-0000-0000-000000000000}"/>
          </ac:picMkLst>
        </pc:picChg>
        <pc:picChg chg="mod">
          <ac:chgData name="WILLIAM RICARDO AGUILAR PIÑA" userId="25538c52-b196-49fc-9025-2dd86a54f18a" providerId="ADAL" clId="{745950B1-7808-4F21-B983-3E38AED47D4C}" dt="2019-03-18T19:28:48.563" v="2"/>
          <ac:picMkLst>
            <pc:docMk/>
            <pc:sldMk cId="940630163" sldId="322"/>
            <ac:picMk id="6" creationId="{00000000-0000-0000-0000-000000000000}"/>
          </ac:picMkLst>
        </pc:picChg>
        <pc:picChg chg="mod">
          <ac:chgData name="WILLIAM RICARDO AGUILAR PIÑA" userId="25538c52-b196-49fc-9025-2dd86a54f18a" providerId="ADAL" clId="{745950B1-7808-4F21-B983-3E38AED47D4C}" dt="2019-03-18T20:02:52.720" v="710" actId="1076"/>
          <ac:picMkLst>
            <pc:docMk/>
            <pc:sldMk cId="940630163" sldId="322"/>
            <ac:picMk id="7" creationId="{00000000-0000-0000-0000-000000000000}"/>
          </ac:picMkLst>
        </pc:picChg>
        <pc:picChg chg="add">
          <ac:chgData name="WILLIAM RICARDO AGUILAR PIÑA" userId="25538c52-b196-49fc-9025-2dd86a54f18a" providerId="ADAL" clId="{745950B1-7808-4F21-B983-3E38AED47D4C}" dt="2019-03-18T19:32:01.596" v="36"/>
          <ac:picMkLst>
            <pc:docMk/>
            <pc:sldMk cId="940630163" sldId="322"/>
            <ac:picMk id="17" creationId="{3E97E62D-0046-4808-9F01-1B05658036DB}"/>
          </ac:picMkLst>
        </pc:picChg>
        <pc:picChg chg="add del">
          <ac:chgData name="WILLIAM RICARDO AGUILAR PIÑA" userId="25538c52-b196-49fc-9025-2dd86a54f18a" providerId="ADAL" clId="{745950B1-7808-4F21-B983-3E38AED47D4C}" dt="2019-03-18T19:32:03.253" v="38" actId="478"/>
          <ac:picMkLst>
            <pc:docMk/>
            <pc:sldMk cId="940630163" sldId="322"/>
            <ac:picMk id="18" creationId="{489DF472-89CD-4009-9560-36A79F03EC5F}"/>
          </ac:picMkLst>
        </pc:picChg>
      </pc:sldChg>
      <pc:sldChg chg="addSp delSp modSp">
        <pc:chgData name="WILLIAM RICARDO AGUILAR PIÑA" userId="25538c52-b196-49fc-9025-2dd86a54f18a" providerId="ADAL" clId="{745950B1-7808-4F21-B983-3E38AED47D4C}" dt="2019-03-18T19:33:31.579" v="73" actId="1076"/>
        <pc:sldMkLst>
          <pc:docMk/>
          <pc:sldMk cId="3812452904" sldId="324"/>
        </pc:sldMkLst>
        <pc:spChg chg="mod">
          <ac:chgData name="WILLIAM RICARDO AGUILAR PIÑA" userId="25538c52-b196-49fc-9025-2dd86a54f18a" providerId="ADAL" clId="{745950B1-7808-4F21-B983-3E38AED47D4C}" dt="2019-03-18T19:33:31.579" v="73" actId="1076"/>
          <ac:spMkLst>
            <pc:docMk/>
            <pc:sldMk cId="3812452904" sldId="324"/>
            <ac:spMk id="8" creationId="{00000000-0000-0000-0000-000000000000}"/>
          </ac:spMkLst>
        </pc:spChg>
        <pc:spChg chg="del mod">
          <ac:chgData name="WILLIAM RICARDO AGUILAR PIÑA" userId="25538c52-b196-49fc-9025-2dd86a54f18a" providerId="ADAL" clId="{745950B1-7808-4F21-B983-3E38AED47D4C}" dt="2019-03-18T19:33:19.771" v="68" actId="478"/>
          <ac:spMkLst>
            <pc:docMk/>
            <pc:sldMk cId="3812452904" sldId="324"/>
            <ac:spMk id="10" creationId="{00000000-0000-0000-0000-000000000000}"/>
          </ac:spMkLst>
        </pc:spChg>
        <pc:spChg chg="del mod">
          <ac:chgData name="WILLIAM RICARDO AGUILAR PIÑA" userId="25538c52-b196-49fc-9025-2dd86a54f18a" providerId="ADAL" clId="{745950B1-7808-4F21-B983-3E38AED47D4C}" dt="2019-03-18T19:33:18.673" v="67" actId="478"/>
          <ac:spMkLst>
            <pc:docMk/>
            <pc:sldMk cId="3812452904" sldId="324"/>
            <ac:spMk id="20" creationId="{00000000-0000-0000-0000-000000000000}"/>
          </ac:spMkLst>
        </pc:spChg>
        <pc:spChg chg="del mod">
          <ac:chgData name="WILLIAM RICARDO AGUILAR PIÑA" userId="25538c52-b196-49fc-9025-2dd86a54f18a" providerId="ADAL" clId="{745950B1-7808-4F21-B983-3E38AED47D4C}" dt="2019-03-18T19:28:59.751" v="6" actId="478"/>
          <ac:spMkLst>
            <pc:docMk/>
            <pc:sldMk cId="3812452904" sldId="324"/>
            <ac:spMk id="22530" creationId="{00000000-0000-0000-0000-000000000000}"/>
          </ac:spMkLst>
        </pc:spChg>
        <pc:picChg chg="del mod">
          <ac:chgData name="WILLIAM RICARDO AGUILAR PIÑA" userId="25538c52-b196-49fc-9025-2dd86a54f18a" providerId="ADAL" clId="{745950B1-7808-4F21-B983-3E38AED47D4C}" dt="2019-03-18T19:33:16.051" v="64" actId="478"/>
          <ac:picMkLst>
            <pc:docMk/>
            <pc:sldMk cId="3812452904" sldId="324"/>
            <ac:picMk id="2" creationId="{00000000-0000-0000-0000-000000000000}"/>
          </ac:picMkLst>
        </pc:picChg>
        <pc:picChg chg="del mod">
          <ac:chgData name="WILLIAM RICARDO AGUILAR PIÑA" userId="25538c52-b196-49fc-9025-2dd86a54f18a" providerId="ADAL" clId="{745950B1-7808-4F21-B983-3E38AED47D4C}" dt="2019-03-18T19:33:15.708" v="62" actId="478"/>
          <ac:picMkLst>
            <pc:docMk/>
            <pc:sldMk cId="3812452904" sldId="324"/>
            <ac:picMk id="3" creationId="{00000000-0000-0000-0000-000000000000}"/>
          </ac:picMkLst>
        </pc:picChg>
        <pc:picChg chg="del mod">
          <ac:chgData name="WILLIAM RICARDO AGUILAR PIÑA" userId="25538c52-b196-49fc-9025-2dd86a54f18a" providerId="ADAL" clId="{745950B1-7808-4F21-B983-3E38AED47D4C}" dt="2019-03-18T19:33:16.448" v="65" actId="478"/>
          <ac:picMkLst>
            <pc:docMk/>
            <pc:sldMk cId="3812452904" sldId="324"/>
            <ac:picMk id="4" creationId="{00000000-0000-0000-0000-000000000000}"/>
          </ac:picMkLst>
        </pc:picChg>
        <pc:picChg chg="add mod">
          <ac:chgData name="WILLIAM RICARDO AGUILAR PIÑA" userId="25538c52-b196-49fc-9025-2dd86a54f18a" providerId="ADAL" clId="{745950B1-7808-4F21-B983-3E38AED47D4C}" dt="2019-03-18T19:33:11.923" v="60" actId="207"/>
          <ac:picMkLst>
            <pc:docMk/>
            <pc:sldMk cId="3812452904" sldId="324"/>
            <ac:picMk id="9" creationId="{86BA8BB6-96BB-4399-8E8F-3F3CCA4D5E43}"/>
          </ac:picMkLst>
        </pc:picChg>
      </pc:sldChg>
      <pc:sldChg chg="addSp delSp modSp add">
        <pc:chgData name="WILLIAM RICARDO AGUILAR PIÑA" userId="25538c52-b196-49fc-9025-2dd86a54f18a" providerId="ADAL" clId="{745950B1-7808-4F21-B983-3E38AED47D4C}" dt="2019-03-18T20:44:18.164" v="759"/>
        <pc:sldMkLst>
          <pc:docMk/>
          <pc:sldMk cId="0" sldId="325"/>
        </pc:sldMkLst>
        <pc:spChg chg="add">
          <ac:chgData name="WILLIAM RICARDO AGUILAR PIÑA" userId="25538c52-b196-49fc-9025-2dd86a54f18a" providerId="ADAL" clId="{745950B1-7808-4F21-B983-3E38AED47D4C}" dt="2019-03-18T20:44:18.164" v="759"/>
          <ac:spMkLst>
            <pc:docMk/>
            <pc:sldMk cId="0" sldId="325"/>
            <ac:spMk id="8" creationId="{BC6CE30C-F18E-4CFD-A411-116BA73DE5D3}"/>
          </ac:spMkLst>
        </pc:spChg>
        <pc:spChg chg="del">
          <ac:chgData name="WILLIAM RICARDO AGUILAR PIÑA" userId="25538c52-b196-49fc-9025-2dd86a54f18a" providerId="ADAL" clId="{745950B1-7808-4F21-B983-3E38AED47D4C}" dt="2019-03-18T20:44:15.722" v="758" actId="478"/>
          <ac:spMkLst>
            <pc:docMk/>
            <pc:sldMk cId="0" sldId="325"/>
            <ac:spMk id="10" creationId="{7F6DDFB0-630E-45A2-B5EE-AB34BE184EC4}"/>
          </ac:spMkLst>
        </pc:spChg>
        <pc:spChg chg="mod">
          <ac:chgData name="WILLIAM RICARDO AGUILAR PIÑA" userId="25538c52-b196-49fc-9025-2dd86a54f18a" providerId="ADAL" clId="{745950B1-7808-4F21-B983-3E38AED47D4C}" dt="2019-03-18T19:31:37.739" v="23" actId="6549"/>
          <ac:spMkLst>
            <pc:docMk/>
            <pc:sldMk cId="0" sldId="325"/>
            <ac:spMk id="17" creationId="{CF602DD4-6CD6-45A5-8387-11EC9AEA487E}"/>
          </ac:spMkLst>
        </pc:spChg>
      </pc:sldChg>
      <pc:sldChg chg="addSp delSp modSp add setBg">
        <pc:chgData name="WILLIAM RICARDO AGUILAR PIÑA" userId="25538c52-b196-49fc-9025-2dd86a54f18a" providerId="ADAL" clId="{745950B1-7808-4F21-B983-3E38AED47D4C}" dt="2019-03-18T19:35:48.548" v="116" actId="1076"/>
        <pc:sldMkLst>
          <pc:docMk/>
          <pc:sldMk cId="3152199776" sldId="326"/>
        </pc:sldMkLst>
        <pc:spChg chg="mod">
          <ac:chgData name="WILLIAM RICARDO AGUILAR PIÑA" userId="25538c52-b196-49fc-9025-2dd86a54f18a" providerId="ADAL" clId="{745950B1-7808-4F21-B983-3E38AED47D4C}" dt="2019-03-18T19:34:54.826" v="107" actId="207"/>
          <ac:spMkLst>
            <pc:docMk/>
            <pc:sldMk cId="3152199776" sldId="326"/>
            <ac:spMk id="8" creationId="{00000000-0000-0000-0000-000000000000}"/>
          </ac:spMkLst>
        </pc:spChg>
        <pc:spChg chg="mod">
          <ac:chgData name="WILLIAM RICARDO AGUILAR PIÑA" userId="25538c52-b196-49fc-9025-2dd86a54f18a" providerId="ADAL" clId="{745950B1-7808-4F21-B983-3E38AED47D4C}" dt="2019-03-18T19:34:54.826" v="107" actId="207"/>
          <ac:spMkLst>
            <pc:docMk/>
            <pc:sldMk cId="3152199776" sldId="326"/>
            <ac:spMk id="10" creationId="{00000000-0000-0000-0000-000000000000}"/>
          </ac:spMkLst>
        </pc:spChg>
        <pc:spChg chg="add mod">
          <ac:chgData name="WILLIAM RICARDO AGUILAR PIÑA" userId="25538c52-b196-49fc-9025-2dd86a54f18a" providerId="ADAL" clId="{745950B1-7808-4F21-B983-3E38AED47D4C}" dt="2019-03-18T19:35:17.670" v="110"/>
          <ac:spMkLst>
            <pc:docMk/>
            <pc:sldMk cId="3152199776" sldId="326"/>
            <ac:spMk id="11" creationId="{7E94CA51-8E02-45A1-A11E-03091E2E8FCB}"/>
          </ac:spMkLst>
        </pc:spChg>
        <pc:spChg chg="mod">
          <ac:chgData name="WILLIAM RICARDO AGUILAR PIÑA" userId="25538c52-b196-49fc-9025-2dd86a54f18a" providerId="ADAL" clId="{745950B1-7808-4F21-B983-3E38AED47D4C}" dt="2019-03-18T19:34:54.826" v="107" actId="207"/>
          <ac:spMkLst>
            <pc:docMk/>
            <pc:sldMk cId="3152199776" sldId="326"/>
            <ac:spMk id="20" creationId="{00000000-0000-0000-0000-000000000000}"/>
          </ac:spMkLst>
        </pc:spChg>
        <pc:picChg chg="mod">
          <ac:chgData name="WILLIAM RICARDO AGUILAR PIÑA" userId="25538c52-b196-49fc-9025-2dd86a54f18a" providerId="ADAL" clId="{745950B1-7808-4F21-B983-3E38AED47D4C}" dt="2019-03-18T19:34:15.343" v="95" actId="1076"/>
          <ac:picMkLst>
            <pc:docMk/>
            <pc:sldMk cId="3152199776" sldId="326"/>
            <ac:picMk id="2" creationId="{00000000-0000-0000-0000-000000000000}"/>
          </ac:picMkLst>
        </pc:picChg>
        <pc:picChg chg="mod">
          <ac:chgData name="WILLIAM RICARDO AGUILAR PIÑA" userId="25538c52-b196-49fc-9025-2dd86a54f18a" providerId="ADAL" clId="{745950B1-7808-4F21-B983-3E38AED47D4C}" dt="2019-03-18T19:35:39.629" v="114" actId="14100"/>
          <ac:picMkLst>
            <pc:docMk/>
            <pc:sldMk cId="3152199776" sldId="326"/>
            <ac:picMk id="3" creationId="{00000000-0000-0000-0000-000000000000}"/>
          </ac:picMkLst>
        </pc:picChg>
        <pc:picChg chg="mod modCrop">
          <ac:chgData name="WILLIAM RICARDO AGUILAR PIÑA" userId="25538c52-b196-49fc-9025-2dd86a54f18a" providerId="ADAL" clId="{745950B1-7808-4F21-B983-3E38AED47D4C}" dt="2019-03-18T19:34:37.529" v="105" actId="14100"/>
          <ac:picMkLst>
            <pc:docMk/>
            <pc:sldMk cId="3152199776" sldId="326"/>
            <ac:picMk id="4" creationId="{00000000-0000-0000-0000-000000000000}"/>
          </ac:picMkLst>
        </pc:picChg>
        <pc:picChg chg="add mod">
          <ac:chgData name="WILLIAM RICARDO AGUILAR PIÑA" userId="25538c52-b196-49fc-9025-2dd86a54f18a" providerId="ADAL" clId="{745950B1-7808-4F21-B983-3E38AED47D4C}" dt="2019-03-18T19:35:33.223" v="113" actId="1076"/>
          <ac:picMkLst>
            <pc:docMk/>
            <pc:sldMk cId="3152199776" sldId="326"/>
            <ac:picMk id="6" creationId="{BDC2C1D0-021B-432E-A5BE-E5DEE82D8DC4}"/>
          </ac:picMkLst>
        </pc:picChg>
        <pc:picChg chg="del">
          <ac:chgData name="WILLIAM RICARDO AGUILAR PIÑA" userId="25538c52-b196-49fc-9025-2dd86a54f18a" providerId="ADAL" clId="{745950B1-7808-4F21-B983-3E38AED47D4C}" dt="2019-03-18T19:35:19.919" v="111" actId="478"/>
          <ac:picMkLst>
            <pc:docMk/>
            <pc:sldMk cId="3152199776" sldId="326"/>
            <ac:picMk id="9" creationId="{86BA8BB6-96BB-4399-8E8F-3F3CCA4D5E43}"/>
          </ac:picMkLst>
        </pc:picChg>
        <pc:picChg chg="add mod">
          <ac:chgData name="WILLIAM RICARDO AGUILAR PIÑA" userId="25538c52-b196-49fc-9025-2dd86a54f18a" providerId="ADAL" clId="{745950B1-7808-4F21-B983-3E38AED47D4C}" dt="2019-03-18T19:35:48.548" v="116" actId="1076"/>
          <ac:picMkLst>
            <pc:docMk/>
            <pc:sldMk cId="3152199776" sldId="326"/>
            <ac:picMk id="12" creationId="{A51FB503-F1A5-4525-8B6D-32EF99DB79C0}"/>
          </ac:picMkLst>
        </pc:picChg>
      </pc:sldChg>
      <pc:sldChg chg="modSp add">
        <pc:chgData name="WILLIAM RICARDO AGUILAR PIÑA" userId="25538c52-b196-49fc-9025-2dd86a54f18a" providerId="ADAL" clId="{745950B1-7808-4F21-B983-3E38AED47D4C}" dt="2019-03-18T19:36:12.989" v="126" actId="6549"/>
        <pc:sldMkLst>
          <pc:docMk/>
          <pc:sldMk cId="1606014076" sldId="327"/>
        </pc:sldMkLst>
        <pc:spChg chg="mod">
          <ac:chgData name="WILLIAM RICARDO AGUILAR PIÑA" userId="25538c52-b196-49fc-9025-2dd86a54f18a" providerId="ADAL" clId="{745950B1-7808-4F21-B983-3E38AED47D4C}" dt="2019-03-18T19:36:12.989" v="126" actId="6549"/>
          <ac:spMkLst>
            <pc:docMk/>
            <pc:sldMk cId="1606014076" sldId="327"/>
            <ac:spMk id="8" creationId="{00000000-0000-0000-0000-000000000000}"/>
          </ac:spMkLst>
        </pc:spChg>
      </pc:sldChg>
      <pc:sldChg chg="addSp delSp modSp add setBg">
        <pc:chgData name="WILLIAM RICARDO AGUILAR PIÑA" userId="25538c52-b196-49fc-9025-2dd86a54f18a" providerId="ADAL" clId="{745950B1-7808-4F21-B983-3E38AED47D4C}" dt="2019-03-18T20:44:52.117" v="764" actId="1076"/>
        <pc:sldMkLst>
          <pc:docMk/>
          <pc:sldMk cId="4224343902" sldId="328"/>
        </pc:sldMkLst>
        <pc:spChg chg="add mod ord">
          <ac:chgData name="WILLIAM RICARDO AGUILAR PIÑA" userId="25538c52-b196-49fc-9025-2dd86a54f18a" providerId="ADAL" clId="{745950B1-7808-4F21-B983-3E38AED47D4C}" dt="2019-03-18T20:44:46.149" v="762" actId="1076"/>
          <ac:spMkLst>
            <pc:docMk/>
            <pc:sldMk cId="4224343902" sldId="328"/>
            <ac:spMk id="5" creationId="{6F54D96C-1070-4E22-9AC2-7D0810DCDC08}"/>
          </ac:spMkLst>
        </pc:spChg>
        <pc:spChg chg="del">
          <ac:chgData name="WILLIAM RICARDO AGUILAR PIÑA" userId="25538c52-b196-49fc-9025-2dd86a54f18a" providerId="ADAL" clId="{745950B1-7808-4F21-B983-3E38AED47D4C}" dt="2019-03-18T19:38:16.016" v="162" actId="478"/>
          <ac:spMkLst>
            <pc:docMk/>
            <pc:sldMk cId="4224343902" sldId="328"/>
            <ac:spMk id="8" creationId="{00000000-0000-0000-0000-000000000000}"/>
          </ac:spMkLst>
        </pc:spChg>
        <pc:spChg chg="del mod">
          <ac:chgData name="WILLIAM RICARDO AGUILAR PIÑA" userId="25538c52-b196-49fc-9025-2dd86a54f18a" providerId="ADAL" clId="{745950B1-7808-4F21-B983-3E38AED47D4C}" dt="2019-03-18T19:38:19.876" v="165" actId="478"/>
          <ac:spMkLst>
            <pc:docMk/>
            <pc:sldMk cId="4224343902" sldId="328"/>
            <ac:spMk id="10" creationId="{00000000-0000-0000-0000-000000000000}"/>
          </ac:spMkLst>
        </pc:spChg>
        <pc:spChg chg="mod">
          <ac:chgData name="WILLIAM RICARDO AGUILAR PIÑA" userId="25538c52-b196-49fc-9025-2dd86a54f18a" providerId="ADAL" clId="{745950B1-7808-4F21-B983-3E38AED47D4C}" dt="2019-03-18T19:38:28.930" v="170" actId="1076"/>
          <ac:spMkLst>
            <pc:docMk/>
            <pc:sldMk cId="4224343902" sldId="328"/>
            <ac:spMk id="20" creationId="{00000000-0000-0000-0000-000000000000}"/>
          </ac:spMkLst>
        </pc:spChg>
        <pc:picChg chg="del">
          <ac:chgData name="WILLIAM RICARDO AGUILAR PIÑA" userId="25538c52-b196-49fc-9025-2dd86a54f18a" providerId="ADAL" clId="{745950B1-7808-4F21-B983-3E38AED47D4C}" dt="2019-03-18T19:38:14.929" v="161" actId="478"/>
          <ac:picMkLst>
            <pc:docMk/>
            <pc:sldMk cId="4224343902" sldId="328"/>
            <ac:picMk id="2" creationId="{00000000-0000-0000-0000-000000000000}"/>
          </ac:picMkLst>
        </pc:picChg>
        <pc:picChg chg="del">
          <ac:chgData name="WILLIAM RICARDO AGUILAR PIÑA" userId="25538c52-b196-49fc-9025-2dd86a54f18a" providerId="ADAL" clId="{745950B1-7808-4F21-B983-3E38AED47D4C}" dt="2019-03-18T19:38:20.263" v="166" actId="478"/>
          <ac:picMkLst>
            <pc:docMk/>
            <pc:sldMk cId="4224343902" sldId="328"/>
            <ac:picMk id="3" creationId="{00000000-0000-0000-0000-000000000000}"/>
          </ac:picMkLst>
        </pc:picChg>
        <pc:picChg chg="mod">
          <ac:chgData name="WILLIAM RICARDO AGUILAR PIÑA" userId="25538c52-b196-49fc-9025-2dd86a54f18a" providerId="ADAL" clId="{745950B1-7808-4F21-B983-3E38AED47D4C}" dt="2019-03-18T19:39:04.829" v="180" actId="1035"/>
          <ac:picMkLst>
            <pc:docMk/>
            <pc:sldMk cId="4224343902" sldId="328"/>
            <ac:picMk id="4" creationId="{00000000-0000-0000-0000-000000000000}"/>
          </ac:picMkLst>
        </pc:picChg>
        <pc:picChg chg="mod modCrop">
          <ac:chgData name="WILLIAM RICARDO AGUILAR PIÑA" userId="25538c52-b196-49fc-9025-2dd86a54f18a" providerId="ADAL" clId="{745950B1-7808-4F21-B983-3E38AED47D4C}" dt="2019-03-18T20:44:52.117" v="764" actId="1076"/>
          <ac:picMkLst>
            <pc:docMk/>
            <pc:sldMk cId="4224343902" sldId="328"/>
            <ac:picMk id="6" creationId="{00000000-0000-0000-0000-000000000000}"/>
          </ac:picMkLst>
        </pc:picChg>
        <pc:picChg chg="add mod">
          <ac:chgData name="WILLIAM RICARDO AGUILAR PIÑA" userId="25538c52-b196-49fc-9025-2dd86a54f18a" providerId="ADAL" clId="{745950B1-7808-4F21-B983-3E38AED47D4C}" dt="2019-03-18T19:39:04.829" v="180" actId="1035"/>
          <ac:picMkLst>
            <pc:docMk/>
            <pc:sldMk cId="4224343902" sldId="328"/>
            <ac:picMk id="12" creationId="{A75DB938-DCD1-436B-8B03-FBD89C0990B4}"/>
          </ac:picMkLst>
        </pc:picChg>
      </pc:sldChg>
      <pc:sldChg chg="modSp add">
        <pc:chgData name="WILLIAM RICARDO AGUILAR PIÑA" userId="25538c52-b196-49fc-9025-2dd86a54f18a" providerId="ADAL" clId="{745950B1-7808-4F21-B983-3E38AED47D4C}" dt="2019-03-18T19:39:41.068" v="199" actId="1076"/>
        <pc:sldMkLst>
          <pc:docMk/>
          <pc:sldMk cId="2533816419" sldId="329"/>
        </pc:sldMkLst>
        <pc:spChg chg="mod">
          <ac:chgData name="WILLIAM RICARDO AGUILAR PIÑA" userId="25538c52-b196-49fc-9025-2dd86a54f18a" providerId="ADAL" clId="{745950B1-7808-4F21-B983-3E38AED47D4C}" dt="2019-03-18T19:39:41.068" v="199" actId="1076"/>
          <ac:spMkLst>
            <pc:docMk/>
            <pc:sldMk cId="2533816419" sldId="329"/>
            <ac:spMk id="8" creationId="{00000000-0000-0000-0000-000000000000}"/>
          </ac:spMkLst>
        </pc:spChg>
      </pc:sldChg>
      <pc:sldChg chg="addSp delSp modSp add">
        <pc:chgData name="WILLIAM RICARDO AGUILAR PIÑA" userId="25538c52-b196-49fc-9025-2dd86a54f18a" providerId="ADAL" clId="{745950B1-7808-4F21-B983-3E38AED47D4C}" dt="2019-03-18T20:06:33.173" v="757" actId="1035"/>
        <pc:sldMkLst>
          <pc:docMk/>
          <pc:sldMk cId="4156010128" sldId="330"/>
        </pc:sldMkLst>
        <pc:spChg chg="del">
          <ac:chgData name="WILLIAM RICARDO AGUILAR PIÑA" userId="25538c52-b196-49fc-9025-2dd86a54f18a" providerId="ADAL" clId="{745950B1-7808-4F21-B983-3E38AED47D4C}" dt="2019-03-18T19:42:55.849" v="259" actId="478"/>
          <ac:spMkLst>
            <pc:docMk/>
            <pc:sldMk cId="4156010128" sldId="330"/>
            <ac:spMk id="8" creationId="{00000000-0000-0000-0000-000000000000}"/>
          </ac:spMkLst>
        </pc:spChg>
        <pc:spChg chg="del">
          <ac:chgData name="WILLIAM RICARDO AGUILAR PIÑA" userId="25538c52-b196-49fc-9025-2dd86a54f18a" providerId="ADAL" clId="{745950B1-7808-4F21-B983-3E38AED47D4C}" dt="2019-03-18T19:42:55.849" v="259" actId="478"/>
          <ac:spMkLst>
            <pc:docMk/>
            <pc:sldMk cId="4156010128" sldId="330"/>
            <ac:spMk id="10" creationId="{00000000-0000-0000-0000-000000000000}"/>
          </ac:spMkLst>
        </pc:spChg>
        <pc:spChg chg="del">
          <ac:chgData name="WILLIAM RICARDO AGUILAR PIÑA" userId="25538c52-b196-49fc-9025-2dd86a54f18a" providerId="ADAL" clId="{745950B1-7808-4F21-B983-3E38AED47D4C}" dt="2019-03-18T19:42:58.611" v="260" actId="478"/>
          <ac:spMkLst>
            <pc:docMk/>
            <pc:sldMk cId="4156010128" sldId="330"/>
            <ac:spMk id="11" creationId="{00000000-0000-0000-0000-000000000000}"/>
          </ac:spMkLst>
        </pc:spChg>
        <pc:spChg chg="add">
          <ac:chgData name="WILLIAM RICARDO AGUILAR PIÑA" userId="25538c52-b196-49fc-9025-2dd86a54f18a" providerId="ADAL" clId="{745950B1-7808-4F21-B983-3E38AED47D4C}" dt="2019-03-18T19:43:36.825" v="281"/>
          <ac:spMkLst>
            <pc:docMk/>
            <pc:sldMk cId="4156010128" sldId="330"/>
            <ac:spMk id="13" creationId="{3ECE7C4C-A608-4E56-81A3-04DE2CD2DA72}"/>
          </ac:spMkLst>
        </pc:spChg>
        <pc:spChg chg="mod">
          <ac:chgData name="WILLIAM RICARDO AGUILAR PIÑA" userId="25538c52-b196-49fc-9025-2dd86a54f18a" providerId="ADAL" clId="{745950B1-7808-4F21-B983-3E38AED47D4C}" dt="2019-03-18T20:06:28.773" v="749" actId="1076"/>
          <ac:spMkLst>
            <pc:docMk/>
            <pc:sldMk cId="4156010128" sldId="330"/>
            <ac:spMk id="15" creationId="{00000000-0000-0000-0000-000000000000}"/>
          </ac:spMkLst>
        </pc:spChg>
        <pc:spChg chg="add mod ord">
          <ac:chgData name="WILLIAM RICARDO AGUILAR PIÑA" userId="25538c52-b196-49fc-9025-2dd86a54f18a" providerId="ADAL" clId="{745950B1-7808-4F21-B983-3E38AED47D4C}" dt="2019-03-18T20:06:18.757" v="745" actId="14100"/>
          <ac:spMkLst>
            <pc:docMk/>
            <pc:sldMk cId="4156010128" sldId="330"/>
            <ac:spMk id="16" creationId="{0110E8B0-B3E2-4704-86E7-E60D1F0F37DD}"/>
          </ac:spMkLst>
        </pc:spChg>
        <pc:picChg chg="del">
          <ac:chgData name="WILLIAM RICARDO AGUILAR PIÑA" userId="25538c52-b196-49fc-9025-2dd86a54f18a" providerId="ADAL" clId="{745950B1-7808-4F21-B983-3E38AED47D4C}" dt="2019-03-18T19:42:58.611" v="260" actId="478"/>
          <ac:picMkLst>
            <pc:docMk/>
            <pc:sldMk cId="4156010128" sldId="330"/>
            <ac:picMk id="2" creationId="{00000000-0000-0000-0000-000000000000}"/>
          </ac:picMkLst>
        </pc:picChg>
        <pc:picChg chg="del">
          <ac:chgData name="WILLIAM RICARDO AGUILAR PIÑA" userId="25538c52-b196-49fc-9025-2dd86a54f18a" providerId="ADAL" clId="{745950B1-7808-4F21-B983-3E38AED47D4C}" dt="2019-03-18T19:42:58.611" v="260" actId="478"/>
          <ac:picMkLst>
            <pc:docMk/>
            <pc:sldMk cId="4156010128" sldId="330"/>
            <ac:picMk id="4" creationId="{00000000-0000-0000-0000-000000000000}"/>
          </ac:picMkLst>
        </pc:picChg>
        <pc:picChg chg="mod">
          <ac:chgData name="WILLIAM RICARDO AGUILAR PIÑA" userId="25538c52-b196-49fc-9025-2dd86a54f18a" providerId="ADAL" clId="{745950B1-7808-4F21-B983-3E38AED47D4C}" dt="2019-03-18T20:06:33.173" v="757" actId="1035"/>
          <ac:picMkLst>
            <pc:docMk/>
            <pc:sldMk cId="4156010128" sldId="330"/>
            <ac:picMk id="5" creationId="{00000000-0000-0000-0000-000000000000}"/>
          </ac:picMkLst>
        </pc:picChg>
        <pc:picChg chg="del">
          <ac:chgData name="WILLIAM RICARDO AGUILAR PIÑA" userId="25538c52-b196-49fc-9025-2dd86a54f18a" providerId="ADAL" clId="{745950B1-7808-4F21-B983-3E38AED47D4C}" dt="2019-03-18T19:42:55.849" v="259" actId="478"/>
          <ac:picMkLst>
            <pc:docMk/>
            <pc:sldMk cId="4156010128" sldId="330"/>
            <ac:picMk id="6" creationId="{00000000-0000-0000-0000-000000000000}"/>
          </ac:picMkLst>
        </pc:picChg>
        <pc:picChg chg="del">
          <ac:chgData name="WILLIAM RICARDO AGUILAR PIÑA" userId="25538c52-b196-49fc-9025-2dd86a54f18a" providerId="ADAL" clId="{745950B1-7808-4F21-B983-3E38AED47D4C}" dt="2019-03-18T19:42:55.849" v="259" actId="478"/>
          <ac:picMkLst>
            <pc:docMk/>
            <pc:sldMk cId="4156010128" sldId="330"/>
            <ac:picMk id="7" creationId="{00000000-0000-0000-0000-000000000000}"/>
          </ac:picMkLst>
        </pc:picChg>
        <pc:picChg chg="mod">
          <ac:chgData name="WILLIAM RICARDO AGUILAR PIÑA" userId="25538c52-b196-49fc-9025-2dd86a54f18a" providerId="ADAL" clId="{745950B1-7808-4F21-B983-3E38AED47D4C}" dt="2019-03-18T20:06:33.173" v="757" actId="1035"/>
          <ac:picMkLst>
            <pc:docMk/>
            <pc:sldMk cId="4156010128" sldId="330"/>
            <ac:picMk id="9" creationId="{00000000-0000-0000-0000-000000000000}"/>
          </ac:picMkLst>
        </pc:picChg>
        <pc:picChg chg="add mod">
          <ac:chgData name="WILLIAM RICARDO AGUILAR PIÑA" userId="25538c52-b196-49fc-9025-2dd86a54f18a" providerId="ADAL" clId="{745950B1-7808-4F21-B983-3E38AED47D4C}" dt="2019-03-18T19:46:02.238" v="342" actId="1076"/>
          <ac:picMkLst>
            <pc:docMk/>
            <pc:sldMk cId="4156010128" sldId="330"/>
            <ac:picMk id="14" creationId="{5A120E50-559D-46CE-9299-437E6668903F}"/>
          </ac:picMkLst>
        </pc:picChg>
      </pc:sldChg>
      <pc:sldChg chg="modSp add ord">
        <pc:chgData name="WILLIAM RICARDO AGUILAR PIÑA" userId="25538c52-b196-49fc-9025-2dd86a54f18a" providerId="ADAL" clId="{745950B1-7808-4F21-B983-3E38AED47D4C}" dt="2019-03-18T19:44:48.408" v="303" actId="1076"/>
        <pc:sldMkLst>
          <pc:docMk/>
          <pc:sldMk cId="454920093" sldId="331"/>
        </pc:sldMkLst>
        <pc:spChg chg="mod">
          <ac:chgData name="WILLIAM RICARDO AGUILAR PIÑA" userId="25538c52-b196-49fc-9025-2dd86a54f18a" providerId="ADAL" clId="{745950B1-7808-4F21-B983-3E38AED47D4C}" dt="2019-03-18T19:44:48.408" v="303" actId="1076"/>
          <ac:spMkLst>
            <pc:docMk/>
            <pc:sldMk cId="454920093" sldId="331"/>
            <ac:spMk id="8" creationId="{00000000-0000-0000-0000-000000000000}"/>
          </ac:spMkLst>
        </pc:spChg>
      </pc:sldChg>
      <pc:sldChg chg="addSp delSp modSp add">
        <pc:chgData name="WILLIAM RICARDO AGUILAR PIÑA" userId="25538c52-b196-49fc-9025-2dd86a54f18a" providerId="ADAL" clId="{745950B1-7808-4F21-B983-3E38AED47D4C}" dt="2019-03-18T19:51:35.447" v="484"/>
        <pc:sldMkLst>
          <pc:docMk/>
          <pc:sldMk cId="4194711315" sldId="332"/>
        </pc:sldMkLst>
        <pc:spChg chg="del mod">
          <ac:chgData name="WILLIAM RICARDO AGUILAR PIÑA" userId="25538c52-b196-49fc-9025-2dd86a54f18a" providerId="ADAL" clId="{745950B1-7808-4F21-B983-3E38AED47D4C}" dt="2019-03-18T19:46:22.960" v="346" actId="478"/>
          <ac:spMkLst>
            <pc:docMk/>
            <pc:sldMk cId="4194711315" sldId="332"/>
            <ac:spMk id="8" creationId="{00000000-0000-0000-0000-000000000000}"/>
          </ac:spMkLst>
        </pc:spChg>
        <pc:spChg chg="mod">
          <ac:chgData name="WILLIAM RICARDO AGUILAR PIÑA" userId="25538c52-b196-49fc-9025-2dd86a54f18a" providerId="ADAL" clId="{745950B1-7808-4F21-B983-3E38AED47D4C}" dt="2019-03-18T19:48:12.018" v="400" actId="14100"/>
          <ac:spMkLst>
            <pc:docMk/>
            <pc:sldMk cId="4194711315" sldId="332"/>
            <ac:spMk id="10" creationId="{00000000-0000-0000-0000-000000000000}"/>
          </ac:spMkLst>
        </pc:spChg>
        <pc:spChg chg="del mod">
          <ac:chgData name="WILLIAM RICARDO AGUILAR PIÑA" userId="25538c52-b196-49fc-9025-2dd86a54f18a" providerId="ADAL" clId="{745950B1-7808-4F21-B983-3E38AED47D4C}" dt="2019-03-18T19:46:24.962" v="347" actId="478"/>
          <ac:spMkLst>
            <pc:docMk/>
            <pc:sldMk cId="4194711315" sldId="332"/>
            <ac:spMk id="12" creationId="{00000000-0000-0000-0000-000000000000}"/>
          </ac:spMkLst>
        </pc:spChg>
        <pc:spChg chg="add">
          <ac:chgData name="WILLIAM RICARDO AGUILAR PIÑA" userId="25538c52-b196-49fc-9025-2dd86a54f18a" providerId="ADAL" clId="{745950B1-7808-4F21-B983-3E38AED47D4C}" dt="2019-03-18T19:51:35.447" v="484"/>
          <ac:spMkLst>
            <pc:docMk/>
            <pc:sldMk cId="4194711315" sldId="332"/>
            <ac:spMk id="14" creationId="{5A31B852-3417-4236-87A0-307858296130}"/>
          </ac:spMkLst>
        </pc:spChg>
        <pc:spChg chg="mod">
          <ac:chgData name="WILLIAM RICARDO AGUILAR PIÑA" userId="25538c52-b196-49fc-9025-2dd86a54f18a" providerId="ADAL" clId="{745950B1-7808-4F21-B983-3E38AED47D4C}" dt="2019-03-18T19:48:19.650" v="402" actId="14100"/>
          <ac:spMkLst>
            <pc:docMk/>
            <pc:sldMk cId="4194711315" sldId="332"/>
            <ac:spMk id="15" creationId="{00000000-0000-0000-0000-000000000000}"/>
          </ac:spMkLst>
        </pc:spChg>
        <pc:picChg chg="del mod">
          <ac:chgData name="WILLIAM RICARDO AGUILAR PIÑA" userId="25538c52-b196-49fc-9025-2dd86a54f18a" providerId="ADAL" clId="{745950B1-7808-4F21-B983-3E38AED47D4C}" dt="2019-03-18T19:46:22.960" v="346" actId="478"/>
          <ac:picMkLst>
            <pc:docMk/>
            <pc:sldMk cId="4194711315" sldId="332"/>
            <ac:picMk id="2" creationId="{00000000-0000-0000-0000-000000000000}"/>
          </ac:picMkLst>
        </pc:picChg>
        <pc:picChg chg="del">
          <ac:chgData name="WILLIAM RICARDO AGUILAR PIÑA" userId="25538c52-b196-49fc-9025-2dd86a54f18a" providerId="ADAL" clId="{745950B1-7808-4F21-B983-3E38AED47D4C}" dt="2019-03-18T19:46:24.962" v="347" actId="478"/>
          <ac:picMkLst>
            <pc:docMk/>
            <pc:sldMk cId="4194711315" sldId="332"/>
            <ac:picMk id="3" creationId="{00000000-0000-0000-0000-000000000000}"/>
          </ac:picMkLst>
        </pc:picChg>
        <pc:picChg chg="mod">
          <ac:chgData name="WILLIAM RICARDO AGUILAR PIÑA" userId="25538c52-b196-49fc-9025-2dd86a54f18a" providerId="ADAL" clId="{745950B1-7808-4F21-B983-3E38AED47D4C}" dt="2019-03-18T19:47:46.878" v="383" actId="1076"/>
          <ac:picMkLst>
            <pc:docMk/>
            <pc:sldMk cId="4194711315" sldId="332"/>
            <ac:picMk id="4" creationId="{00000000-0000-0000-0000-000000000000}"/>
          </ac:picMkLst>
        </pc:picChg>
        <pc:picChg chg="mod">
          <ac:chgData name="WILLIAM RICARDO AGUILAR PIÑA" userId="25538c52-b196-49fc-9025-2dd86a54f18a" providerId="ADAL" clId="{745950B1-7808-4F21-B983-3E38AED47D4C}" dt="2019-03-18T19:48:30.447" v="410" actId="1035"/>
          <ac:picMkLst>
            <pc:docMk/>
            <pc:sldMk cId="4194711315" sldId="332"/>
            <ac:picMk id="5" creationId="{00000000-0000-0000-0000-000000000000}"/>
          </ac:picMkLst>
        </pc:picChg>
        <pc:picChg chg="add del mod">
          <ac:chgData name="WILLIAM RICARDO AGUILAR PIÑA" userId="25538c52-b196-49fc-9025-2dd86a54f18a" providerId="ADAL" clId="{745950B1-7808-4F21-B983-3E38AED47D4C}" dt="2019-03-18T19:47:30.546" v="378" actId="478"/>
          <ac:picMkLst>
            <pc:docMk/>
            <pc:sldMk cId="4194711315" sldId="332"/>
            <ac:picMk id="13" creationId="{BA615CA6-52C2-4DED-AA05-2647F950FB81}"/>
          </ac:picMkLst>
        </pc:picChg>
      </pc:sldChg>
      <pc:sldChg chg="modSp add">
        <pc:chgData name="WILLIAM RICARDO AGUILAR PIÑA" userId="25538c52-b196-49fc-9025-2dd86a54f18a" providerId="ADAL" clId="{745950B1-7808-4F21-B983-3E38AED47D4C}" dt="2019-03-18T19:48:55.525" v="422" actId="1076"/>
        <pc:sldMkLst>
          <pc:docMk/>
          <pc:sldMk cId="461788631" sldId="333"/>
        </pc:sldMkLst>
        <pc:spChg chg="mod">
          <ac:chgData name="WILLIAM RICARDO AGUILAR PIÑA" userId="25538c52-b196-49fc-9025-2dd86a54f18a" providerId="ADAL" clId="{745950B1-7808-4F21-B983-3E38AED47D4C}" dt="2019-03-18T19:48:55.525" v="422" actId="1076"/>
          <ac:spMkLst>
            <pc:docMk/>
            <pc:sldMk cId="461788631" sldId="333"/>
            <ac:spMk id="8" creationId="{00000000-0000-0000-0000-000000000000}"/>
          </ac:spMkLst>
        </pc:spChg>
      </pc:sldChg>
      <pc:sldChg chg="modSp add">
        <pc:chgData name="WILLIAM RICARDO AGUILAR PIÑA" userId="25538c52-b196-49fc-9025-2dd86a54f18a" providerId="ADAL" clId="{745950B1-7808-4F21-B983-3E38AED47D4C}" dt="2019-03-18T19:55:06.446" v="561" actId="20577"/>
        <pc:sldMkLst>
          <pc:docMk/>
          <pc:sldMk cId="2762434387" sldId="334"/>
        </pc:sldMkLst>
        <pc:spChg chg="mod">
          <ac:chgData name="WILLIAM RICARDO AGUILAR PIÑA" userId="25538c52-b196-49fc-9025-2dd86a54f18a" providerId="ADAL" clId="{745950B1-7808-4F21-B983-3E38AED47D4C}" dt="2019-03-18T19:55:06.446" v="561" actId="20577"/>
          <ac:spMkLst>
            <pc:docMk/>
            <pc:sldMk cId="2762434387" sldId="334"/>
            <ac:spMk id="8" creationId="{00000000-0000-0000-0000-000000000000}"/>
          </ac:spMkLst>
        </pc:spChg>
      </pc:sldChg>
      <pc:sldChg chg="addSp delSp modSp add">
        <pc:chgData name="WILLIAM RICARDO AGUILAR PIÑA" userId="25538c52-b196-49fc-9025-2dd86a54f18a" providerId="ADAL" clId="{745950B1-7808-4F21-B983-3E38AED47D4C}" dt="2019-03-18T19:55:14.115" v="563"/>
        <pc:sldMkLst>
          <pc:docMk/>
          <pc:sldMk cId="106973578" sldId="335"/>
        </pc:sldMkLst>
        <pc:spChg chg="del">
          <ac:chgData name="WILLIAM RICARDO AGUILAR PIÑA" userId="25538c52-b196-49fc-9025-2dd86a54f18a" providerId="ADAL" clId="{745950B1-7808-4F21-B983-3E38AED47D4C}" dt="2019-03-18T19:53:51.029" v="531" actId="478"/>
          <ac:spMkLst>
            <pc:docMk/>
            <pc:sldMk cId="106973578" sldId="335"/>
            <ac:spMk id="5" creationId="{00000000-0000-0000-0000-000000000000}"/>
          </ac:spMkLst>
        </pc:spChg>
        <pc:spChg chg="del">
          <ac:chgData name="WILLIAM RICARDO AGUILAR PIÑA" userId="25538c52-b196-49fc-9025-2dd86a54f18a" providerId="ADAL" clId="{745950B1-7808-4F21-B983-3E38AED47D4C}" dt="2019-03-18T19:53:51.029" v="531" actId="478"/>
          <ac:spMkLst>
            <pc:docMk/>
            <pc:sldMk cId="106973578" sldId="335"/>
            <ac:spMk id="8" creationId="{00000000-0000-0000-0000-000000000000}"/>
          </ac:spMkLst>
        </pc:spChg>
        <pc:spChg chg="mod">
          <ac:chgData name="WILLIAM RICARDO AGUILAR PIÑA" userId="25538c52-b196-49fc-9025-2dd86a54f18a" providerId="ADAL" clId="{745950B1-7808-4F21-B983-3E38AED47D4C}" dt="2019-03-18T19:54:57.425" v="559" actId="1035"/>
          <ac:spMkLst>
            <pc:docMk/>
            <pc:sldMk cId="106973578" sldId="335"/>
            <ac:spMk id="11" creationId="{00000000-0000-0000-0000-000000000000}"/>
          </ac:spMkLst>
        </pc:spChg>
        <pc:spChg chg="add">
          <ac:chgData name="WILLIAM RICARDO AGUILAR PIÑA" userId="25538c52-b196-49fc-9025-2dd86a54f18a" providerId="ADAL" clId="{745950B1-7808-4F21-B983-3E38AED47D4C}" dt="2019-03-18T19:55:14.115" v="563"/>
          <ac:spMkLst>
            <pc:docMk/>
            <pc:sldMk cId="106973578" sldId="335"/>
            <ac:spMk id="15" creationId="{F30762F3-4037-4035-B0C9-4179491A27DC}"/>
          </ac:spMkLst>
        </pc:spChg>
        <pc:picChg chg="del">
          <ac:chgData name="WILLIAM RICARDO AGUILAR PIÑA" userId="25538c52-b196-49fc-9025-2dd86a54f18a" providerId="ADAL" clId="{745950B1-7808-4F21-B983-3E38AED47D4C}" dt="2019-03-18T19:53:51.029" v="531" actId="478"/>
          <ac:picMkLst>
            <pc:docMk/>
            <pc:sldMk cId="106973578" sldId="335"/>
            <ac:picMk id="2" creationId="{00000000-0000-0000-0000-000000000000}"/>
          </ac:picMkLst>
        </pc:picChg>
        <pc:picChg chg="del">
          <ac:chgData name="WILLIAM RICARDO AGUILAR PIÑA" userId="25538c52-b196-49fc-9025-2dd86a54f18a" providerId="ADAL" clId="{745950B1-7808-4F21-B983-3E38AED47D4C}" dt="2019-03-18T19:53:51.029" v="531" actId="478"/>
          <ac:picMkLst>
            <pc:docMk/>
            <pc:sldMk cId="106973578" sldId="335"/>
            <ac:picMk id="3" creationId="{00000000-0000-0000-0000-000000000000}"/>
          </ac:picMkLst>
        </pc:picChg>
        <pc:picChg chg="mod">
          <ac:chgData name="WILLIAM RICARDO AGUILAR PIÑA" userId="25538c52-b196-49fc-9025-2dd86a54f18a" providerId="ADAL" clId="{745950B1-7808-4F21-B983-3E38AED47D4C}" dt="2019-03-18T19:54:17.672" v="543" actId="1076"/>
          <ac:picMkLst>
            <pc:docMk/>
            <pc:sldMk cId="106973578" sldId="335"/>
            <ac:picMk id="6" creationId="{00000000-0000-0000-0000-000000000000}"/>
          </ac:picMkLst>
        </pc:picChg>
        <pc:picChg chg="mod">
          <ac:chgData name="WILLIAM RICARDO AGUILAR PIÑA" userId="25538c52-b196-49fc-9025-2dd86a54f18a" providerId="ADAL" clId="{745950B1-7808-4F21-B983-3E38AED47D4C}" dt="2019-03-18T19:54:21.352" v="544" actId="1076"/>
          <ac:picMkLst>
            <pc:docMk/>
            <pc:sldMk cId="106973578" sldId="335"/>
            <ac:picMk id="9" creationId="{00000000-0000-0000-0000-000000000000}"/>
          </ac:picMkLst>
        </pc:picChg>
        <pc:picChg chg="mod">
          <ac:chgData name="WILLIAM RICARDO AGUILAR PIÑA" userId="25538c52-b196-49fc-9025-2dd86a54f18a" providerId="ADAL" clId="{745950B1-7808-4F21-B983-3E38AED47D4C}" dt="2019-03-18T19:54:35.002" v="550" actId="1076"/>
          <ac:picMkLst>
            <pc:docMk/>
            <pc:sldMk cId="106973578" sldId="335"/>
            <ac:picMk id="10" creationId="{00000000-0000-0000-0000-000000000000}"/>
          </ac:picMkLst>
        </pc:picChg>
        <pc:picChg chg="add mod">
          <ac:chgData name="WILLIAM RICARDO AGUILAR PIÑA" userId="25538c52-b196-49fc-9025-2dd86a54f18a" providerId="ADAL" clId="{745950B1-7808-4F21-B983-3E38AED47D4C}" dt="2019-03-18T19:54:42.360" v="552" actId="1076"/>
          <ac:picMkLst>
            <pc:docMk/>
            <pc:sldMk cId="106973578" sldId="335"/>
            <ac:picMk id="13" creationId="{D0CE9C59-2B95-4595-B433-7C6DACEC58E6}"/>
          </ac:picMkLst>
        </pc:picChg>
        <pc:picChg chg="add mod">
          <ac:chgData name="WILLIAM RICARDO AGUILAR PIÑA" userId="25538c52-b196-49fc-9025-2dd86a54f18a" providerId="ADAL" clId="{745950B1-7808-4F21-B983-3E38AED47D4C}" dt="2019-03-18T19:54:46.923" v="554" actId="1076"/>
          <ac:picMkLst>
            <pc:docMk/>
            <pc:sldMk cId="106973578" sldId="335"/>
            <ac:picMk id="14" creationId="{3FCEE3EF-C481-465A-BDBB-71DBB38A3170}"/>
          </ac:picMkLst>
        </pc:picChg>
      </pc:sldChg>
      <pc:sldChg chg="modSp del">
        <pc:chgData name="WILLIAM RICARDO AGUILAR PIÑA" userId="25538c52-b196-49fc-9025-2dd86a54f18a" providerId="ADAL" clId="{745950B1-7808-4F21-B983-3E38AED47D4C}" dt="2019-03-18T19:28:54.493" v="3" actId="2696"/>
        <pc:sldMkLst>
          <pc:docMk/>
          <pc:sldMk cId="1100490243" sldId="335"/>
        </pc:sldMkLst>
        <pc:spChg chg="mod">
          <ac:chgData name="WILLIAM RICARDO AGUILAR PIÑA" userId="25538c52-b196-49fc-9025-2dd86a54f18a" providerId="ADAL" clId="{745950B1-7808-4F21-B983-3E38AED47D4C}" dt="2019-03-18T19:28:48.563" v="2"/>
          <ac:spMkLst>
            <pc:docMk/>
            <pc:sldMk cId="1100490243" sldId="335"/>
            <ac:spMk id="8" creationId="{00000000-0000-0000-0000-000000000000}"/>
          </ac:spMkLst>
        </pc:spChg>
        <pc:spChg chg="mod">
          <ac:chgData name="WILLIAM RICARDO AGUILAR PIÑA" userId="25538c52-b196-49fc-9025-2dd86a54f18a" providerId="ADAL" clId="{745950B1-7808-4F21-B983-3E38AED47D4C}" dt="2019-03-18T19:28:48.563" v="2"/>
          <ac:spMkLst>
            <pc:docMk/>
            <pc:sldMk cId="1100490243" sldId="335"/>
            <ac:spMk id="22530" creationId="{00000000-0000-0000-0000-000000000000}"/>
          </ac:spMkLst>
        </pc:spChg>
        <pc:picChg chg="mod">
          <ac:chgData name="WILLIAM RICARDO AGUILAR PIÑA" userId="25538c52-b196-49fc-9025-2dd86a54f18a" providerId="ADAL" clId="{745950B1-7808-4F21-B983-3E38AED47D4C}" dt="2019-03-18T19:28:48.563" v="2"/>
          <ac:picMkLst>
            <pc:docMk/>
            <pc:sldMk cId="1100490243" sldId="335"/>
            <ac:picMk id="4" creationId="{7257BE22-3040-4ADE-AB9C-F87907C45C28}"/>
          </ac:picMkLst>
        </pc:picChg>
      </pc:sldChg>
      <pc:sldChg chg="modSp add">
        <pc:chgData name="WILLIAM RICARDO AGUILAR PIÑA" userId="25538c52-b196-49fc-9025-2dd86a54f18a" providerId="ADAL" clId="{745950B1-7808-4F21-B983-3E38AED47D4C}" dt="2019-03-18T19:55:52.197" v="575" actId="1076"/>
        <pc:sldMkLst>
          <pc:docMk/>
          <pc:sldMk cId="3044976565" sldId="336"/>
        </pc:sldMkLst>
        <pc:spChg chg="mod">
          <ac:chgData name="WILLIAM RICARDO AGUILAR PIÑA" userId="25538c52-b196-49fc-9025-2dd86a54f18a" providerId="ADAL" clId="{745950B1-7808-4F21-B983-3E38AED47D4C}" dt="2019-03-18T19:55:52.197" v="575" actId="1076"/>
          <ac:spMkLst>
            <pc:docMk/>
            <pc:sldMk cId="3044976565" sldId="336"/>
            <ac:spMk id="8" creationId="{00000000-0000-0000-0000-000000000000}"/>
          </ac:spMkLst>
        </pc:spChg>
      </pc:sldChg>
      <pc:sldChg chg="modSp add">
        <pc:chgData name="WILLIAM RICARDO AGUILAR PIÑA" userId="25538c52-b196-49fc-9025-2dd86a54f18a" providerId="ADAL" clId="{745950B1-7808-4F21-B983-3E38AED47D4C}" dt="2019-03-18T19:58:13.041" v="611" actId="1076"/>
        <pc:sldMkLst>
          <pc:docMk/>
          <pc:sldMk cId="2400171259" sldId="337"/>
        </pc:sldMkLst>
        <pc:spChg chg="mod">
          <ac:chgData name="WILLIAM RICARDO AGUILAR PIÑA" userId="25538c52-b196-49fc-9025-2dd86a54f18a" providerId="ADAL" clId="{745950B1-7808-4F21-B983-3E38AED47D4C}" dt="2019-03-18T19:58:13.041" v="611" actId="1076"/>
          <ac:spMkLst>
            <pc:docMk/>
            <pc:sldMk cId="2400171259" sldId="337"/>
            <ac:spMk id="8" creationId="{00000000-0000-0000-0000-000000000000}"/>
          </ac:spMkLst>
        </pc:spChg>
      </pc:sldChg>
      <pc:sldChg chg="modSp add">
        <pc:chgData name="WILLIAM RICARDO AGUILAR PIÑA" userId="25538c52-b196-49fc-9025-2dd86a54f18a" providerId="ADAL" clId="{745950B1-7808-4F21-B983-3E38AED47D4C}" dt="2019-03-18T19:59:22.836" v="642" actId="1076"/>
        <pc:sldMkLst>
          <pc:docMk/>
          <pc:sldMk cId="4078688286" sldId="338"/>
        </pc:sldMkLst>
        <pc:spChg chg="mod">
          <ac:chgData name="WILLIAM RICARDO AGUILAR PIÑA" userId="25538c52-b196-49fc-9025-2dd86a54f18a" providerId="ADAL" clId="{745950B1-7808-4F21-B983-3E38AED47D4C}" dt="2019-03-18T19:59:22.836" v="642" actId="1076"/>
          <ac:spMkLst>
            <pc:docMk/>
            <pc:sldMk cId="4078688286" sldId="338"/>
            <ac:spMk id="8" creationId="{00000000-0000-0000-0000-000000000000}"/>
          </ac:spMkLst>
        </pc:spChg>
      </pc:sldChg>
      <pc:sldChg chg="add del">
        <pc:chgData name="WILLIAM RICARDO AGUILAR PIÑA" userId="25538c52-b196-49fc-9025-2dd86a54f18a" providerId="ADAL" clId="{745950B1-7808-4F21-B983-3E38AED47D4C}" dt="2019-03-18T20:01:35.376" v="683" actId="2696"/>
        <pc:sldMkLst>
          <pc:docMk/>
          <pc:sldMk cId="2237113475" sldId="339"/>
        </pc:sldMkLst>
      </pc:sldChg>
      <pc:sldChg chg="modSp add">
        <pc:chgData name="WILLIAM RICARDO AGUILAR PIÑA" userId="25538c52-b196-49fc-9025-2dd86a54f18a" providerId="ADAL" clId="{745950B1-7808-4F21-B983-3E38AED47D4C}" dt="2019-03-18T20:01:57.188" v="690" actId="1076"/>
        <pc:sldMkLst>
          <pc:docMk/>
          <pc:sldMk cId="3342515100" sldId="339"/>
        </pc:sldMkLst>
        <pc:spChg chg="mod">
          <ac:chgData name="WILLIAM RICARDO AGUILAR PIÑA" userId="25538c52-b196-49fc-9025-2dd86a54f18a" providerId="ADAL" clId="{745950B1-7808-4F21-B983-3E38AED47D4C}" dt="2019-03-18T20:01:57.188" v="690" actId="1076"/>
          <ac:spMkLst>
            <pc:docMk/>
            <pc:sldMk cId="3342515100" sldId="339"/>
            <ac:spMk id="8" creationId="{00000000-0000-0000-0000-000000000000}"/>
          </ac:spMkLst>
        </pc:spChg>
      </pc:sldChg>
      <pc:sldChg chg="addSp delSp modSp add">
        <pc:chgData name="WILLIAM RICARDO AGUILAR PIÑA" userId="25538c52-b196-49fc-9025-2dd86a54f18a" providerId="ADAL" clId="{745950B1-7808-4F21-B983-3E38AED47D4C}" dt="2019-03-18T20:03:57.314" v="731" actId="1036"/>
        <pc:sldMkLst>
          <pc:docMk/>
          <pc:sldMk cId="1076117791" sldId="340"/>
        </pc:sldMkLst>
        <pc:picChg chg="mod">
          <ac:chgData name="WILLIAM RICARDO AGUILAR PIÑA" userId="25538c52-b196-49fc-9025-2dd86a54f18a" providerId="ADAL" clId="{745950B1-7808-4F21-B983-3E38AED47D4C}" dt="2019-03-18T20:03:57.314" v="731" actId="1036"/>
          <ac:picMkLst>
            <pc:docMk/>
            <pc:sldMk cId="1076117791" sldId="340"/>
            <ac:picMk id="2" creationId="{00000000-0000-0000-0000-000000000000}"/>
          </ac:picMkLst>
        </pc:picChg>
        <pc:picChg chg="del">
          <ac:chgData name="WILLIAM RICARDO AGUILAR PIÑA" userId="25538c52-b196-49fc-9025-2dd86a54f18a" providerId="ADAL" clId="{745950B1-7808-4F21-B983-3E38AED47D4C}" dt="2019-03-18T20:03:25.207" v="714" actId="478"/>
          <ac:picMkLst>
            <pc:docMk/>
            <pc:sldMk cId="1076117791" sldId="340"/>
            <ac:picMk id="3" creationId="{00000000-0000-0000-0000-000000000000}"/>
          </ac:picMkLst>
        </pc:picChg>
        <pc:picChg chg="del">
          <ac:chgData name="WILLIAM RICARDO AGUILAR PIÑA" userId="25538c52-b196-49fc-9025-2dd86a54f18a" providerId="ADAL" clId="{745950B1-7808-4F21-B983-3E38AED47D4C}" dt="2019-03-18T20:03:40.445" v="720" actId="478"/>
          <ac:picMkLst>
            <pc:docMk/>
            <pc:sldMk cId="1076117791" sldId="340"/>
            <ac:picMk id="11" creationId="{00000000-0000-0000-0000-000000000000}"/>
          </ac:picMkLst>
        </pc:picChg>
        <pc:picChg chg="add mod ord">
          <ac:chgData name="WILLIAM RICARDO AGUILAR PIÑA" userId="25538c52-b196-49fc-9025-2dd86a54f18a" providerId="ADAL" clId="{745950B1-7808-4F21-B983-3E38AED47D4C}" dt="2019-03-18T20:03:34.070" v="719" actId="1076"/>
          <ac:picMkLst>
            <pc:docMk/>
            <pc:sldMk cId="1076117791" sldId="340"/>
            <ac:picMk id="19" creationId="{3D2C7BEF-F883-4395-8BF4-03EB1364055D}"/>
          </ac:picMkLst>
        </pc:picChg>
        <pc:picChg chg="add mod">
          <ac:chgData name="WILLIAM RICARDO AGUILAR PIÑA" userId="25538c52-b196-49fc-9025-2dd86a54f18a" providerId="ADAL" clId="{745950B1-7808-4F21-B983-3E38AED47D4C}" dt="2019-03-18T20:03:57.314" v="731" actId="1036"/>
          <ac:picMkLst>
            <pc:docMk/>
            <pc:sldMk cId="1076117791" sldId="340"/>
            <ac:picMk id="20" creationId="{52DF56F5-CA4B-4D3D-A356-048B13762A20}"/>
          </ac:picMkLst>
        </pc:picChg>
      </pc:sldChg>
      <pc:sldChg chg="add del">
        <pc:chgData name="WILLIAM RICARDO AGUILAR PIÑA" userId="25538c52-b196-49fc-9025-2dd86a54f18a" providerId="ADAL" clId="{745950B1-7808-4F21-B983-3E38AED47D4C}" dt="2019-03-18T20:45:26.633" v="766"/>
        <pc:sldMkLst>
          <pc:docMk/>
          <pc:sldMk cId="1616861817" sldId="385"/>
        </pc:sldMkLst>
      </pc:sldChg>
      <pc:sldMasterChg chg="modSp setBg modSldLayout">
        <pc:chgData name="WILLIAM RICARDO AGUILAR PIÑA" userId="25538c52-b196-49fc-9025-2dd86a54f18a" providerId="ADAL" clId="{745950B1-7808-4F21-B983-3E38AED47D4C}" dt="2019-03-18T19:28:48.563" v="2"/>
        <pc:sldMasterMkLst>
          <pc:docMk/>
          <pc:sldMasterMk cId="0" sldId="2147483648"/>
        </pc:sldMasterMkLst>
        <pc:spChg chg="mod">
          <ac:chgData name="WILLIAM RICARDO AGUILAR PIÑA" userId="25538c52-b196-49fc-9025-2dd86a54f18a" providerId="ADAL" clId="{745950B1-7808-4F21-B983-3E38AED47D4C}" dt="2019-03-18T19:28:48.563" v="2"/>
          <ac:spMkLst>
            <pc:docMk/>
            <pc:sldMasterMk cId="0" sldId="2147483648"/>
            <ac:spMk id="2" creationId="{00000000-0000-0000-0000-000000000000}"/>
          </ac:spMkLst>
        </pc:spChg>
        <pc:spChg chg="mod">
          <ac:chgData name="WILLIAM RICARDO AGUILAR PIÑA" userId="25538c52-b196-49fc-9025-2dd86a54f18a" providerId="ADAL" clId="{745950B1-7808-4F21-B983-3E38AED47D4C}" dt="2019-03-18T19:28:48.563" v="2"/>
          <ac:spMkLst>
            <pc:docMk/>
            <pc:sldMasterMk cId="0" sldId="2147483648"/>
            <ac:spMk id="3" creationId="{00000000-0000-0000-0000-000000000000}"/>
          </ac:spMkLst>
        </pc:spChg>
        <pc:spChg chg="mod">
          <ac:chgData name="WILLIAM RICARDO AGUILAR PIÑA" userId="25538c52-b196-49fc-9025-2dd86a54f18a" providerId="ADAL" clId="{745950B1-7808-4F21-B983-3E38AED47D4C}" dt="2019-03-18T19:28:48.563" v="2"/>
          <ac:spMkLst>
            <pc:docMk/>
            <pc:sldMasterMk cId="0" sldId="2147483648"/>
            <ac:spMk id="4" creationId="{00000000-0000-0000-0000-000000000000}"/>
          </ac:spMkLst>
        </pc:spChg>
        <pc:spChg chg="mod">
          <ac:chgData name="WILLIAM RICARDO AGUILAR PIÑA" userId="25538c52-b196-49fc-9025-2dd86a54f18a" providerId="ADAL" clId="{745950B1-7808-4F21-B983-3E38AED47D4C}" dt="2019-03-18T19:28:48.563" v="2"/>
          <ac:spMkLst>
            <pc:docMk/>
            <pc:sldMasterMk cId="0" sldId="2147483648"/>
            <ac:spMk id="5" creationId="{00000000-0000-0000-0000-000000000000}"/>
          </ac:spMkLst>
        </pc:spChg>
        <pc:spChg chg="mod">
          <ac:chgData name="WILLIAM RICARDO AGUILAR PIÑA" userId="25538c52-b196-49fc-9025-2dd86a54f18a" providerId="ADAL" clId="{745950B1-7808-4F21-B983-3E38AED47D4C}" dt="2019-03-18T19:28:48.563" v="2"/>
          <ac:spMkLst>
            <pc:docMk/>
            <pc:sldMasterMk cId="0" sldId="2147483648"/>
            <ac:spMk id="6" creationId="{00000000-0000-0000-0000-000000000000}"/>
          </ac:spMkLst>
        </pc:spChg>
        <pc:sldLayoutChg chg="modSp setBg">
          <pc:chgData name="WILLIAM RICARDO AGUILAR PIÑA" userId="25538c52-b196-49fc-9025-2dd86a54f18a" providerId="ADAL" clId="{745950B1-7808-4F21-B983-3E38AED47D4C}" dt="2019-03-18T19:28:48.563" v="2"/>
          <pc:sldLayoutMkLst>
            <pc:docMk/>
            <pc:sldMasterMk cId="0" sldId="2147483648"/>
            <pc:sldLayoutMk cId="0" sldId="2147483649"/>
          </pc:sldLayoutMkLst>
          <pc:spChg chg="mod">
            <ac:chgData name="WILLIAM RICARDO AGUILAR PIÑA" userId="25538c52-b196-49fc-9025-2dd86a54f18a" providerId="ADAL" clId="{745950B1-7808-4F21-B983-3E38AED47D4C}" dt="2019-03-18T19:28:48.563" v="2"/>
            <ac:spMkLst>
              <pc:docMk/>
              <pc:sldMasterMk cId="0" sldId="2147483648"/>
              <pc:sldLayoutMk cId="0" sldId="2147483649"/>
              <ac:spMk id="2" creationId="{00000000-0000-0000-0000-000000000000}"/>
            </ac:spMkLst>
          </pc:spChg>
          <pc:spChg chg="mod">
            <ac:chgData name="WILLIAM RICARDO AGUILAR PIÑA" userId="25538c52-b196-49fc-9025-2dd86a54f18a" providerId="ADAL" clId="{745950B1-7808-4F21-B983-3E38AED47D4C}" dt="2019-03-18T19:28:48.563" v="2"/>
            <ac:spMkLst>
              <pc:docMk/>
              <pc:sldMasterMk cId="0" sldId="2147483648"/>
              <pc:sldLayoutMk cId="0" sldId="2147483649"/>
              <ac:spMk id="3" creationId="{00000000-0000-0000-0000-000000000000}"/>
            </ac:spMkLst>
          </pc:spChg>
        </pc:sldLayoutChg>
        <pc:sldLayoutChg chg="setBg">
          <pc:chgData name="WILLIAM RICARDO AGUILAR PIÑA" userId="25538c52-b196-49fc-9025-2dd86a54f18a" providerId="ADAL" clId="{745950B1-7808-4F21-B983-3E38AED47D4C}" dt="2019-03-18T19:28:44.923" v="1"/>
          <pc:sldLayoutMkLst>
            <pc:docMk/>
            <pc:sldMasterMk cId="0" sldId="2147483648"/>
            <pc:sldLayoutMk cId="0" sldId="2147483650"/>
          </pc:sldLayoutMkLst>
        </pc:sldLayoutChg>
        <pc:sldLayoutChg chg="modSp setBg">
          <pc:chgData name="WILLIAM RICARDO AGUILAR PIÑA" userId="25538c52-b196-49fc-9025-2dd86a54f18a" providerId="ADAL" clId="{745950B1-7808-4F21-B983-3E38AED47D4C}" dt="2019-03-18T19:28:48.563" v="2"/>
          <pc:sldLayoutMkLst>
            <pc:docMk/>
            <pc:sldMasterMk cId="0" sldId="2147483648"/>
            <pc:sldLayoutMk cId="0" sldId="2147483651"/>
          </pc:sldLayoutMkLst>
          <pc:spChg chg="mod">
            <ac:chgData name="WILLIAM RICARDO AGUILAR PIÑA" userId="25538c52-b196-49fc-9025-2dd86a54f18a" providerId="ADAL" clId="{745950B1-7808-4F21-B983-3E38AED47D4C}" dt="2019-03-18T19:28:48.563" v="2"/>
            <ac:spMkLst>
              <pc:docMk/>
              <pc:sldMasterMk cId="0" sldId="2147483648"/>
              <pc:sldLayoutMk cId="0" sldId="2147483651"/>
              <ac:spMk id="2" creationId="{00000000-0000-0000-0000-000000000000}"/>
            </ac:spMkLst>
          </pc:spChg>
          <pc:spChg chg="mod">
            <ac:chgData name="WILLIAM RICARDO AGUILAR PIÑA" userId="25538c52-b196-49fc-9025-2dd86a54f18a" providerId="ADAL" clId="{745950B1-7808-4F21-B983-3E38AED47D4C}" dt="2019-03-18T19:28:48.563" v="2"/>
            <ac:spMkLst>
              <pc:docMk/>
              <pc:sldMasterMk cId="0" sldId="2147483648"/>
              <pc:sldLayoutMk cId="0" sldId="2147483651"/>
              <ac:spMk id="3" creationId="{00000000-0000-0000-0000-000000000000}"/>
            </ac:spMkLst>
          </pc:spChg>
        </pc:sldLayoutChg>
        <pc:sldLayoutChg chg="modSp setBg">
          <pc:chgData name="WILLIAM RICARDO AGUILAR PIÑA" userId="25538c52-b196-49fc-9025-2dd86a54f18a" providerId="ADAL" clId="{745950B1-7808-4F21-B983-3E38AED47D4C}" dt="2019-03-18T19:28:48.563" v="2"/>
          <pc:sldLayoutMkLst>
            <pc:docMk/>
            <pc:sldMasterMk cId="0" sldId="2147483648"/>
            <pc:sldLayoutMk cId="0" sldId="2147483652"/>
          </pc:sldLayoutMkLst>
          <pc:spChg chg="mod">
            <ac:chgData name="WILLIAM RICARDO AGUILAR PIÑA" userId="25538c52-b196-49fc-9025-2dd86a54f18a" providerId="ADAL" clId="{745950B1-7808-4F21-B983-3E38AED47D4C}" dt="2019-03-18T19:28:48.563" v="2"/>
            <ac:spMkLst>
              <pc:docMk/>
              <pc:sldMasterMk cId="0" sldId="2147483648"/>
              <pc:sldLayoutMk cId="0" sldId="2147483652"/>
              <ac:spMk id="3" creationId="{00000000-0000-0000-0000-000000000000}"/>
            </ac:spMkLst>
          </pc:spChg>
          <pc:spChg chg="mod">
            <ac:chgData name="WILLIAM RICARDO AGUILAR PIÑA" userId="25538c52-b196-49fc-9025-2dd86a54f18a" providerId="ADAL" clId="{745950B1-7808-4F21-B983-3E38AED47D4C}" dt="2019-03-18T19:28:48.563" v="2"/>
            <ac:spMkLst>
              <pc:docMk/>
              <pc:sldMasterMk cId="0" sldId="2147483648"/>
              <pc:sldLayoutMk cId="0" sldId="2147483652"/>
              <ac:spMk id="4" creationId="{00000000-0000-0000-0000-000000000000}"/>
            </ac:spMkLst>
          </pc:spChg>
        </pc:sldLayoutChg>
        <pc:sldLayoutChg chg="modSp setBg">
          <pc:chgData name="WILLIAM RICARDO AGUILAR PIÑA" userId="25538c52-b196-49fc-9025-2dd86a54f18a" providerId="ADAL" clId="{745950B1-7808-4F21-B983-3E38AED47D4C}" dt="2019-03-18T19:28:48.563" v="2"/>
          <pc:sldLayoutMkLst>
            <pc:docMk/>
            <pc:sldMasterMk cId="0" sldId="2147483648"/>
            <pc:sldLayoutMk cId="0" sldId="2147483653"/>
          </pc:sldLayoutMkLst>
          <pc:spChg chg="mod">
            <ac:chgData name="WILLIAM RICARDO AGUILAR PIÑA" userId="25538c52-b196-49fc-9025-2dd86a54f18a" providerId="ADAL" clId="{745950B1-7808-4F21-B983-3E38AED47D4C}" dt="2019-03-18T19:28:48.563" v="2"/>
            <ac:spMkLst>
              <pc:docMk/>
              <pc:sldMasterMk cId="0" sldId="2147483648"/>
              <pc:sldLayoutMk cId="0" sldId="2147483653"/>
              <ac:spMk id="3" creationId="{00000000-0000-0000-0000-000000000000}"/>
            </ac:spMkLst>
          </pc:spChg>
          <pc:spChg chg="mod">
            <ac:chgData name="WILLIAM RICARDO AGUILAR PIÑA" userId="25538c52-b196-49fc-9025-2dd86a54f18a" providerId="ADAL" clId="{745950B1-7808-4F21-B983-3E38AED47D4C}" dt="2019-03-18T19:28:48.563" v="2"/>
            <ac:spMkLst>
              <pc:docMk/>
              <pc:sldMasterMk cId="0" sldId="2147483648"/>
              <pc:sldLayoutMk cId="0" sldId="2147483653"/>
              <ac:spMk id="4" creationId="{00000000-0000-0000-0000-000000000000}"/>
            </ac:spMkLst>
          </pc:spChg>
          <pc:spChg chg="mod">
            <ac:chgData name="WILLIAM RICARDO AGUILAR PIÑA" userId="25538c52-b196-49fc-9025-2dd86a54f18a" providerId="ADAL" clId="{745950B1-7808-4F21-B983-3E38AED47D4C}" dt="2019-03-18T19:28:48.563" v="2"/>
            <ac:spMkLst>
              <pc:docMk/>
              <pc:sldMasterMk cId="0" sldId="2147483648"/>
              <pc:sldLayoutMk cId="0" sldId="2147483653"/>
              <ac:spMk id="5" creationId="{00000000-0000-0000-0000-000000000000}"/>
            </ac:spMkLst>
          </pc:spChg>
          <pc:spChg chg="mod">
            <ac:chgData name="WILLIAM RICARDO AGUILAR PIÑA" userId="25538c52-b196-49fc-9025-2dd86a54f18a" providerId="ADAL" clId="{745950B1-7808-4F21-B983-3E38AED47D4C}" dt="2019-03-18T19:28:48.563" v="2"/>
            <ac:spMkLst>
              <pc:docMk/>
              <pc:sldMasterMk cId="0" sldId="2147483648"/>
              <pc:sldLayoutMk cId="0" sldId="2147483653"/>
              <ac:spMk id="6" creationId="{00000000-0000-0000-0000-000000000000}"/>
            </ac:spMkLst>
          </pc:spChg>
        </pc:sldLayoutChg>
        <pc:sldLayoutChg chg="setBg">
          <pc:chgData name="WILLIAM RICARDO AGUILAR PIÑA" userId="25538c52-b196-49fc-9025-2dd86a54f18a" providerId="ADAL" clId="{745950B1-7808-4F21-B983-3E38AED47D4C}" dt="2019-03-18T19:28:44.923" v="1"/>
          <pc:sldLayoutMkLst>
            <pc:docMk/>
            <pc:sldMasterMk cId="0" sldId="2147483648"/>
            <pc:sldLayoutMk cId="0" sldId="2147483654"/>
          </pc:sldLayoutMkLst>
        </pc:sldLayoutChg>
        <pc:sldLayoutChg chg="setBg">
          <pc:chgData name="WILLIAM RICARDO AGUILAR PIÑA" userId="25538c52-b196-49fc-9025-2dd86a54f18a" providerId="ADAL" clId="{745950B1-7808-4F21-B983-3E38AED47D4C}" dt="2019-03-18T19:28:44.923" v="1"/>
          <pc:sldLayoutMkLst>
            <pc:docMk/>
            <pc:sldMasterMk cId="0" sldId="2147483648"/>
            <pc:sldLayoutMk cId="0" sldId="2147483655"/>
          </pc:sldLayoutMkLst>
        </pc:sldLayoutChg>
        <pc:sldLayoutChg chg="modSp setBg">
          <pc:chgData name="WILLIAM RICARDO AGUILAR PIÑA" userId="25538c52-b196-49fc-9025-2dd86a54f18a" providerId="ADAL" clId="{745950B1-7808-4F21-B983-3E38AED47D4C}" dt="2019-03-18T19:28:48.563" v="2"/>
          <pc:sldLayoutMkLst>
            <pc:docMk/>
            <pc:sldMasterMk cId="0" sldId="2147483648"/>
            <pc:sldLayoutMk cId="0" sldId="2147483656"/>
          </pc:sldLayoutMkLst>
          <pc:spChg chg="mod">
            <ac:chgData name="WILLIAM RICARDO AGUILAR PIÑA" userId="25538c52-b196-49fc-9025-2dd86a54f18a" providerId="ADAL" clId="{745950B1-7808-4F21-B983-3E38AED47D4C}" dt="2019-03-18T19:28:48.563" v="2"/>
            <ac:spMkLst>
              <pc:docMk/>
              <pc:sldMasterMk cId="0" sldId="2147483648"/>
              <pc:sldLayoutMk cId="0" sldId="2147483656"/>
              <ac:spMk id="2" creationId="{00000000-0000-0000-0000-000000000000}"/>
            </ac:spMkLst>
          </pc:spChg>
          <pc:spChg chg="mod">
            <ac:chgData name="WILLIAM RICARDO AGUILAR PIÑA" userId="25538c52-b196-49fc-9025-2dd86a54f18a" providerId="ADAL" clId="{745950B1-7808-4F21-B983-3E38AED47D4C}" dt="2019-03-18T19:28:48.563" v="2"/>
            <ac:spMkLst>
              <pc:docMk/>
              <pc:sldMasterMk cId="0" sldId="2147483648"/>
              <pc:sldLayoutMk cId="0" sldId="2147483656"/>
              <ac:spMk id="3" creationId="{00000000-0000-0000-0000-000000000000}"/>
            </ac:spMkLst>
          </pc:spChg>
          <pc:spChg chg="mod">
            <ac:chgData name="WILLIAM RICARDO AGUILAR PIÑA" userId="25538c52-b196-49fc-9025-2dd86a54f18a" providerId="ADAL" clId="{745950B1-7808-4F21-B983-3E38AED47D4C}" dt="2019-03-18T19:28:48.563" v="2"/>
            <ac:spMkLst>
              <pc:docMk/>
              <pc:sldMasterMk cId="0" sldId="2147483648"/>
              <pc:sldLayoutMk cId="0" sldId="2147483656"/>
              <ac:spMk id="4" creationId="{00000000-0000-0000-0000-000000000000}"/>
            </ac:spMkLst>
          </pc:spChg>
        </pc:sldLayoutChg>
        <pc:sldLayoutChg chg="modSp setBg">
          <pc:chgData name="WILLIAM RICARDO AGUILAR PIÑA" userId="25538c52-b196-49fc-9025-2dd86a54f18a" providerId="ADAL" clId="{745950B1-7808-4F21-B983-3E38AED47D4C}" dt="2019-03-18T19:28:48.563" v="2"/>
          <pc:sldLayoutMkLst>
            <pc:docMk/>
            <pc:sldMasterMk cId="0" sldId="2147483648"/>
            <pc:sldLayoutMk cId="0" sldId="2147483657"/>
          </pc:sldLayoutMkLst>
          <pc:spChg chg="mod">
            <ac:chgData name="WILLIAM RICARDO AGUILAR PIÑA" userId="25538c52-b196-49fc-9025-2dd86a54f18a" providerId="ADAL" clId="{745950B1-7808-4F21-B983-3E38AED47D4C}" dt="2019-03-18T19:28:48.563" v="2"/>
            <ac:spMkLst>
              <pc:docMk/>
              <pc:sldMasterMk cId="0" sldId="2147483648"/>
              <pc:sldLayoutMk cId="0" sldId="2147483657"/>
              <ac:spMk id="2" creationId="{00000000-0000-0000-0000-000000000000}"/>
            </ac:spMkLst>
          </pc:spChg>
          <pc:spChg chg="mod">
            <ac:chgData name="WILLIAM RICARDO AGUILAR PIÑA" userId="25538c52-b196-49fc-9025-2dd86a54f18a" providerId="ADAL" clId="{745950B1-7808-4F21-B983-3E38AED47D4C}" dt="2019-03-18T19:28:48.563" v="2"/>
            <ac:spMkLst>
              <pc:docMk/>
              <pc:sldMasterMk cId="0" sldId="2147483648"/>
              <pc:sldLayoutMk cId="0" sldId="2147483657"/>
              <ac:spMk id="3" creationId="{00000000-0000-0000-0000-000000000000}"/>
            </ac:spMkLst>
          </pc:spChg>
          <pc:spChg chg="mod">
            <ac:chgData name="WILLIAM RICARDO AGUILAR PIÑA" userId="25538c52-b196-49fc-9025-2dd86a54f18a" providerId="ADAL" clId="{745950B1-7808-4F21-B983-3E38AED47D4C}" dt="2019-03-18T19:28:48.563" v="2"/>
            <ac:spMkLst>
              <pc:docMk/>
              <pc:sldMasterMk cId="0" sldId="2147483648"/>
              <pc:sldLayoutMk cId="0" sldId="2147483657"/>
              <ac:spMk id="4" creationId="{00000000-0000-0000-0000-000000000000}"/>
            </ac:spMkLst>
          </pc:spChg>
        </pc:sldLayoutChg>
        <pc:sldLayoutChg chg="setBg">
          <pc:chgData name="WILLIAM RICARDO AGUILAR PIÑA" userId="25538c52-b196-49fc-9025-2dd86a54f18a" providerId="ADAL" clId="{745950B1-7808-4F21-B983-3E38AED47D4C}" dt="2019-03-18T19:28:44.923" v="1"/>
          <pc:sldLayoutMkLst>
            <pc:docMk/>
            <pc:sldMasterMk cId="0" sldId="2147483648"/>
            <pc:sldLayoutMk cId="0" sldId="2147483658"/>
          </pc:sldLayoutMkLst>
        </pc:sldLayoutChg>
        <pc:sldLayoutChg chg="modSp setBg">
          <pc:chgData name="WILLIAM RICARDO AGUILAR PIÑA" userId="25538c52-b196-49fc-9025-2dd86a54f18a" providerId="ADAL" clId="{745950B1-7808-4F21-B983-3E38AED47D4C}" dt="2019-03-18T19:28:48.563" v="2"/>
          <pc:sldLayoutMkLst>
            <pc:docMk/>
            <pc:sldMasterMk cId="0" sldId="2147483648"/>
            <pc:sldLayoutMk cId="0" sldId="2147483659"/>
          </pc:sldLayoutMkLst>
          <pc:spChg chg="mod">
            <ac:chgData name="WILLIAM RICARDO AGUILAR PIÑA" userId="25538c52-b196-49fc-9025-2dd86a54f18a" providerId="ADAL" clId="{745950B1-7808-4F21-B983-3E38AED47D4C}" dt="2019-03-18T19:28:48.563" v="2"/>
            <ac:spMkLst>
              <pc:docMk/>
              <pc:sldMasterMk cId="0" sldId="2147483648"/>
              <pc:sldLayoutMk cId="0" sldId="2147483659"/>
              <ac:spMk id="2" creationId="{00000000-0000-0000-0000-000000000000}"/>
            </ac:spMkLst>
          </pc:spChg>
          <pc:spChg chg="mod">
            <ac:chgData name="WILLIAM RICARDO AGUILAR PIÑA" userId="25538c52-b196-49fc-9025-2dd86a54f18a" providerId="ADAL" clId="{745950B1-7808-4F21-B983-3E38AED47D4C}" dt="2019-03-18T19:28:48.563" v="2"/>
            <ac:spMkLst>
              <pc:docMk/>
              <pc:sldMasterMk cId="0" sldId="2147483648"/>
              <pc:sldLayoutMk cId="0" sldId="2147483659"/>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21/11/2025</a:t>
            </a:fld>
            <a:endParaRPr lang="es-CO" dirty="0"/>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dirty="0"/>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8" name="7 Marcador de pie de página"/>
          <p:cNvSpPr>
            <a:spLocks noGrp="1"/>
          </p:cNvSpPr>
          <p:nvPr>
            <p:ph type="ftr" sz="quarter" idx="11"/>
          </p:nvPr>
        </p:nvSpPr>
        <p:spPr/>
        <p:txBody>
          <a:bodyPr/>
          <a:lstStyle/>
          <a:p>
            <a:endParaRPr lang="es-CO" dirty="0"/>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4" name="3 Marcador de pie de página"/>
          <p:cNvSpPr>
            <a:spLocks noGrp="1"/>
          </p:cNvSpPr>
          <p:nvPr>
            <p:ph type="ftr" sz="quarter" idx="11"/>
          </p:nvPr>
        </p:nvSpPr>
        <p:spPr/>
        <p:txBody>
          <a:bodyPr/>
          <a:lstStyle/>
          <a:p>
            <a:endParaRPr lang="es-CO" dirty="0"/>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3" name="2 Marcador de pie de página"/>
          <p:cNvSpPr>
            <a:spLocks noGrp="1"/>
          </p:cNvSpPr>
          <p:nvPr>
            <p:ph type="ftr" sz="quarter" idx="11"/>
          </p:nvPr>
        </p:nvSpPr>
        <p:spPr/>
        <p:txBody>
          <a:bodyPr/>
          <a:lstStyle/>
          <a:p>
            <a:endParaRPr lang="es-CO" dirty="0"/>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dirty="0"/>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emf"/><Relationship Id="rId7" Type="http://schemas.openxmlformats.org/officeDocument/2006/relationships/image" Target="../media/image7.png"/><Relationship Id="rId2" Type="http://schemas.openxmlformats.org/officeDocument/2006/relationships/image" Target="../media/image12.emf"/><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3.emf"/><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2.png"/><Relationship Id="rId7" Type="http://schemas.openxmlformats.org/officeDocument/2006/relationships/image" Target="../media/image1.png"/><Relationship Id="rId2"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v.20250730</a:t>
            </a:r>
          </a:p>
          <a:p>
            <a:pPr algn="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ES" sz="1200" dirty="0">
                <a:latin typeface="Segoe UI Light" panose="020B0502040204020203" pitchFamily="34" charset="0"/>
                <a:cs typeface="Segoe UI Light" panose="020B0502040204020203" pitchFamily="34" charset="0"/>
              </a:rPr>
              <a:t>Trazado de ejes y construcción del modelo 3D</a:t>
            </a:r>
          </a:p>
          <a:p>
            <a:r>
              <a:rPr lang="es-ES" sz="1600" dirty="0">
                <a:latin typeface="Segoe UI Light" panose="020B0502040204020203" pitchFamily="34" charset="0"/>
                <a:cs typeface="Segoe UI Light" panose="020B0502040204020203" pitchFamily="34" charset="0"/>
              </a:rPr>
              <a:t>Modelo de terreno con la geometría del canal sinuoso diseñado y cauces laterales</a:t>
            </a:r>
            <a:endParaRPr lang="es-CO" sz="1600" dirty="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8" name="1 Título">
            <a:extLst>
              <a:ext uri="{FF2B5EF4-FFF2-40B4-BE49-F238E27FC236}">
                <a16:creationId xmlns:a16="http://schemas.microsoft.com/office/drawing/2014/main" id="{BC6CE30C-F18E-4CFD-A411-116BA73DE5D3}"/>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baalkara@gmail.com</a:t>
            </a:r>
            <a:endParaRPr lang="es-CO" sz="800" spc="1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9F24EFEB-8AB1-4279-9830-84BAE23342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863752" y="1890117"/>
            <a:ext cx="4464496" cy="3077766"/>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Objetivos</a:t>
            </a:r>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 </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Crear las secciones de corte para la sección definida del cauce sinuoso.</a:t>
            </a:r>
          </a:p>
          <a:p>
            <a:pPr marL="285750" indent="-285750" algn="just">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Crear las leyes de corte y relleno para la sección del cauce sinuoso.</a:t>
            </a:r>
          </a:p>
          <a:p>
            <a:pPr marL="285750" indent="-285750" algn="just">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Crear el corredor para el cauce sinuoso.</a:t>
            </a:r>
          </a:p>
          <a:p>
            <a:pPr marL="285750" indent="-285750" algn="just">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Crear el modelo de terreno combinado valle y cauce sinuoso.</a:t>
            </a:r>
          </a:p>
        </p:txBody>
      </p:sp>
      <p:pic>
        <p:nvPicPr>
          <p:cNvPr id="3" name="Imagen 2">
            <a:extLst>
              <a:ext uri="{FF2B5EF4-FFF2-40B4-BE49-F238E27FC236}">
                <a16:creationId xmlns:a16="http://schemas.microsoft.com/office/drawing/2014/main" id="{1F084EE2-D0BD-4AF5-9EE0-349A7CAD3A6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852190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251684" y="2751891"/>
            <a:ext cx="5688632" cy="1354217"/>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Herramientas computacionales requeridas</a:t>
            </a:r>
          </a:p>
          <a:p>
            <a:r>
              <a:rPr lang="es-CO" sz="1600" dirty="0">
                <a:latin typeface="Segoe UI Light" panose="020B0502040204020203" pitchFamily="34" charset="0"/>
                <a:cs typeface="Segoe UI Light" panose="020B0502040204020203" pitchFamily="34" charset="0"/>
              </a:rPr>
              <a:t> </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Autodesk AutoCAD ®.</a:t>
            </a:r>
          </a:p>
          <a:p>
            <a:pPr algn="just"/>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Autodesk Civil ®3D.</a:t>
            </a:r>
          </a:p>
        </p:txBody>
      </p:sp>
      <p:pic>
        <p:nvPicPr>
          <p:cNvPr id="3" name="Imagen 2">
            <a:extLst>
              <a:ext uri="{FF2B5EF4-FFF2-40B4-BE49-F238E27FC236}">
                <a16:creationId xmlns:a16="http://schemas.microsoft.com/office/drawing/2014/main" id="{5FC348D1-E176-48B3-81FC-DBFF8538387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805327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97778" y="3105834"/>
            <a:ext cx="3996444"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1: Copiar los ejes definidos para cauce principal y sus </a:t>
            </a:r>
            <a:r>
              <a:rPr lang="es-CO" dirty="0" err="1">
                <a:latin typeface="Segoe UI Light" panose="020B0502040204020203" pitchFamily="34" charset="0"/>
                <a:cs typeface="Segoe UI Light" panose="020B0502040204020203" pitchFamily="34" charset="0"/>
              </a:rPr>
              <a:t>Offsets</a:t>
            </a:r>
            <a:endParaRPr lang="es-CO" sz="1200" dirty="0">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86BA8BB6-96BB-4399-8E8F-3F3CCA4D5E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812452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12830"/>
        </a:solidFill>
        <a:effectLst/>
      </p:bgPr>
    </p:bg>
    <p:spTree>
      <p:nvGrpSpPr>
        <p:cNvPr id="1" name=""/>
        <p:cNvGrpSpPr/>
        <p:nvPr/>
      </p:nvGrpSpPr>
      <p:grpSpPr>
        <a:xfrm>
          <a:off x="0" y="0"/>
          <a:ext cx="0" cy="0"/>
          <a:chOff x="0" y="0"/>
          <a:chExt cx="0" cy="0"/>
        </a:xfrm>
      </p:grpSpPr>
      <p:sp>
        <p:nvSpPr>
          <p:cNvPr id="8" name="7 CuadroTexto"/>
          <p:cNvSpPr txBox="1"/>
          <p:nvPr/>
        </p:nvSpPr>
        <p:spPr>
          <a:xfrm>
            <a:off x="353258" y="1224204"/>
            <a:ext cx="6031047" cy="1323439"/>
          </a:xfrm>
          <a:prstGeom prst="rect">
            <a:avLst/>
          </a:prstGeom>
          <a:noFill/>
        </p:spPr>
        <p:txBody>
          <a:bodyPr wrap="square" rtlCol="0">
            <a:spAutoFit/>
          </a:bodyPr>
          <a:lstStyle/>
          <a:p>
            <a:r>
              <a:rPr lang="es-CO" sz="1600" dirty="0">
                <a:solidFill>
                  <a:schemeClr val="bg1">
                    <a:lumMod val="95000"/>
                  </a:schemeClr>
                </a:solidFill>
                <a:latin typeface="Segoe UI Light" panose="020B0502040204020203" pitchFamily="34" charset="0"/>
                <a:cs typeface="Segoe UI Light" panose="020B0502040204020203" pitchFamily="34" charset="0"/>
              </a:rPr>
              <a:t>1. </a:t>
            </a:r>
            <a:r>
              <a:rPr lang="es-CO" sz="1600" dirty="0">
                <a:solidFill>
                  <a:schemeClr val="bg1"/>
                </a:solidFill>
                <a:latin typeface="Segoe UI Light" panose="020B0502040204020203" pitchFamily="34" charset="0"/>
                <a:cs typeface="Segoe UI Light" panose="020B0502040204020203" pitchFamily="34" charset="0"/>
              </a:rPr>
              <a:t>Abrir el archivo </a:t>
            </a:r>
            <a:r>
              <a:rPr lang="es-CO" sz="1600" i="1" dirty="0">
                <a:solidFill>
                  <a:schemeClr val="bg1"/>
                </a:solidFill>
                <a:latin typeface="Segoe UI Light" panose="020B0502040204020203" pitchFamily="34" charset="0"/>
                <a:cs typeface="Segoe UI Light" panose="020B0502040204020203" pitchFamily="34" charset="0"/>
              </a:rPr>
              <a:t>/file/</a:t>
            </a:r>
            <a:r>
              <a:rPr lang="es-CO" sz="1600" i="1" dirty="0" err="1">
                <a:solidFill>
                  <a:schemeClr val="bg1"/>
                </a:solidFill>
                <a:latin typeface="Segoe UI Light" panose="020B0502040204020203" pitchFamily="34" charset="0"/>
                <a:cs typeface="Segoe UI Light" panose="020B0502040204020203" pitchFamily="34" charset="0"/>
              </a:rPr>
              <a:t>cad</a:t>
            </a:r>
            <a:r>
              <a:rPr lang="es-CO" sz="1600" i="1" dirty="0">
                <a:solidFill>
                  <a:schemeClr val="bg1"/>
                </a:solidFill>
                <a:latin typeface="Segoe UI Light" panose="020B0502040204020203" pitchFamily="34" charset="0"/>
                <a:cs typeface="Segoe UI Light" panose="020B0502040204020203" pitchFamily="34" charset="0"/>
              </a:rPr>
              <a:t>/civil/</a:t>
            </a:r>
            <a:r>
              <a:rPr lang="pt-BR" sz="1600" i="1" dirty="0">
                <a:solidFill>
                  <a:schemeClr val="bg1"/>
                </a:solidFill>
                <a:latin typeface="Segoe UI Light" panose="020B0502040204020203" pitchFamily="34" charset="0"/>
                <a:cs typeface="Segoe UI Light" panose="020B0502040204020203" pitchFamily="34" charset="0"/>
              </a:rPr>
              <a:t>Civil3D_MDT_CorredorValle_v1.dwg </a:t>
            </a:r>
            <a:r>
              <a:rPr lang="es-CO" sz="1600" dirty="0">
                <a:solidFill>
                  <a:schemeClr val="bg1">
                    <a:lumMod val="95000"/>
                  </a:schemeClr>
                </a:solidFill>
                <a:latin typeface="Segoe UI Light" panose="020B0502040204020203" pitchFamily="34" charset="0"/>
                <a:cs typeface="Segoe UI Light" panose="020B0502040204020203" pitchFamily="34" charset="0"/>
              </a:rPr>
              <a:t>donde se definió el corredor para el Valle suavizado, guardar como </a:t>
            </a:r>
            <a:r>
              <a:rPr lang="es-CO" sz="1600" i="1" dirty="0">
                <a:solidFill>
                  <a:schemeClr val="bg1"/>
                </a:solidFill>
                <a:latin typeface="Segoe UI Light" panose="020B0502040204020203" pitchFamily="34" charset="0"/>
                <a:cs typeface="Segoe UI Light" panose="020B0502040204020203" pitchFamily="34" charset="0"/>
              </a:rPr>
              <a:t>/file/</a:t>
            </a:r>
            <a:r>
              <a:rPr lang="es-CO" sz="1600" i="1" dirty="0" err="1">
                <a:solidFill>
                  <a:schemeClr val="bg1"/>
                </a:solidFill>
                <a:latin typeface="Segoe UI Light" panose="020B0502040204020203" pitchFamily="34" charset="0"/>
                <a:cs typeface="Segoe UI Light" panose="020B0502040204020203" pitchFamily="34" charset="0"/>
              </a:rPr>
              <a:t>cad</a:t>
            </a:r>
            <a:r>
              <a:rPr lang="es-CO" sz="1600" i="1" dirty="0">
                <a:solidFill>
                  <a:schemeClr val="bg1"/>
                </a:solidFill>
                <a:latin typeface="Segoe UI Light" panose="020B0502040204020203" pitchFamily="34" charset="0"/>
                <a:cs typeface="Segoe UI Light" panose="020B0502040204020203" pitchFamily="34" charset="0"/>
              </a:rPr>
              <a:t>/civil/</a:t>
            </a:r>
            <a:r>
              <a:rPr lang="pt-BR" sz="1600" dirty="0">
                <a:solidFill>
                  <a:schemeClr val="bg1">
                    <a:lumMod val="95000"/>
                  </a:schemeClr>
                </a:solidFill>
                <a:latin typeface="Segoe UI Light" panose="020B0502040204020203" pitchFamily="34" charset="0"/>
                <a:cs typeface="Segoe UI Light" panose="020B0502040204020203" pitchFamily="34" charset="0"/>
              </a:rPr>
              <a:t>Civil3D_MDT_CorredorValleRio_v1.dwg </a:t>
            </a:r>
            <a:r>
              <a:rPr lang="es-CO" sz="1600" dirty="0">
                <a:solidFill>
                  <a:schemeClr val="bg1">
                    <a:lumMod val="95000"/>
                  </a:schemeClr>
                </a:solidFill>
                <a:latin typeface="Segoe UI Light" panose="020B0502040204020203" pitchFamily="34" charset="0"/>
                <a:cs typeface="Segoe UI Light" panose="020B0502040204020203" pitchFamily="34" charset="0"/>
              </a:rPr>
              <a:t>e importar los ejes principales para cauce sinuoso y sus respectivos ejes Offset desde el archivo </a:t>
            </a:r>
            <a:r>
              <a:rPr lang="es-CO" sz="1600" i="1" dirty="0">
                <a:solidFill>
                  <a:schemeClr val="bg1"/>
                </a:solidFill>
                <a:latin typeface="Segoe UI Light" panose="020B0502040204020203" pitchFamily="34" charset="0"/>
                <a:cs typeface="Segoe UI Light" panose="020B0502040204020203" pitchFamily="34" charset="0"/>
              </a:rPr>
              <a:t>/file/</a:t>
            </a:r>
            <a:r>
              <a:rPr lang="es-CO" sz="1600" i="1" dirty="0" err="1">
                <a:solidFill>
                  <a:schemeClr val="bg1"/>
                </a:solidFill>
                <a:latin typeface="Segoe UI Light" panose="020B0502040204020203" pitchFamily="34" charset="0"/>
                <a:cs typeface="Segoe UI Light" panose="020B0502040204020203" pitchFamily="34" charset="0"/>
              </a:rPr>
              <a:t>cad</a:t>
            </a:r>
            <a:r>
              <a:rPr lang="es-CO" sz="1600" i="1" dirty="0">
                <a:solidFill>
                  <a:schemeClr val="bg1"/>
                </a:solidFill>
                <a:latin typeface="Segoe UI Light" panose="020B0502040204020203" pitchFamily="34" charset="0"/>
                <a:cs typeface="Segoe UI Light" panose="020B0502040204020203" pitchFamily="34" charset="0"/>
              </a:rPr>
              <a:t>/civil/Civil3D_Ejes_v0.dwg</a:t>
            </a:r>
            <a:r>
              <a:rPr lang="es-CO" sz="1600" dirty="0">
                <a:solidFill>
                  <a:schemeClr val="bg1">
                    <a:lumMod val="95000"/>
                  </a:schemeClr>
                </a:solidFill>
                <a:latin typeface="Segoe UI Light" panose="020B0502040204020203" pitchFamily="34" charset="0"/>
                <a:cs typeface="Segoe UI Light" panose="020B0502040204020203" pitchFamily="34" charset="0"/>
              </a:rPr>
              <a:t>.</a:t>
            </a:r>
            <a:endParaRPr lang="es-CO" sz="1200" dirty="0">
              <a:solidFill>
                <a:schemeClr val="bg1">
                  <a:lumMod val="95000"/>
                </a:schemeClr>
              </a:solidFill>
              <a:latin typeface="Segoe UI Light" panose="020B0502040204020203" pitchFamily="34" charset="0"/>
              <a:cs typeface="Segoe UI Light" panose="020B0502040204020203" pitchFamily="34" charset="0"/>
            </a:endParaRPr>
          </a:p>
        </p:txBody>
      </p:sp>
      <p:sp>
        <p:nvSpPr>
          <p:cNvPr id="10" name="7 CuadroTexto"/>
          <p:cNvSpPr txBox="1"/>
          <p:nvPr/>
        </p:nvSpPr>
        <p:spPr>
          <a:xfrm>
            <a:off x="6616611" y="547937"/>
            <a:ext cx="4807981" cy="523220"/>
          </a:xfrm>
          <a:prstGeom prst="rect">
            <a:avLst/>
          </a:prstGeom>
          <a:noFill/>
        </p:spPr>
        <p:txBody>
          <a:bodyPr wrap="square" rtlCol="0">
            <a:spAutoFit/>
          </a:bodyPr>
          <a:lstStyle/>
          <a:p>
            <a:pPr algn="just"/>
            <a:r>
              <a:rPr lang="es-CO" sz="1400" dirty="0">
                <a:solidFill>
                  <a:schemeClr val="bg1">
                    <a:lumMod val="95000"/>
                  </a:schemeClr>
                </a:solidFill>
                <a:latin typeface="Segoe UI Light" panose="020B0502040204020203" pitchFamily="34" charset="0"/>
                <a:cs typeface="Segoe UI Light" panose="020B0502040204020203" pitchFamily="34" charset="0"/>
              </a:rPr>
              <a:t>2. Copiar los ejes de centro y offset, del cauce sinuoso, desde el archivo donde se definió el trazado sinuoso.</a:t>
            </a:r>
          </a:p>
        </p:txBody>
      </p:sp>
      <p:sp>
        <p:nvSpPr>
          <p:cNvPr id="20" name="7 CuadroTexto"/>
          <p:cNvSpPr txBox="1"/>
          <p:nvPr/>
        </p:nvSpPr>
        <p:spPr>
          <a:xfrm>
            <a:off x="6672065" y="3769295"/>
            <a:ext cx="4576860" cy="307777"/>
          </a:xfrm>
          <a:prstGeom prst="rect">
            <a:avLst/>
          </a:prstGeom>
          <a:noFill/>
        </p:spPr>
        <p:txBody>
          <a:bodyPr wrap="square" rtlCol="0">
            <a:spAutoFit/>
          </a:bodyPr>
          <a:lstStyle/>
          <a:p>
            <a:r>
              <a:rPr lang="es-CO" sz="1400" dirty="0">
                <a:solidFill>
                  <a:schemeClr val="bg1">
                    <a:lumMod val="95000"/>
                  </a:schemeClr>
                </a:solidFill>
                <a:latin typeface="Segoe UI Light" panose="020B0502040204020203" pitchFamily="34" charset="0"/>
                <a:cs typeface="Segoe UI Light" panose="020B0502040204020203" pitchFamily="34" charset="0"/>
              </a:rPr>
              <a:t>3. Ejes copiados al MDT del corredor para el valle .</a:t>
            </a:r>
          </a:p>
        </p:txBody>
      </p:sp>
      <p:pic>
        <p:nvPicPr>
          <p:cNvPr id="2" name="Imagen 1"/>
          <p:cNvPicPr>
            <a:picLocks noChangeAspect="1"/>
          </p:cNvPicPr>
          <p:nvPr/>
        </p:nvPicPr>
        <p:blipFill rotWithShape="1">
          <a:blip r:embed="rId2"/>
          <a:srcRect l="7476" t="23843" r="28737" b="6405"/>
          <a:stretch/>
        </p:blipFill>
        <p:spPr>
          <a:xfrm>
            <a:off x="6888088" y="1082555"/>
            <a:ext cx="4360837" cy="2584200"/>
          </a:xfrm>
          <a:prstGeom prst="rect">
            <a:avLst/>
          </a:prstGeom>
        </p:spPr>
      </p:pic>
      <p:pic>
        <p:nvPicPr>
          <p:cNvPr id="3" name="Imagen 2"/>
          <p:cNvPicPr>
            <a:picLocks noChangeAspect="1"/>
          </p:cNvPicPr>
          <p:nvPr/>
        </p:nvPicPr>
        <p:blipFill rotWithShape="1">
          <a:blip r:embed="rId3"/>
          <a:srcRect l="10626" t="27600" r="57875" b="21058"/>
          <a:stretch/>
        </p:blipFill>
        <p:spPr>
          <a:xfrm>
            <a:off x="227142" y="2636912"/>
            <a:ext cx="6283281" cy="2880320"/>
          </a:xfrm>
          <a:prstGeom prst="rect">
            <a:avLst/>
          </a:prstGeom>
        </p:spPr>
      </p:pic>
      <p:pic>
        <p:nvPicPr>
          <p:cNvPr id="4" name="Imagen 3"/>
          <p:cNvPicPr>
            <a:picLocks noChangeAspect="1"/>
          </p:cNvPicPr>
          <p:nvPr/>
        </p:nvPicPr>
        <p:blipFill rotWithShape="1">
          <a:blip r:embed="rId4"/>
          <a:srcRect l="50000" t="37216" r="5900" b="27329"/>
          <a:stretch/>
        </p:blipFill>
        <p:spPr>
          <a:xfrm>
            <a:off x="6590284" y="4293096"/>
            <a:ext cx="5288911" cy="2304256"/>
          </a:xfrm>
          <a:prstGeom prst="rect">
            <a:avLst/>
          </a:prstGeom>
        </p:spPr>
      </p:pic>
      <p:sp>
        <p:nvSpPr>
          <p:cNvPr id="11" name="1 Título">
            <a:extLst>
              <a:ext uri="{FF2B5EF4-FFF2-40B4-BE49-F238E27FC236}">
                <a16:creationId xmlns:a16="http://schemas.microsoft.com/office/drawing/2014/main" id="{7E94CA51-8E02-45A1-A11E-03091E2E8FC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solidFill>
                  <a:schemeClr val="bg1">
                    <a:lumMod val="95000"/>
                  </a:schemeClr>
                </a:solidFill>
                <a:latin typeface="Segoe UI Light" panose="020B0502040204020203" pitchFamily="34" charset="0"/>
                <a:cs typeface="Segoe UI Light" panose="020B0502040204020203" pitchFamily="34" charset="0"/>
              </a:rPr>
              <a:t>Actividad 1: Copiar los ejes definidos para cauce principal y sus </a:t>
            </a:r>
            <a:r>
              <a:rPr lang="es-ES" sz="800" dirty="0" err="1">
                <a:solidFill>
                  <a:schemeClr val="bg1">
                    <a:lumMod val="95000"/>
                  </a:schemeClr>
                </a:solidFill>
                <a:latin typeface="Segoe UI Light" panose="020B0502040204020203" pitchFamily="34" charset="0"/>
                <a:cs typeface="Segoe UI Light" panose="020B0502040204020203" pitchFamily="34" charset="0"/>
              </a:rPr>
              <a:t>Offsets</a:t>
            </a:r>
            <a:endParaRPr lang="es-ES" sz="800" dirty="0">
              <a:solidFill>
                <a:schemeClr val="bg1">
                  <a:lumMod val="95000"/>
                </a:schemeClr>
              </a:solidFill>
              <a:latin typeface="Segoe UI Light" panose="020B0502040204020203" pitchFamily="34" charset="0"/>
              <a:cs typeface="Segoe UI Light" panose="020B0502040204020203" pitchFamily="34" charset="0"/>
            </a:endParaRPr>
          </a:p>
        </p:txBody>
      </p:sp>
      <p:pic>
        <p:nvPicPr>
          <p:cNvPr id="6" name="Imagen 5">
            <a:extLst>
              <a:ext uri="{FF2B5EF4-FFF2-40B4-BE49-F238E27FC236}">
                <a16:creationId xmlns:a16="http://schemas.microsoft.com/office/drawing/2014/main" id="{BDC2C1D0-021B-432E-A5BE-E5DEE82D8DC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13673"/>
            <a:ext cx="679705" cy="274321"/>
          </a:xfrm>
          <a:prstGeom prst="rect">
            <a:avLst/>
          </a:prstGeom>
        </p:spPr>
      </p:pic>
      <p:pic>
        <p:nvPicPr>
          <p:cNvPr id="12" name="Imagen 11">
            <a:extLst>
              <a:ext uri="{FF2B5EF4-FFF2-40B4-BE49-F238E27FC236}">
                <a16:creationId xmlns:a16="http://schemas.microsoft.com/office/drawing/2014/main" id="{A51FB503-F1A5-4525-8B6D-32EF99DB79C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916000" y="3769295"/>
            <a:ext cx="360000" cy="360000"/>
          </a:xfrm>
          <a:prstGeom prst="rect">
            <a:avLst/>
          </a:prstGeom>
        </p:spPr>
      </p:pic>
    </p:spTree>
    <p:extLst>
      <p:ext uri="{BB962C8B-B14F-4D97-AF65-F5344CB8AC3E}">
        <p14:creationId xmlns:p14="http://schemas.microsoft.com/office/powerpoint/2010/main" val="3152199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349806" y="3105834"/>
            <a:ext cx="3492388"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2: Generar el perfil del terreno sobre el eje sinuoso</a:t>
            </a:r>
          </a:p>
        </p:txBody>
      </p:sp>
      <p:pic>
        <p:nvPicPr>
          <p:cNvPr id="9" name="Imagen 8">
            <a:extLst>
              <a:ext uri="{FF2B5EF4-FFF2-40B4-BE49-F238E27FC236}">
                <a16:creationId xmlns:a16="http://schemas.microsoft.com/office/drawing/2014/main" id="{86BA8BB6-96BB-4399-8E8F-3F3CCA4D5E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606014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34093" y="671330"/>
            <a:ext cx="5544617" cy="584775"/>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1. En la pestaña Profile seleccionar la opción generar Perfil y generar el perfil del terreno sobre el eje del sinuoso. </a:t>
            </a:r>
          </a:p>
        </p:txBody>
      </p:sp>
      <p:sp>
        <p:nvSpPr>
          <p:cNvPr id="10" name="7 CuadroTexto"/>
          <p:cNvSpPr txBox="1"/>
          <p:nvPr/>
        </p:nvSpPr>
        <p:spPr>
          <a:xfrm>
            <a:off x="6672064" y="1159294"/>
            <a:ext cx="4581783" cy="584775"/>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2. Definir el eje y el MDT sobre el cual se realizará el perfil.</a:t>
            </a:r>
          </a:p>
        </p:txBody>
      </p:sp>
      <p:pic>
        <p:nvPicPr>
          <p:cNvPr id="2" name="Imagen 1"/>
          <p:cNvPicPr>
            <a:picLocks noChangeAspect="1"/>
          </p:cNvPicPr>
          <p:nvPr/>
        </p:nvPicPr>
        <p:blipFill rotWithShape="1">
          <a:blip r:embed="rId2"/>
          <a:srcRect l="-399" r="76796" b="27600"/>
          <a:stretch/>
        </p:blipFill>
        <p:spPr>
          <a:xfrm>
            <a:off x="428011" y="1451682"/>
            <a:ext cx="5493581" cy="4734988"/>
          </a:xfrm>
          <a:prstGeom prst="rect">
            <a:avLst/>
          </a:prstGeom>
        </p:spPr>
      </p:pic>
      <p:pic>
        <p:nvPicPr>
          <p:cNvPr id="3" name="Imagen 2"/>
          <p:cNvPicPr>
            <a:picLocks noChangeAspect="1"/>
          </p:cNvPicPr>
          <p:nvPr/>
        </p:nvPicPr>
        <p:blipFill>
          <a:blip r:embed="rId3"/>
          <a:stretch>
            <a:fillRect/>
          </a:stretch>
        </p:blipFill>
        <p:spPr>
          <a:xfrm>
            <a:off x="6672064" y="1872323"/>
            <a:ext cx="4581784" cy="3113354"/>
          </a:xfrm>
          <a:prstGeom prst="rect">
            <a:avLst/>
          </a:prstGeom>
        </p:spPr>
      </p:pic>
      <p:pic>
        <p:nvPicPr>
          <p:cNvPr id="9" name="Imagen 8">
            <a:extLst>
              <a:ext uri="{FF2B5EF4-FFF2-40B4-BE49-F238E27FC236}">
                <a16:creationId xmlns:a16="http://schemas.microsoft.com/office/drawing/2014/main" id="{6B6C801C-428F-453A-8A7A-DFA37BC331B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17831F98-2B50-4B76-99DD-30FD6D89CD6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Generar el perfil del terreno sobre el eje sinuoso</a:t>
            </a:r>
          </a:p>
        </p:txBody>
      </p:sp>
      <p:pic>
        <p:nvPicPr>
          <p:cNvPr id="12" name="Imagen 11">
            <a:extLst>
              <a:ext uri="{FF2B5EF4-FFF2-40B4-BE49-F238E27FC236}">
                <a16:creationId xmlns:a16="http://schemas.microsoft.com/office/drawing/2014/main" id="{D35A2274-A418-47FA-B2B0-ED7D9F9DB05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91744" y="2204864"/>
            <a:ext cx="360000" cy="360000"/>
          </a:xfrm>
          <a:prstGeom prst="rect">
            <a:avLst/>
          </a:prstGeom>
        </p:spPr>
      </p:pic>
      <p:pic>
        <p:nvPicPr>
          <p:cNvPr id="13" name="Imagen 12">
            <a:extLst>
              <a:ext uri="{FF2B5EF4-FFF2-40B4-BE49-F238E27FC236}">
                <a16:creationId xmlns:a16="http://schemas.microsoft.com/office/drawing/2014/main" id="{7D20A8D2-FDF7-4C40-B979-811ADEFB761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840416" y="2363363"/>
            <a:ext cx="360000" cy="360000"/>
          </a:xfrm>
          <a:prstGeom prst="rect">
            <a:avLst/>
          </a:prstGeom>
        </p:spPr>
      </p:pic>
    </p:spTree>
    <p:extLst>
      <p:ext uri="{BB962C8B-B14F-4D97-AF65-F5344CB8AC3E}">
        <p14:creationId xmlns:p14="http://schemas.microsoft.com/office/powerpoint/2010/main" val="3112124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6F54D96C-1070-4E22-9AC2-7D0810DCDC08}"/>
              </a:ext>
            </a:extLst>
          </p:cNvPr>
          <p:cNvSpPr/>
          <p:nvPr/>
        </p:nvSpPr>
        <p:spPr>
          <a:xfrm>
            <a:off x="0" y="1021737"/>
            <a:ext cx="12192000" cy="5836263"/>
          </a:xfrm>
          <a:prstGeom prst="rect">
            <a:avLst/>
          </a:prstGeom>
          <a:solidFill>
            <a:srgbClr val="21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atin typeface="Segoe UI Light" panose="020B0502040204020203" pitchFamily="34" charset="0"/>
              <a:cs typeface="Segoe UI Light" panose="020B0502040204020203" pitchFamily="34" charset="0"/>
            </a:endParaRPr>
          </a:p>
        </p:txBody>
      </p:sp>
      <p:sp>
        <p:nvSpPr>
          <p:cNvPr id="20" name="7 CuadroTexto"/>
          <p:cNvSpPr txBox="1"/>
          <p:nvPr/>
        </p:nvSpPr>
        <p:spPr>
          <a:xfrm>
            <a:off x="2387588" y="683183"/>
            <a:ext cx="7416824" cy="338554"/>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3. Dibujar el perfil generado con la opción Profile View.</a:t>
            </a:r>
          </a:p>
        </p:txBody>
      </p:sp>
      <p:pic>
        <p:nvPicPr>
          <p:cNvPr id="4" name="Imagen 3"/>
          <p:cNvPicPr>
            <a:picLocks noChangeAspect="1"/>
          </p:cNvPicPr>
          <p:nvPr/>
        </p:nvPicPr>
        <p:blipFill rotWithShape="1">
          <a:blip r:embed="rId2"/>
          <a:srcRect r="72837" b="72400"/>
          <a:stretch/>
        </p:blipFill>
        <p:spPr>
          <a:xfrm>
            <a:off x="2259339" y="1124744"/>
            <a:ext cx="7673321" cy="2192880"/>
          </a:xfrm>
          <a:prstGeom prst="rect">
            <a:avLst/>
          </a:prstGeom>
        </p:spPr>
      </p:pic>
      <p:pic>
        <p:nvPicPr>
          <p:cNvPr id="6" name="Imagen 5"/>
          <p:cNvPicPr>
            <a:picLocks noChangeAspect="1"/>
          </p:cNvPicPr>
          <p:nvPr/>
        </p:nvPicPr>
        <p:blipFill rotWithShape="1">
          <a:blip r:embed="rId3"/>
          <a:srcRect l="8263" t="35468" r="38975" b="17257"/>
          <a:stretch/>
        </p:blipFill>
        <p:spPr>
          <a:xfrm>
            <a:off x="2711624" y="3323340"/>
            <a:ext cx="6914535" cy="3357361"/>
          </a:xfrm>
          <a:prstGeom prst="rect">
            <a:avLst/>
          </a:prstGeom>
        </p:spPr>
      </p:pic>
      <p:pic>
        <p:nvPicPr>
          <p:cNvPr id="9" name="Imagen 8">
            <a:extLst>
              <a:ext uri="{FF2B5EF4-FFF2-40B4-BE49-F238E27FC236}">
                <a16:creationId xmlns:a16="http://schemas.microsoft.com/office/drawing/2014/main" id="{6B6C801C-428F-453A-8A7A-DFA37BC331B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12" name="Imagen 11">
            <a:extLst>
              <a:ext uri="{FF2B5EF4-FFF2-40B4-BE49-F238E27FC236}">
                <a16:creationId xmlns:a16="http://schemas.microsoft.com/office/drawing/2014/main" id="{A75DB938-DCD1-436B-8B03-FBD89C0990B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52184" y="1894233"/>
            <a:ext cx="360000" cy="360000"/>
          </a:xfrm>
          <a:prstGeom prst="rect">
            <a:avLst/>
          </a:prstGeom>
        </p:spPr>
      </p:pic>
      <p:sp>
        <p:nvSpPr>
          <p:cNvPr id="10" name="1 Título">
            <a:extLst>
              <a:ext uri="{FF2B5EF4-FFF2-40B4-BE49-F238E27FC236}">
                <a16:creationId xmlns:a16="http://schemas.microsoft.com/office/drawing/2014/main" id="{C82F85BF-5224-46EE-82AC-107906FDF5C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Generar el perfil del terreno sobre el eje sinuoso</a:t>
            </a:r>
          </a:p>
        </p:txBody>
      </p:sp>
    </p:spTree>
    <p:extLst>
      <p:ext uri="{BB962C8B-B14F-4D97-AF65-F5344CB8AC3E}">
        <p14:creationId xmlns:p14="http://schemas.microsoft.com/office/powerpoint/2010/main" val="4224343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412813" y="3105834"/>
            <a:ext cx="3366374"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3: Localizar las cotas de inicio y fin del cauce sinuoso</a:t>
            </a:r>
          </a:p>
        </p:txBody>
      </p:sp>
      <p:pic>
        <p:nvPicPr>
          <p:cNvPr id="9" name="Imagen 8">
            <a:extLst>
              <a:ext uri="{FF2B5EF4-FFF2-40B4-BE49-F238E27FC236}">
                <a16:creationId xmlns:a16="http://schemas.microsoft.com/office/drawing/2014/main" id="{86BA8BB6-96BB-4399-8E8F-3F3CCA4D5E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533816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88184" y="476672"/>
            <a:ext cx="6264696" cy="1077218"/>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1. Se añaden las etiquetas estación elevación para definir las cotas de inicio y fin del cauce sinuoso, sobre el perfil, estas cotas se toman de la hoja de diseño donde se analizan las secciones de inicio y fin del realineamiento. </a:t>
            </a:r>
          </a:p>
        </p:txBody>
      </p:sp>
      <p:sp>
        <p:nvSpPr>
          <p:cNvPr id="10" name="7 CuadroTexto"/>
          <p:cNvSpPr txBox="1"/>
          <p:nvPr/>
        </p:nvSpPr>
        <p:spPr>
          <a:xfrm>
            <a:off x="1006016" y="4340709"/>
            <a:ext cx="5666048" cy="338554"/>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2. Cotas de Inicio y Fin del Realineamiento (Cauce sinuoso).</a:t>
            </a:r>
          </a:p>
        </p:txBody>
      </p:sp>
      <p:pic>
        <p:nvPicPr>
          <p:cNvPr id="6" name="Imagen 5"/>
          <p:cNvPicPr>
            <a:picLocks noChangeAspect="1"/>
          </p:cNvPicPr>
          <p:nvPr/>
        </p:nvPicPr>
        <p:blipFill>
          <a:blip r:embed="rId2">
            <a:grayscl/>
          </a:blip>
          <a:stretch>
            <a:fillRect/>
          </a:stretch>
        </p:blipFill>
        <p:spPr>
          <a:xfrm>
            <a:off x="1561680" y="4699047"/>
            <a:ext cx="4117704" cy="1862817"/>
          </a:xfrm>
          <a:prstGeom prst="rect">
            <a:avLst/>
          </a:prstGeom>
        </p:spPr>
      </p:pic>
      <p:pic>
        <p:nvPicPr>
          <p:cNvPr id="7" name="Imagen 6"/>
          <p:cNvPicPr>
            <a:picLocks noChangeAspect="1"/>
          </p:cNvPicPr>
          <p:nvPr/>
        </p:nvPicPr>
        <p:blipFill>
          <a:blip r:embed="rId3">
            <a:clrChange>
              <a:clrFrom>
                <a:srgbClr val="E5E7E8"/>
              </a:clrFrom>
              <a:clrTo>
                <a:srgbClr val="E5E7E8">
                  <a:alpha val="0"/>
                </a:srgbClr>
              </a:clrTo>
            </a:clrChange>
            <a:grayscl/>
          </a:blip>
          <a:stretch>
            <a:fillRect/>
          </a:stretch>
        </p:blipFill>
        <p:spPr>
          <a:xfrm>
            <a:off x="848882" y="1610343"/>
            <a:ext cx="5669701" cy="2726697"/>
          </a:xfrm>
          <a:prstGeom prst="rect">
            <a:avLst/>
          </a:prstGeom>
        </p:spPr>
      </p:pic>
      <p:sp>
        <p:nvSpPr>
          <p:cNvPr id="11" name="7 CuadroTexto"/>
          <p:cNvSpPr txBox="1"/>
          <p:nvPr/>
        </p:nvSpPr>
        <p:spPr>
          <a:xfrm>
            <a:off x="7288506" y="476672"/>
            <a:ext cx="4104456" cy="584775"/>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3. Se selecciona el alineamiento sinuoso y se añade la etiqueta con </a:t>
            </a:r>
            <a:r>
              <a:rPr lang="es-CO" sz="1600" dirty="0" err="1">
                <a:latin typeface="Segoe UI Light" panose="020B0502040204020203" pitchFamily="34" charset="0"/>
                <a:cs typeface="Segoe UI Light" panose="020B0502040204020203" pitchFamily="34" charset="0"/>
              </a:rPr>
              <a:t>Add</a:t>
            </a:r>
            <a:r>
              <a:rPr lang="es-CO" sz="1600" dirty="0">
                <a:latin typeface="Segoe UI Light" panose="020B0502040204020203" pitchFamily="34" charset="0"/>
                <a:cs typeface="Segoe UI Light" panose="020B0502040204020203" pitchFamily="34" charset="0"/>
              </a:rPr>
              <a:t> Labels:</a:t>
            </a:r>
          </a:p>
        </p:txBody>
      </p:sp>
      <p:pic>
        <p:nvPicPr>
          <p:cNvPr id="2" name="Imagen 1"/>
          <p:cNvPicPr>
            <a:picLocks noChangeAspect="1"/>
          </p:cNvPicPr>
          <p:nvPr/>
        </p:nvPicPr>
        <p:blipFill rotWithShape="1">
          <a:blip r:embed="rId4"/>
          <a:srcRect r="94168" b="55600"/>
          <a:stretch/>
        </p:blipFill>
        <p:spPr>
          <a:xfrm>
            <a:off x="8358897" y="1061447"/>
            <a:ext cx="1963673" cy="4204869"/>
          </a:xfrm>
          <a:prstGeom prst="rect">
            <a:avLst/>
          </a:prstGeom>
        </p:spPr>
      </p:pic>
      <p:pic>
        <p:nvPicPr>
          <p:cNvPr id="4" name="Imagen 3"/>
          <p:cNvPicPr>
            <a:picLocks noChangeAspect="1"/>
          </p:cNvPicPr>
          <p:nvPr/>
        </p:nvPicPr>
        <p:blipFill rotWithShape="1">
          <a:blip r:embed="rId5">
            <a:clrChange>
              <a:clrFrom>
                <a:srgbClr val="212830"/>
              </a:clrFrom>
              <a:clrTo>
                <a:srgbClr val="212830">
                  <a:alpha val="0"/>
                </a:srgbClr>
              </a:clrTo>
            </a:clrChange>
          </a:blip>
          <a:srcRect l="20863" t="23314" r="17712" b="14199"/>
          <a:stretch/>
        </p:blipFill>
        <p:spPr>
          <a:xfrm>
            <a:off x="8082025" y="5282408"/>
            <a:ext cx="2517415" cy="1387806"/>
          </a:xfrm>
          <a:prstGeom prst="rect">
            <a:avLst/>
          </a:prstGeom>
        </p:spPr>
      </p:pic>
      <p:pic>
        <p:nvPicPr>
          <p:cNvPr id="12" name="Imagen 11">
            <a:extLst>
              <a:ext uri="{FF2B5EF4-FFF2-40B4-BE49-F238E27FC236}">
                <a16:creationId xmlns:a16="http://schemas.microsoft.com/office/drawing/2014/main" id="{7ACACD18-1334-4048-BE53-66987475653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13" name="Imagen 12">
            <a:extLst>
              <a:ext uri="{FF2B5EF4-FFF2-40B4-BE49-F238E27FC236}">
                <a16:creationId xmlns:a16="http://schemas.microsoft.com/office/drawing/2014/main" id="{E3529A53-1A9E-45B5-99BD-1241400B127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569845" y="3501008"/>
            <a:ext cx="360000" cy="360000"/>
          </a:xfrm>
          <a:prstGeom prst="rect">
            <a:avLst/>
          </a:prstGeom>
        </p:spPr>
      </p:pic>
      <p:sp>
        <p:nvSpPr>
          <p:cNvPr id="14" name="1 Título">
            <a:extLst>
              <a:ext uri="{FF2B5EF4-FFF2-40B4-BE49-F238E27FC236}">
                <a16:creationId xmlns:a16="http://schemas.microsoft.com/office/drawing/2014/main" id="{D4854C84-064A-4F47-95BA-85ABF982A82E}"/>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Localizar las cotas de inicio y fin del cauce sinuoso</a:t>
            </a:r>
          </a:p>
        </p:txBody>
      </p:sp>
    </p:spTree>
    <p:extLst>
      <p:ext uri="{BB962C8B-B14F-4D97-AF65-F5344CB8AC3E}">
        <p14:creationId xmlns:p14="http://schemas.microsoft.com/office/powerpoint/2010/main" val="1727347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0110E8B0-B3E2-4704-86E7-E60D1F0F37DD}"/>
              </a:ext>
            </a:extLst>
          </p:cNvPr>
          <p:cNvSpPr/>
          <p:nvPr/>
        </p:nvSpPr>
        <p:spPr>
          <a:xfrm>
            <a:off x="0" y="2060848"/>
            <a:ext cx="12192000" cy="4797152"/>
          </a:xfrm>
          <a:prstGeom prst="rect">
            <a:avLst/>
          </a:prstGeom>
          <a:solidFill>
            <a:srgbClr val="21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atin typeface="Segoe UI Light" panose="020B0502040204020203" pitchFamily="34" charset="0"/>
              <a:cs typeface="Segoe UI Light" panose="020B0502040204020203" pitchFamily="34" charset="0"/>
            </a:endParaRPr>
          </a:p>
        </p:txBody>
      </p:sp>
      <p:sp>
        <p:nvSpPr>
          <p:cNvPr id="15" name="7 CuadroTexto"/>
          <p:cNvSpPr txBox="1"/>
          <p:nvPr/>
        </p:nvSpPr>
        <p:spPr>
          <a:xfrm>
            <a:off x="2279576" y="1124517"/>
            <a:ext cx="7632848" cy="584775"/>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3. Se selecciona el perfil, en el menú desplegable que aparece se selecciona </a:t>
            </a:r>
            <a:r>
              <a:rPr lang="es-CO" sz="1600" dirty="0" err="1">
                <a:latin typeface="Segoe UI Light" panose="020B0502040204020203" pitchFamily="34" charset="0"/>
                <a:cs typeface="Segoe UI Light" panose="020B0502040204020203" pitchFamily="34" charset="0"/>
              </a:rPr>
              <a:t>Add</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Labels</a:t>
            </a:r>
            <a:r>
              <a:rPr lang="es-CO" sz="1600" dirty="0">
                <a:latin typeface="Segoe UI Light" panose="020B0502040204020203" pitchFamily="34" charset="0"/>
                <a:cs typeface="Segoe UI Light" panose="020B0502040204020203" pitchFamily="34" charset="0"/>
              </a:rPr>
              <a:t> para añadir la etiqueta de las cotas del fondo del canal:</a:t>
            </a:r>
          </a:p>
        </p:txBody>
      </p:sp>
      <p:pic>
        <p:nvPicPr>
          <p:cNvPr id="5" name="Imagen 4"/>
          <p:cNvPicPr>
            <a:picLocks noChangeAspect="1"/>
          </p:cNvPicPr>
          <p:nvPr/>
        </p:nvPicPr>
        <p:blipFill rotWithShape="1">
          <a:blip r:embed="rId2"/>
          <a:srcRect l="50079" t="25296" r="5113" b="15124"/>
          <a:stretch/>
        </p:blipFill>
        <p:spPr>
          <a:xfrm>
            <a:off x="6163032" y="2668785"/>
            <a:ext cx="4829512" cy="3479966"/>
          </a:xfrm>
          <a:prstGeom prst="rect">
            <a:avLst/>
          </a:prstGeom>
        </p:spPr>
      </p:pic>
      <p:pic>
        <p:nvPicPr>
          <p:cNvPr id="9" name="Imagen 8"/>
          <p:cNvPicPr>
            <a:picLocks noChangeAspect="1"/>
          </p:cNvPicPr>
          <p:nvPr/>
        </p:nvPicPr>
        <p:blipFill rotWithShape="1">
          <a:blip r:embed="rId3"/>
          <a:srcRect t="-399" r="86224" b="64000"/>
          <a:stretch/>
        </p:blipFill>
        <p:spPr>
          <a:xfrm>
            <a:off x="1271464" y="2636912"/>
            <a:ext cx="4725574" cy="3511839"/>
          </a:xfrm>
          <a:prstGeom prst="rect">
            <a:avLst/>
          </a:prstGeom>
        </p:spPr>
      </p:pic>
      <p:pic>
        <p:nvPicPr>
          <p:cNvPr id="12" name="Imagen 11">
            <a:extLst>
              <a:ext uri="{FF2B5EF4-FFF2-40B4-BE49-F238E27FC236}">
                <a16:creationId xmlns:a16="http://schemas.microsoft.com/office/drawing/2014/main" id="{7ACACD18-1334-4048-BE53-66987475653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14" name="Imagen 13">
            <a:extLst>
              <a:ext uri="{FF2B5EF4-FFF2-40B4-BE49-F238E27FC236}">
                <a16:creationId xmlns:a16="http://schemas.microsoft.com/office/drawing/2014/main" id="{5A120E50-559D-46CE-9299-437E6668903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55640" y="3780783"/>
            <a:ext cx="360000" cy="360000"/>
          </a:xfrm>
          <a:prstGeom prst="rect">
            <a:avLst/>
          </a:prstGeom>
        </p:spPr>
      </p:pic>
      <p:sp>
        <p:nvSpPr>
          <p:cNvPr id="10" name="1 Título">
            <a:extLst>
              <a:ext uri="{FF2B5EF4-FFF2-40B4-BE49-F238E27FC236}">
                <a16:creationId xmlns:a16="http://schemas.microsoft.com/office/drawing/2014/main" id="{0095C67A-4ABE-4B72-8456-3265F3723A95}"/>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Localizar las cotas de inicio y fin del cauce sinuoso</a:t>
            </a:r>
          </a:p>
        </p:txBody>
      </p:sp>
    </p:spTree>
    <p:extLst>
      <p:ext uri="{BB962C8B-B14F-4D97-AF65-F5344CB8AC3E}">
        <p14:creationId xmlns:p14="http://schemas.microsoft.com/office/powerpoint/2010/main" val="4156010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940260" y="3105834"/>
            <a:ext cx="4311479"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4: Trazar el fondo del cauce sinuoso en el perfil del cauce sinuoso</a:t>
            </a:r>
          </a:p>
        </p:txBody>
      </p:sp>
      <p:pic>
        <p:nvPicPr>
          <p:cNvPr id="9" name="Imagen 8">
            <a:extLst>
              <a:ext uri="{FF2B5EF4-FFF2-40B4-BE49-F238E27FC236}">
                <a16:creationId xmlns:a16="http://schemas.microsoft.com/office/drawing/2014/main" id="{86BA8BB6-96BB-4399-8E8F-3F3CCA4D5E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5492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323936" y="548680"/>
            <a:ext cx="9380576" cy="584775"/>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1. Con los datos de cortas en el perfil se dibuja el fondo del cauce sinuoso con la herramienta dibujar perfil desde el menú home, profile, profile creation </a:t>
            </a:r>
            <a:r>
              <a:rPr lang="es-CO" sz="1600" dirty="0" err="1">
                <a:latin typeface="Segoe UI Light" panose="020B0502040204020203" pitchFamily="34" charset="0"/>
                <a:cs typeface="Segoe UI Light" panose="020B0502040204020203" pitchFamily="34" charset="0"/>
              </a:rPr>
              <a:t>tools</a:t>
            </a:r>
            <a:r>
              <a:rPr lang="es-CO" sz="1600" dirty="0">
                <a:latin typeface="Segoe UI Light" panose="020B0502040204020203" pitchFamily="34" charset="0"/>
                <a:cs typeface="Segoe UI Light" panose="020B0502040204020203" pitchFamily="34" charset="0"/>
              </a:rPr>
              <a:t>.</a:t>
            </a:r>
          </a:p>
        </p:txBody>
      </p:sp>
      <p:sp>
        <p:nvSpPr>
          <p:cNvPr id="12" name="7 CuadroTexto"/>
          <p:cNvSpPr txBox="1"/>
          <p:nvPr/>
        </p:nvSpPr>
        <p:spPr>
          <a:xfrm>
            <a:off x="1415479" y="4712537"/>
            <a:ext cx="9289033" cy="584775"/>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Esta herramienta funciona igual que la utilizada para el dibujo de alineamientos en planta pero aplicada a los perfiles, sirve para dibujar perfiles en un Profile View y es útil para trazar los fondos del canal.</a:t>
            </a:r>
          </a:p>
        </p:txBody>
      </p:sp>
      <p:pic>
        <p:nvPicPr>
          <p:cNvPr id="2" name="Imagen 1"/>
          <p:cNvPicPr>
            <a:picLocks noChangeAspect="1"/>
          </p:cNvPicPr>
          <p:nvPr/>
        </p:nvPicPr>
        <p:blipFill rotWithShape="1">
          <a:blip r:embed="rId2"/>
          <a:srcRect r="79137" b="58400"/>
          <a:stretch/>
        </p:blipFill>
        <p:spPr>
          <a:xfrm>
            <a:off x="2991743" y="1169810"/>
            <a:ext cx="6044962" cy="3390049"/>
          </a:xfrm>
          <a:prstGeom prst="rect">
            <a:avLst/>
          </a:prstGeom>
        </p:spPr>
      </p:pic>
      <p:pic>
        <p:nvPicPr>
          <p:cNvPr id="3" name="Imagen 2"/>
          <p:cNvPicPr>
            <a:picLocks noChangeAspect="1"/>
          </p:cNvPicPr>
          <p:nvPr/>
        </p:nvPicPr>
        <p:blipFill>
          <a:blip r:embed="rId3"/>
          <a:stretch>
            <a:fillRect/>
          </a:stretch>
        </p:blipFill>
        <p:spPr>
          <a:xfrm>
            <a:off x="2991743" y="5696212"/>
            <a:ext cx="5767493" cy="801800"/>
          </a:xfrm>
          <a:prstGeom prst="rect">
            <a:avLst/>
          </a:prstGeom>
        </p:spPr>
      </p:pic>
      <p:pic>
        <p:nvPicPr>
          <p:cNvPr id="11" name="Imagen 10">
            <a:extLst>
              <a:ext uri="{FF2B5EF4-FFF2-40B4-BE49-F238E27FC236}">
                <a16:creationId xmlns:a16="http://schemas.microsoft.com/office/drawing/2014/main" id="{CAB3FA48-3332-4741-90E0-F0E92643F0A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13" name="Imagen 12">
            <a:extLst>
              <a:ext uri="{FF2B5EF4-FFF2-40B4-BE49-F238E27FC236}">
                <a16:creationId xmlns:a16="http://schemas.microsoft.com/office/drawing/2014/main" id="{1581598C-1A83-4ED4-8683-E6B93DFFAF5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32104" y="2504834"/>
            <a:ext cx="360000" cy="360000"/>
          </a:xfrm>
          <a:prstGeom prst="rect">
            <a:avLst/>
          </a:prstGeom>
        </p:spPr>
      </p:pic>
      <p:sp>
        <p:nvSpPr>
          <p:cNvPr id="14" name="1 Título">
            <a:extLst>
              <a:ext uri="{FF2B5EF4-FFF2-40B4-BE49-F238E27FC236}">
                <a16:creationId xmlns:a16="http://schemas.microsoft.com/office/drawing/2014/main" id="{050DCA00-A298-4C11-9422-ED19FF8E58B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4: Trazar el fondo del cauce sinuoso en el perfil del cauce sinuoso</a:t>
            </a:r>
          </a:p>
        </p:txBody>
      </p:sp>
    </p:spTree>
    <p:extLst>
      <p:ext uri="{BB962C8B-B14F-4D97-AF65-F5344CB8AC3E}">
        <p14:creationId xmlns:p14="http://schemas.microsoft.com/office/powerpoint/2010/main" val="786218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7 CuadroTexto"/>
          <p:cNvSpPr txBox="1"/>
          <p:nvPr/>
        </p:nvSpPr>
        <p:spPr>
          <a:xfrm>
            <a:off x="1559496" y="548680"/>
            <a:ext cx="9073008" cy="338554"/>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2. Se dibuja el fondo del valle definido con los puntos de inicio y fin etiquetados anteriormente.</a:t>
            </a:r>
          </a:p>
        </p:txBody>
      </p:sp>
      <p:sp>
        <p:nvSpPr>
          <p:cNvPr id="15" name="7 CuadroTexto"/>
          <p:cNvSpPr txBox="1"/>
          <p:nvPr/>
        </p:nvSpPr>
        <p:spPr>
          <a:xfrm>
            <a:off x="1559496" y="5508521"/>
            <a:ext cx="9073008" cy="584775"/>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3. La línea Azul representa el Fondo del valle y es útil para poder trazar el corredor con la sección del valle. Verificar la pendiente del canal!! Crear un estilo para ver la pendiente como So=0.000000 m/m.</a:t>
            </a:r>
          </a:p>
        </p:txBody>
      </p:sp>
      <p:pic>
        <p:nvPicPr>
          <p:cNvPr id="4" name="Imagen 3"/>
          <p:cNvPicPr>
            <a:picLocks noChangeAspect="1"/>
          </p:cNvPicPr>
          <p:nvPr/>
        </p:nvPicPr>
        <p:blipFill>
          <a:blip r:embed="rId2"/>
          <a:stretch>
            <a:fillRect/>
          </a:stretch>
        </p:blipFill>
        <p:spPr>
          <a:xfrm>
            <a:off x="2027059" y="908586"/>
            <a:ext cx="8317513" cy="4505319"/>
          </a:xfrm>
          <a:prstGeom prst="rect">
            <a:avLst/>
          </a:prstGeom>
        </p:spPr>
      </p:pic>
      <p:pic>
        <p:nvPicPr>
          <p:cNvPr id="5" name="Imagen 4"/>
          <p:cNvPicPr>
            <a:picLocks noChangeAspect="1"/>
          </p:cNvPicPr>
          <p:nvPr/>
        </p:nvPicPr>
        <p:blipFill rotWithShape="1">
          <a:blip r:embed="rId3">
            <a:clrChange>
              <a:clrFrom>
                <a:srgbClr val="212830"/>
              </a:clrFrom>
              <a:clrTo>
                <a:srgbClr val="212830">
                  <a:alpha val="0"/>
                </a:srgbClr>
              </a:clrTo>
            </a:clrChange>
          </a:blip>
          <a:srcRect l="32675" t="38374" r="12988" b="41281"/>
          <a:stretch/>
        </p:blipFill>
        <p:spPr>
          <a:xfrm>
            <a:off x="4943872" y="6228603"/>
            <a:ext cx="2160240" cy="438310"/>
          </a:xfrm>
          <a:prstGeom prst="rect">
            <a:avLst/>
          </a:prstGeom>
        </p:spPr>
      </p:pic>
      <p:pic>
        <p:nvPicPr>
          <p:cNvPr id="11" name="Imagen 10">
            <a:extLst>
              <a:ext uri="{FF2B5EF4-FFF2-40B4-BE49-F238E27FC236}">
                <a16:creationId xmlns:a16="http://schemas.microsoft.com/office/drawing/2014/main" id="{CAB3FA48-3332-4741-90E0-F0E92643F0A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32CE3456-9A34-4080-9B99-9C73E3CE76C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4: Trazar el fondo del cauce sinuoso en el perfil del cauce sinuoso</a:t>
            </a:r>
          </a:p>
        </p:txBody>
      </p:sp>
    </p:spTree>
    <p:extLst>
      <p:ext uri="{BB962C8B-B14F-4D97-AF65-F5344CB8AC3E}">
        <p14:creationId xmlns:p14="http://schemas.microsoft.com/office/powerpoint/2010/main" val="4194711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938010" y="3105834"/>
            <a:ext cx="4315980"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5: Dibujar la sección definida para el cauce sinuoso, dibujo de la base</a:t>
            </a:r>
          </a:p>
        </p:txBody>
      </p:sp>
      <p:pic>
        <p:nvPicPr>
          <p:cNvPr id="9" name="Imagen 8">
            <a:extLst>
              <a:ext uri="{FF2B5EF4-FFF2-40B4-BE49-F238E27FC236}">
                <a16:creationId xmlns:a16="http://schemas.microsoft.com/office/drawing/2014/main" id="{86BA8BB6-96BB-4399-8E8F-3F3CCA4D5E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61788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5360" y="1412776"/>
            <a:ext cx="5473536" cy="830997"/>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1. Se dibuja con una poli-línea continua la geometría del la sección definida para el cauce principal. Se deben tener en cuenta los taludes, alturas y anchos, todo en escala 1:1.</a:t>
            </a:r>
          </a:p>
        </p:txBody>
      </p:sp>
      <p:sp>
        <p:nvSpPr>
          <p:cNvPr id="10" name="7 CuadroTexto"/>
          <p:cNvSpPr txBox="1"/>
          <p:nvPr/>
        </p:nvSpPr>
        <p:spPr>
          <a:xfrm>
            <a:off x="6038760" y="1412776"/>
            <a:ext cx="5707426" cy="1077218"/>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2. Esta sección es la superficie de corte del terreno para definir el corredor para el valle, asimismo, las condiciones límites de las zonas de corte y relleno. Es importante verificar todas las dimensiones.</a:t>
            </a:r>
          </a:p>
        </p:txBody>
      </p:sp>
      <p:pic>
        <p:nvPicPr>
          <p:cNvPr id="9" name="Imagen 8"/>
          <p:cNvPicPr>
            <a:picLocks noChangeAspect="1"/>
          </p:cNvPicPr>
          <p:nvPr/>
        </p:nvPicPr>
        <p:blipFill>
          <a:blip r:embed="rId2">
            <a:clrChange>
              <a:clrFrom>
                <a:srgbClr val="E5E7E8"/>
              </a:clrFrom>
              <a:clrTo>
                <a:srgbClr val="E5E7E8">
                  <a:alpha val="0"/>
                </a:srgbClr>
              </a:clrTo>
            </a:clrChange>
            <a:grayscl/>
          </a:blip>
          <a:stretch>
            <a:fillRect/>
          </a:stretch>
        </p:blipFill>
        <p:spPr>
          <a:xfrm>
            <a:off x="335360" y="2708920"/>
            <a:ext cx="5473536" cy="2632356"/>
          </a:xfrm>
          <a:prstGeom prst="rect">
            <a:avLst/>
          </a:prstGeom>
        </p:spPr>
      </p:pic>
      <p:pic>
        <p:nvPicPr>
          <p:cNvPr id="3" name="Imagen 2"/>
          <p:cNvPicPr>
            <a:picLocks noChangeAspect="1"/>
          </p:cNvPicPr>
          <p:nvPr/>
        </p:nvPicPr>
        <p:blipFill rotWithShape="1">
          <a:blip r:embed="rId3">
            <a:clrChange>
              <a:clrFrom>
                <a:srgbClr val="212830"/>
              </a:clrFrom>
              <a:clrTo>
                <a:srgbClr val="212830">
                  <a:alpha val="0"/>
                </a:srgbClr>
              </a:clrTo>
            </a:clrChange>
          </a:blip>
          <a:srcRect l="18500" t="32574" r="14563" b="35469"/>
          <a:stretch/>
        </p:blipFill>
        <p:spPr>
          <a:xfrm>
            <a:off x="6038759" y="3284984"/>
            <a:ext cx="5707426" cy="1476599"/>
          </a:xfrm>
          <a:prstGeom prst="rect">
            <a:avLst/>
          </a:prstGeom>
        </p:spPr>
      </p:pic>
      <p:pic>
        <p:nvPicPr>
          <p:cNvPr id="6" name="Imagen 5">
            <a:extLst>
              <a:ext uri="{FF2B5EF4-FFF2-40B4-BE49-F238E27FC236}">
                <a16:creationId xmlns:a16="http://schemas.microsoft.com/office/drawing/2014/main" id="{126DC9EC-9846-4FAB-ABED-BB843F6C71F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2" name="CuadroTexto 1">
            <a:extLst>
              <a:ext uri="{FF2B5EF4-FFF2-40B4-BE49-F238E27FC236}">
                <a16:creationId xmlns:a16="http://schemas.microsoft.com/office/drawing/2014/main" id="{74EFECA5-D964-4139-8F05-8C00851CA807}"/>
              </a:ext>
            </a:extLst>
          </p:cNvPr>
          <p:cNvSpPr txBox="1"/>
          <p:nvPr/>
        </p:nvSpPr>
        <p:spPr>
          <a:xfrm>
            <a:off x="8544272" y="4509120"/>
            <a:ext cx="590189" cy="307777"/>
          </a:xfrm>
          <a:prstGeom prst="rect">
            <a:avLst/>
          </a:prstGeom>
          <a:solidFill>
            <a:srgbClr val="F0F0F0"/>
          </a:solidFill>
        </p:spPr>
        <p:txBody>
          <a:bodyPr wrap="square" rtlCol="0">
            <a:spAutoFit/>
          </a:bodyPr>
          <a:lstStyle/>
          <a:p>
            <a:pPr algn="ctr"/>
            <a:r>
              <a:rPr lang="es-CO" sz="1400" dirty="0">
                <a:latin typeface="Segoe UI Light" panose="020B0502040204020203" pitchFamily="34" charset="0"/>
                <a:cs typeface="Segoe UI Light" panose="020B0502040204020203" pitchFamily="34" charset="0"/>
              </a:rPr>
              <a:t>40.0</a:t>
            </a:r>
          </a:p>
        </p:txBody>
      </p:sp>
      <p:sp>
        <p:nvSpPr>
          <p:cNvPr id="11" name="1 Título">
            <a:extLst>
              <a:ext uri="{FF2B5EF4-FFF2-40B4-BE49-F238E27FC236}">
                <a16:creationId xmlns:a16="http://schemas.microsoft.com/office/drawing/2014/main" id="{E7E5A8F7-5C68-4428-B269-0DF1B034ECF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5: Dibujar la sección definida para el cauce sinuoso, dibujo de la base</a:t>
            </a:r>
          </a:p>
        </p:txBody>
      </p:sp>
    </p:spTree>
    <p:extLst>
      <p:ext uri="{BB962C8B-B14F-4D97-AF65-F5344CB8AC3E}">
        <p14:creationId xmlns:p14="http://schemas.microsoft.com/office/powerpoint/2010/main" val="416168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037910" y="3244334"/>
            <a:ext cx="6116180" cy="369332"/>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6: Crear “Sub-</a:t>
            </a:r>
            <a:r>
              <a:rPr lang="es-ES" dirty="0" err="1">
                <a:latin typeface="Segoe UI Light" panose="020B0502040204020203" pitchFamily="34" charset="0"/>
                <a:cs typeface="Segoe UI Light" panose="020B0502040204020203" pitchFamily="34" charset="0"/>
              </a:rPr>
              <a:t>Assembly</a:t>
            </a:r>
            <a:r>
              <a:rPr lang="es-ES" dirty="0">
                <a:latin typeface="Segoe UI Light" panose="020B0502040204020203" pitchFamily="34" charset="0"/>
                <a:cs typeface="Segoe UI Light" panose="020B0502040204020203" pitchFamily="34" charset="0"/>
              </a:rPr>
              <a:t>” y </a:t>
            </a:r>
            <a:r>
              <a:rPr lang="es-ES" dirty="0" err="1">
                <a:latin typeface="Segoe UI Light" panose="020B0502040204020203" pitchFamily="34" charset="0"/>
                <a:cs typeface="Segoe UI Light" panose="020B0502040204020203" pitchFamily="34" charset="0"/>
              </a:rPr>
              <a:t>Assembly</a:t>
            </a:r>
            <a:endParaRPr lang="es-ES" dirty="0">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86BA8BB6-96BB-4399-8E8F-3F3CCA4D5E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762434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73766" y="764704"/>
            <a:ext cx="7335715" cy="1077218"/>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1. Un “assembly” es un elemento que define el eje de una sección típica (sub-Assembly) utilizada para cortar el terreno siguiendo un eje establecido, en este caso el fondo del valle. Para definir estos elementos debemos definir la geometría de la sección y crear el sub-Assembly y asignarlo a un </a:t>
            </a:r>
            <a:r>
              <a:rPr lang="es-CO" sz="1600" dirty="0" err="1">
                <a:latin typeface="Segoe UI Light" panose="020B0502040204020203" pitchFamily="34" charset="0"/>
                <a:cs typeface="Segoe UI Light" panose="020B0502040204020203" pitchFamily="34" charset="0"/>
              </a:rPr>
              <a:t>Assembly</a:t>
            </a:r>
            <a:r>
              <a:rPr lang="es-CO" sz="1600" dirty="0">
                <a:latin typeface="Segoe UI Light" panose="020B0502040204020203" pitchFamily="34" charset="0"/>
                <a:cs typeface="Segoe UI Light" panose="020B0502040204020203" pitchFamily="34" charset="0"/>
              </a:rPr>
              <a:t>.</a:t>
            </a:r>
          </a:p>
        </p:txBody>
      </p:sp>
      <p:pic>
        <p:nvPicPr>
          <p:cNvPr id="3" name="Imagen 2"/>
          <p:cNvPicPr>
            <a:picLocks noChangeAspect="1"/>
          </p:cNvPicPr>
          <p:nvPr/>
        </p:nvPicPr>
        <p:blipFill rotWithShape="1">
          <a:blip r:embed="rId2"/>
          <a:srcRect r="75987" b="69600"/>
          <a:stretch/>
        </p:blipFill>
        <p:spPr>
          <a:xfrm>
            <a:off x="473766" y="2314968"/>
            <a:ext cx="7335715" cy="2611972"/>
          </a:xfrm>
          <a:prstGeom prst="rect">
            <a:avLst/>
          </a:prstGeom>
        </p:spPr>
      </p:pic>
      <p:sp>
        <p:nvSpPr>
          <p:cNvPr id="5" name="Rectángulo 4"/>
          <p:cNvSpPr/>
          <p:nvPr/>
        </p:nvSpPr>
        <p:spPr>
          <a:xfrm>
            <a:off x="8616280" y="908720"/>
            <a:ext cx="2808312" cy="1077218"/>
          </a:xfrm>
          <a:prstGeom prst="rect">
            <a:avLst/>
          </a:prstGeom>
        </p:spPr>
        <p:txBody>
          <a:bodyPr wrap="square">
            <a:spAutoFit/>
          </a:bodyPr>
          <a:lstStyle/>
          <a:p>
            <a:pPr algn="ctr"/>
            <a:r>
              <a:rPr lang="es-CO" sz="1600" dirty="0">
                <a:latin typeface="Segoe UI Light" panose="020B0502040204020203" pitchFamily="34" charset="0"/>
                <a:cs typeface="Segoe UI Light" panose="020B0502040204020203" pitchFamily="34" charset="0"/>
              </a:rPr>
              <a:t>2. En el menú home, create design, seleccionamos Assembly la nombramos como Secc_Valle_V1 .  </a:t>
            </a:r>
          </a:p>
        </p:txBody>
      </p:sp>
      <p:pic>
        <p:nvPicPr>
          <p:cNvPr id="2" name="Imagen 1"/>
          <p:cNvPicPr>
            <a:picLocks noChangeAspect="1"/>
          </p:cNvPicPr>
          <p:nvPr/>
        </p:nvPicPr>
        <p:blipFill>
          <a:blip r:embed="rId3"/>
          <a:stretch>
            <a:fillRect/>
          </a:stretch>
        </p:blipFill>
        <p:spPr>
          <a:xfrm>
            <a:off x="8604570" y="2082065"/>
            <a:ext cx="2832702" cy="3888432"/>
          </a:xfrm>
          <a:prstGeom prst="rect">
            <a:avLst/>
          </a:prstGeom>
        </p:spPr>
      </p:pic>
      <p:pic>
        <p:nvPicPr>
          <p:cNvPr id="12" name="Imagen 11">
            <a:extLst>
              <a:ext uri="{FF2B5EF4-FFF2-40B4-BE49-F238E27FC236}">
                <a16:creationId xmlns:a16="http://schemas.microsoft.com/office/drawing/2014/main" id="{3A0ABD13-4144-4CB2-B3DC-F9A22061A5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13" name="Imagen 12">
            <a:extLst>
              <a:ext uri="{FF2B5EF4-FFF2-40B4-BE49-F238E27FC236}">
                <a16:creationId xmlns:a16="http://schemas.microsoft.com/office/drawing/2014/main" id="{0AADD7F7-C605-4525-8652-126CB6A007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31904" y="3429000"/>
            <a:ext cx="360000" cy="360000"/>
          </a:xfrm>
          <a:prstGeom prst="rect">
            <a:avLst/>
          </a:prstGeom>
        </p:spPr>
      </p:pic>
      <p:pic>
        <p:nvPicPr>
          <p:cNvPr id="14" name="Imagen 13">
            <a:extLst>
              <a:ext uri="{FF2B5EF4-FFF2-40B4-BE49-F238E27FC236}">
                <a16:creationId xmlns:a16="http://schemas.microsoft.com/office/drawing/2014/main" id="{66060A62-5054-483A-9044-92D0E5C69EE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60436" y="2708920"/>
            <a:ext cx="360000" cy="360000"/>
          </a:xfrm>
          <a:prstGeom prst="rect">
            <a:avLst/>
          </a:prstGeom>
        </p:spPr>
      </p:pic>
      <p:sp>
        <p:nvSpPr>
          <p:cNvPr id="15" name="1 Título">
            <a:extLst>
              <a:ext uri="{FF2B5EF4-FFF2-40B4-BE49-F238E27FC236}">
                <a16:creationId xmlns:a16="http://schemas.microsoft.com/office/drawing/2014/main" id="{A6F93064-B5AA-4C72-82DC-6214A5A9619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6: Crear “Sub-</a:t>
            </a:r>
            <a:r>
              <a:rPr lang="es-ES" sz="800" dirty="0" err="1">
                <a:latin typeface="Segoe UI Light" panose="020B0502040204020203" pitchFamily="34" charset="0"/>
                <a:cs typeface="Segoe UI Light" panose="020B0502040204020203" pitchFamily="34" charset="0"/>
              </a:rPr>
              <a:t>Assembly</a:t>
            </a:r>
            <a:r>
              <a:rPr lang="es-ES" sz="800" dirty="0">
                <a:latin typeface="Segoe UI Light" panose="020B0502040204020203" pitchFamily="34" charset="0"/>
                <a:cs typeface="Segoe UI Light" panose="020B0502040204020203" pitchFamily="34" charset="0"/>
              </a:rPr>
              <a:t>” y </a:t>
            </a:r>
            <a:r>
              <a:rPr lang="es-ES" sz="800" dirty="0" err="1">
                <a:latin typeface="Segoe UI Light" panose="020B0502040204020203" pitchFamily="34" charset="0"/>
                <a:cs typeface="Segoe UI Light" panose="020B0502040204020203" pitchFamily="34" charset="0"/>
              </a:rPr>
              <a:t>Assembly</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164447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rotWithShape="1">
          <a:blip r:embed="rId2"/>
          <a:srcRect r="79137" b="58456"/>
          <a:stretch/>
        </p:blipFill>
        <p:spPr>
          <a:xfrm>
            <a:off x="551384" y="1268760"/>
            <a:ext cx="5976665" cy="3347211"/>
          </a:xfrm>
          <a:prstGeom prst="rect">
            <a:avLst/>
          </a:prstGeom>
        </p:spPr>
      </p:pic>
      <p:sp>
        <p:nvSpPr>
          <p:cNvPr id="11" name="Rectángulo 10"/>
          <p:cNvSpPr/>
          <p:nvPr/>
        </p:nvSpPr>
        <p:spPr>
          <a:xfrm>
            <a:off x="2099556" y="476672"/>
            <a:ext cx="7992888" cy="584775"/>
          </a:xfrm>
          <a:prstGeom prst="rect">
            <a:avLst/>
          </a:prstGeom>
        </p:spPr>
        <p:txBody>
          <a:bodyPr wrap="square">
            <a:spAutoFit/>
          </a:bodyPr>
          <a:lstStyle/>
          <a:p>
            <a:pPr algn="ctr"/>
            <a:r>
              <a:rPr lang="es-CO" sz="1600" dirty="0">
                <a:latin typeface="Segoe UI Light" panose="020B0502040204020203" pitchFamily="34" charset="0"/>
                <a:cs typeface="Segoe UI Light" panose="020B0502040204020203" pitchFamily="34" charset="0"/>
              </a:rPr>
              <a:t>3. En el menú home, create design, seleccionamos el menú desplegable  y seleccionamos la opción “Create Subassembly from a polyline”</a:t>
            </a:r>
          </a:p>
        </p:txBody>
      </p:sp>
      <p:pic>
        <p:nvPicPr>
          <p:cNvPr id="9" name="Imagen 8"/>
          <p:cNvPicPr>
            <a:picLocks noChangeAspect="1"/>
          </p:cNvPicPr>
          <p:nvPr/>
        </p:nvPicPr>
        <p:blipFill>
          <a:blip r:embed="rId3"/>
          <a:stretch>
            <a:fillRect/>
          </a:stretch>
        </p:blipFill>
        <p:spPr>
          <a:xfrm>
            <a:off x="5339917" y="2857280"/>
            <a:ext cx="2376264" cy="3787992"/>
          </a:xfrm>
          <a:prstGeom prst="rect">
            <a:avLst/>
          </a:prstGeom>
        </p:spPr>
      </p:pic>
      <p:pic>
        <p:nvPicPr>
          <p:cNvPr id="10" name="Imagen 9"/>
          <p:cNvPicPr>
            <a:picLocks noChangeAspect="1"/>
          </p:cNvPicPr>
          <p:nvPr/>
        </p:nvPicPr>
        <p:blipFill rotWithShape="1">
          <a:blip r:embed="rId4">
            <a:clrChange>
              <a:clrFrom>
                <a:srgbClr val="212830"/>
              </a:clrFrom>
              <a:clrTo>
                <a:srgbClr val="212830">
                  <a:alpha val="0"/>
                </a:srgbClr>
              </a:clrTo>
            </a:clrChange>
          </a:blip>
          <a:srcRect l="33463" t="20921" r="24800" b="6419"/>
          <a:stretch/>
        </p:blipFill>
        <p:spPr>
          <a:xfrm>
            <a:off x="8040216" y="1642698"/>
            <a:ext cx="3786960" cy="3572604"/>
          </a:xfrm>
          <a:prstGeom prst="rect">
            <a:avLst/>
          </a:prstGeom>
        </p:spPr>
      </p:pic>
      <p:pic>
        <p:nvPicPr>
          <p:cNvPr id="12" name="Imagen 11">
            <a:extLst>
              <a:ext uri="{FF2B5EF4-FFF2-40B4-BE49-F238E27FC236}">
                <a16:creationId xmlns:a16="http://schemas.microsoft.com/office/drawing/2014/main" id="{3A0ABD13-4144-4CB2-B3DC-F9A22061A51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13" name="Imagen 12">
            <a:extLst>
              <a:ext uri="{FF2B5EF4-FFF2-40B4-BE49-F238E27FC236}">
                <a16:creationId xmlns:a16="http://schemas.microsoft.com/office/drawing/2014/main" id="{D0CE9C59-2B95-4595-B433-7C6DACEC58E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71785" y="2762365"/>
            <a:ext cx="360000" cy="360000"/>
          </a:xfrm>
          <a:prstGeom prst="rect">
            <a:avLst/>
          </a:prstGeom>
        </p:spPr>
      </p:pic>
      <p:pic>
        <p:nvPicPr>
          <p:cNvPr id="14" name="Imagen 13">
            <a:extLst>
              <a:ext uri="{FF2B5EF4-FFF2-40B4-BE49-F238E27FC236}">
                <a16:creationId xmlns:a16="http://schemas.microsoft.com/office/drawing/2014/main" id="{3FCEE3EF-C481-465A-BDBB-71DBB38A317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07769" y="3416279"/>
            <a:ext cx="360000" cy="360000"/>
          </a:xfrm>
          <a:prstGeom prst="rect">
            <a:avLst/>
          </a:prstGeom>
        </p:spPr>
      </p:pic>
      <p:sp>
        <p:nvSpPr>
          <p:cNvPr id="17" name="1 Título">
            <a:extLst>
              <a:ext uri="{FF2B5EF4-FFF2-40B4-BE49-F238E27FC236}">
                <a16:creationId xmlns:a16="http://schemas.microsoft.com/office/drawing/2014/main" id="{9B9231D5-46FD-4A8A-92A6-F1B6806A969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6: Crear “Sub-</a:t>
            </a:r>
            <a:r>
              <a:rPr lang="es-ES" sz="800" dirty="0" err="1">
                <a:latin typeface="Segoe UI Light" panose="020B0502040204020203" pitchFamily="34" charset="0"/>
                <a:cs typeface="Segoe UI Light" panose="020B0502040204020203" pitchFamily="34" charset="0"/>
              </a:rPr>
              <a:t>Assembly</a:t>
            </a:r>
            <a:r>
              <a:rPr lang="es-ES" sz="800" dirty="0">
                <a:latin typeface="Segoe UI Light" panose="020B0502040204020203" pitchFamily="34" charset="0"/>
                <a:cs typeface="Segoe UI Light" panose="020B0502040204020203" pitchFamily="34" charset="0"/>
              </a:rPr>
              <a:t>” y </a:t>
            </a:r>
            <a:r>
              <a:rPr lang="es-ES" sz="800" dirty="0" err="1">
                <a:latin typeface="Segoe UI Light" panose="020B0502040204020203" pitchFamily="34" charset="0"/>
                <a:cs typeface="Segoe UI Light" panose="020B0502040204020203" pitchFamily="34" charset="0"/>
              </a:rPr>
              <a:t>Assembly</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06973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359369" y="3105834"/>
            <a:ext cx="3473261"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7: Definir los códigos, “</a:t>
            </a:r>
            <a:r>
              <a:rPr lang="es-ES" dirty="0" err="1">
                <a:latin typeface="Segoe UI Light" panose="020B0502040204020203" pitchFamily="34" charset="0"/>
                <a:cs typeface="Segoe UI Light" panose="020B0502040204020203" pitchFamily="34" charset="0"/>
              </a:rPr>
              <a:t>Code</a:t>
            </a:r>
            <a:r>
              <a:rPr lang="es-ES" dirty="0">
                <a:latin typeface="Segoe UI Light" panose="020B0502040204020203" pitchFamily="34" charset="0"/>
                <a:cs typeface="Segoe UI Light" panose="020B0502040204020203" pitchFamily="34" charset="0"/>
              </a:rPr>
              <a:t>” para la </a:t>
            </a:r>
            <a:r>
              <a:rPr lang="es-ES" dirty="0" err="1">
                <a:latin typeface="Segoe UI Light" panose="020B0502040204020203" pitchFamily="34" charset="0"/>
                <a:cs typeface="Segoe UI Light" panose="020B0502040204020203" pitchFamily="34" charset="0"/>
              </a:rPr>
              <a:t>Sub_Assembly</a:t>
            </a:r>
            <a:endParaRPr lang="es-ES" dirty="0">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86BA8BB6-96BB-4399-8E8F-3F3CCA4D5E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044976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839416" y="476672"/>
            <a:ext cx="10573142" cy="830997"/>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1. Los códigos permiten tener control sobre las líneas de corte que se van generando cuando la Sección trasversal se mueve y corta el modelo TIN sobre el Eje definido. Es importante definirlos para tener certeza en la generación  de la superficie TIN a partir del corredor del valle.</a:t>
            </a:r>
          </a:p>
        </p:txBody>
      </p:sp>
      <p:pic>
        <p:nvPicPr>
          <p:cNvPr id="48" name="Imagen 47"/>
          <p:cNvPicPr>
            <a:picLocks noChangeAspect="1"/>
          </p:cNvPicPr>
          <p:nvPr/>
        </p:nvPicPr>
        <p:blipFill rotWithShape="1">
          <a:blip r:embed="rId2"/>
          <a:srcRect l="25588" t="24643" r="29361" b="31791"/>
          <a:stretch/>
        </p:blipFill>
        <p:spPr>
          <a:xfrm>
            <a:off x="1620490" y="4005065"/>
            <a:ext cx="4676028" cy="2542256"/>
          </a:xfrm>
          <a:prstGeom prst="rect">
            <a:avLst/>
          </a:prstGeom>
        </p:spPr>
      </p:pic>
      <p:sp>
        <p:nvSpPr>
          <p:cNvPr id="19" name="Rectángulo 18"/>
          <p:cNvSpPr/>
          <p:nvPr/>
        </p:nvSpPr>
        <p:spPr>
          <a:xfrm>
            <a:off x="6864904" y="4405123"/>
            <a:ext cx="4937267" cy="1569660"/>
          </a:xfrm>
          <a:prstGeom prst="rect">
            <a:avLst/>
          </a:prstGeom>
        </p:spPr>
        <p:txBody>
          <a:bodyPr wrap="square">
            <a:spAutoFit/>
          </a:bodyPr>
          <a:lstStyle/>
          <a:p>
            <a:pPr algn="just"/>
            <a:r>
              <a:rPr lang="es-CO" sz="1600" dirty="0">
                <a:latin typeface="Segoe UI Light" panose="020B0502040204020203" pitchFamily="34" charset="0"/>
                <a:cs typeface="Segoe UI Light" panose="020B0502040204020203" pitchFamily="34" charset="0"/>
              </a:rPr>
              <a:t>Para asignar los códigos debe seleccionarse en primer lugar el elemento Sub-Assembly, luego presionar clic derecho y seleccionar Add Code, en la barra de comandos aparecen las diferentes opciones, se ingresa el nombre del código, seleccionar Point y finalmente asignar el código al punto correspondiente.</a:t>
            </a:r>
          </a:p>
        </p:txBody>
      </p:sp>
      <p:pic>
        <p:nvPicPr>
          <p:cNvPr id="18" name="Imagen 17">
            <a:extLst>
              <a:ext uri="{FF2B5EF4-FFF2-40B4-BE49-F238E27FC236}">
                <a16:creationId xmlns:a16="http://schemas.microsoft.com/office/drawing/2014/main" id="{4BDE9268-3E37-4495-B689-78BE7B140C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grpSp>
        <p:nvGrpSpPr>
          <p:cNvPr id="25" name="Grupo 24">
            <a:extLst>
              <a:ext uri="{FF2B5EF4-FFF2-40B4-BE49-F238E27FC236}">
                <a16:creationId xmlns:a16="http://schemas.microsoft.com/office/drawing/2014/main" id="{1A066D47-6BE0-497E-B6A1-24CDB0860E6D}"/>
              </a:ext>
            </a:extLst>
          </p:cNvPr>
          <p:cNvGrpSpPr/>
          <p:nvPr/>
        </p:nvGrpSpPr>
        <p:grpSpPr>
          <a:xfrm>
            <a:off x="939153" y="1758357"/>
            <a:ext cx="6391901" cy="2082941"/>
            <a:chOff x="1559497" y="1955310"/>
            <a:chExt cx="6391901" cy="2082941"/>
          </a:xfrm>
        </p:grpSpPr>
        <p:sp>
          <p:nvSpPr>
            <p:cNvPr id="26" name="Trapecio 25">
              <a:extLst>
                <a:ext uri="{FF2B5EF4-FFF2-40B4-BE49-F238E27FC236}">
                  <a16:creationId xmlns:a16="http://schemas.microsoft.com/office/drawing/2014/main" id="{BDDB8E41-69B2-47E1-A141-2B069A27E280}"/>
                </a:ext>
              </a:extLst>
            </p:cNvPr>
            <p:cNvSpPr/>
            <p:nvPr/>
          </p:nvSpPr>
          <p:spPr>
            <a:xfrm rot="10800000">
              <a:off x="2389195" y="2392693"/>
              <a:ext cx="4509484" cy="1480480"/>
            </a:xfrm>
            <a:prstGeom prst="trapezoi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600" dirty="0">
                <a:latin typeface="Segoe UI Light" panose="020B0502040204020203" pitchFamily="34" charset="0"/>
                <a:cs typeface="Segoe UI Light" panose="020B0502040204020203" pitchFamily="34" charset="0"/>
              </a:endParaRPr>
            </a:p>
          </p:txBody>
        </p:sp>
        <p:sp>
          <p:nvSpPr>
            <p:cNvPr id="27" name="Diagrama de flujo: conector 26">
              <a:extLst>
                <a:ext uri="{FF2B5EF4-FFF2-40B4-BE49-F238E27FC236}">
                  <a16:creationId xmlns:a16="http://schemas.microsoft.com/office/drawing/2014/main" id="{695E898B-FC5B-4A22-87D9-C8790FAB98AB}"/>
                </a:ext>
              </a:extLst>
            </p:cNvPr>
            <p:cNvSpPr/>
            <p:nvPr/>
          </p:nvSpPr>
          <p:spPr>
            <a:xfrm rot="10800000">
              <a:off x="6480459" y="3820056"/>
              <a:ext cx="72726" cy="76579"/>
            </a:xfrm>
            <a:prstGeom prst="flowChartConnector">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600" dirty="0">
                <a:latin typeface="Segoe UI Light" panose="020B0502040204020203" pitchFamily="34" charset="0"/>
                <a:cs typeface="Segoe UI Light" panose="020B0502040204020203" pitchFamily="34" charset="0"/>
              </a:endParaRPr>
            </a:p>
          </p:txBody>
        </p:sp>
        <p:sp>
          <p:nvSpPr>
            <p:cNvPr id="28" name="Diagrama de flujo: conector 27">
              <a:extLst>
                <a:ext uri="{FF2B5EF4-FFF2-40B4-BE49-F238E27FC236}">
                  <a16:creationId xmlns:a16="http://schemas.microsoft.com/office/drawing/2014/main" id="{D6968173-B068-42F6-8C21-F4D774C3C405}"/>
                </a:ext>
              </a:extLst>
            </p:cNvPr>
            <p:cNvSpPr/>
            <p:nvPr/>
          </p:nvSpPr>
          <p:spPr>
            <a:xfrm rot="10800000">
              <a:off x="2730304" y="3820056"/>
              <a:ext cx="72726" cy="76579"/>
            </a:xfrm>
            <a:prstGeom prst="flowChartConnector">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600" dirty="0">
                <a:latin typeface="Segoe UI Light" panose="020B0502040204020203" pitchFamily="34" charset="0"/>
                <a:cs typeface="Segoe UI Light" panose="020B0502040204020203" pitchFamily="34" charset="0"/>
              </a:endParaRPr>
            </a:p>
          </p:txBody>
        </p:sp>
        <p:sp>
          <p:nvSpPr>
            <p:cNvPr id="29" name="Diagrama de flujo: conector 28">
              <a:extLst>
                <a:ext uri="{FF2B5EF4-FFF2-40B4-BE49-F238E27FC236}">
                  <a16:creationId xmlns:a16="http://schemas.microsoft.com/office/drawing/2014/main" id="{E11E0B4C-03A6-475C-84A1-2CAD1F274BEE}"/>
                </a:ext>
              </a:extLst>
            </p:cNvPr>
            <p:cNvSpPr/>
            <p:nvPr/>
          </p:nvSpPr>
          <p:spPr>
            <a:xfrm rot="10800000">
              <a:off x="6844135" y="2392693"/>
              <a:ext cx="72726" cy="76579"/>
            </a:xfrm>
            <a:prstGeom prst="flowChartConnector">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600" dirty="0">
                <a:latin typeface="Segoe UI Light" panose="020B0502040204020203" pitchFamily="34" charset="0"/>
                <a:cs typeface="Segoe UI Light" panose="020B0502040204020203" pitchFamily="34" charset="0"/>
              </a:endParaRPr>
            </a:p>
          </p:txBody>
        </p:sp>
        <p:sp>
          <p:nvSpPr>
            <p:cNvPr id="30" name="Diagrama de flujo: conector 29">
              <a:extLst>
                <a:ext uri="{FF2B5EF4-FFF2-40B4-BE49-F238E27FC236}">
                  <a16:creationId xmlns:a16="http://schemas.microsoft.com/office/drawing/2014/main" id="{4C48EF1A-2D8B-4A82-A9B8-B31452BA58F8}"/>
                </a:ext>
              </a:extLst>
            </p:cNvPr>
            <p:cNvSpPr/>
            <p:nvPr/>
          </p:nvSpPr>
          <p:spPr>
            <a:xfrm rot="10800000">
              <a:off x="2371013" y="2382509"/>
              <a:ext cx="72726" cy="76579"/>
            </a:xfrm>
            <a:prstGeom prst="flowChartConnector">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600" dirty="0">
                <a:latin typeface="Segoe UI Light" panose="020B0502040204020203" pitchFamily="34" charset="0"/>
                <a:cs typeface="Segoe UI Light" panose="020B0502040204020203" pitchFamily="34" charset="0"/>
              </a:endParaRPr>
            </a:p>
          </p:txBody>
        </p:sp>
        <p:sp>
          <p:nvSpPr>
            <p:cNvPr id="31" name="CuadroTexto 30">
              <a:extLst>
                <a:ext uri="{FF2B5EF4-FFF2-40B4-BE49-F238E27FC236}">
                  <a16:creationId xmlns:a16="http://schemas.microsoft.com/office/drawing/2014/main" id="{ECB89254-31B4-4D1B-83D9-DB5DA8F57A45}"/>
                </a:ext>
              </a:extLst>
            </p:cNvPr>
            <p:cNvSpPr txBox="1"/>
            <p:nvPr/>
          </p:nvSpPr>
          <p:spPr>
            <a:xfrm>
              <a:off x="1847529" y="3668764"/>
              <a:ext cx="683179" cy="338554"/>
            </a:xfrm>
            <a:prstGeom prst="callout2">
              <a:avLst>
                <a:gd name="adj1" fmla="val 15791"/>
                <a:gd name="adj2" fmla="val 72261"/>
                <a:gd name="adj3" fmla="val 18749"/>
                <a:gd name="adj4" fmla="val 115931"/>
                <a:gd name="adj5" fmla="val 58596"/>
                <a:gd name="adj6" fmla="val 134207"/>
              </a:avLst>
            </a:prstGeom>
            <a:noFill/>
            <a:ln>
              <a:solidFill>
                <a:schemeClr val="tx1"/>
              </a:solidFill>
            </a:ln>
          </p:spPr>
          <p:txBody>
            <a:bodyPr wrap="square" rtlCol="0">
              <a:spAutoFit/>
            </a:bodyPr>
            <a:lstStyle/>
            <a:p>
              <a:r>
                <a:rPr lang="es-CO" sz="1600" dirty="0">
                  <a:latin typeface="Segoe UI Light" panose="020B0502040204020203" pitchFamily="34" charset="0"/>
                  <a:cs typeface="Segoe UI Light" panose="020B0502040204020203" pitchFamily="34" charset="0"/>
                </a:rPr>
                <a:t>Bsi</a:t>
              </a:r>
            </a:p>
          </p:txBody>
        </p:sp>
        <p:sp>
          <p:nvSpPr>
            <p:cNvPr id="32" name="CuadroTexto 31">
              <a:extLst>
                <a:ext uri="{FF2B5EF4-FFF2-40B4-BE49-F238E27FC236}">
                  <a16:creationId xmlns:a16="http://schemas.microsoft.com/office/drawing/2014/main" id="{D22AD540-9BB7-4977-AF77-3F58B282EF88}"/>
                </a:ext>
              </a:extLst>
            </p:cNvPr>
            <p:cNvSpPr txBox="1"/>
            <p:nvPr/>
          </p:nvSpPr>
          <p:spPr>
            <a:xfrm>
              <a:off x="1559497" y="2245385"/>
              <a:ext cx="624093" cy="338554"/>
            </a:xfrm>
            <a:prstGeom prst="callout2">
              <a:avLst>
                <a:gd name="adj1" fmla="val 18703"/>
                <a:gd name="adj2" fmla="val 64384"/>
                <a:gd name="adj3" fmla="val 18749"/>
                <a:gd name="adj4" fmla="val 115931"/>
                <a:gd name="adj5" fmla="val 49362"/>
                <a:gd name="adj6" fmla="val 132968"/>
              </a:avLst>
            </a:prstGeom>
            <a:noFill/>
            <a:ln>
              <a:solidFill>
                <a:schemeClr val="tx1"/>
              </a:solidFill>
            </a:ln>
          </p:spPr>
          <p:txBody>
            <a:bodyPr wrap="square" rtlCol="0">
              <a:spAutoFit/>
            </a:bodyPr>
            <a:lstStyle/>
            <a:p>
              <a:r>
                <a:rPr lang="es-CO" sz="1600" dirty="0">
                  <a:latin typeface="Segoe UI Light" panose="020B0502040204020203" pitchFamily="34" charset="0"/>
                  <a:cs typeface="Segoe UI Light" panose="020B0502040204020203" pitchFamily="34" charset="0"/>
                </a:rPr>
                <a:t>Tsi</a:t>
              </a:r>
            </a:p>
          </p:txBody>
        </p:sp>
        <p:sp>
          <p:nvSpPr>
            <p:cNvPr id="33" name="CuadroTexto 32">
              <a:extLst>
                <a:ext uri="{FF2B5EF4-FFF2-40B4-BE49-F238E27FC236}">
                  <a16:creationId xmlns:a16="http://schemas.microsoft.com/office/drawing/2014/main" id="{091AE582-AFC3-4D35-861F-754EF6945B7A}"/>
                </a:ext>
              </a:extLst>
            </p:cNvPr>
            <p:cNvSpPr txBox="1"/>
            <p:nvPr/>
          </p:nvSpPr>
          <p:spPr>
            <a:xfrm>
              <a:off x="6785439" y="3699697"/>
              <a:ext cx="773944" cy="338554"/>
            </a:xfrm>
            <a:prstGeom prst="callout2">
              <a:avLst>
                <a:gd name="adj1" fmla="val 20995"/>
                <a:gd name="adj2" fmla="val 3923"/>
                <a:gd name="adj3" fmla="val 23351"/>
                <a:gd name="adj4" fmla="val -19488"/>
                <a:gd name="adj5" fmla="val 47118"/>
                <a:gd name="adj6" fmla="val -36130"/>
              </a:avLst>
            </a:prstGeom>
            <a:noFill/>
            <a:ln>
              <a:solidFill>
                <a:schemeClr val="tx1"/>
              </a:solidFill>
            </a:ln>
          </p:spPr>
          <p:txBody>
            <a:bodyPr wrap="square" rtlCol="0">
              <a:spAutoFit/>
            </a:bodyPr>
            <a:lstStyle/>
            <a:p>
              <a:r>
                <a:rPr lang="es-CO" sz="1600" dirty="0">
                  <a:latin typeface="Segoe UI Light" panose="020B0502040204020203" pitchFamily="34" charset="0"/>
                  <a:cs typeface="Segoe UI Light" panose="020B0502040204020203" pitchFamily="34" charset="0"/>
                </a:rPr>
                <a:t>Bsd</a:t>
              </a:r>
            </a:p>
          </p:txBody>
        </p:sp>
        <p:sp>
          <p:nvSpPr>
            <p:cNvPr id="34" name="CuadroTexto 33">
              <a:extLst>
                <a:ext uri="{FF2B5EF4-FFF2-40B4-BE49-F238E27FC236}">
                  <a16:creationId xmlns:a16="http://schemas.microsoft.com/office/drawing/2014/main" id="{315B4744-668E-4579-B4F6-DC19A43EDDCE}"/>
                </a:ext>
              </a:extLst>
            </p:cNvPr>
            <p:cNvSpPr txBox="1"/>
            <p:nvPr/>
          </p:nvSpPr>
          <p:spPr>
            <a:xfrm>
              <a:off x="7327305" y="2282190"/>
              <a:ext cx="624093" cy="338554"/>
            </a:xfrm>
            <a:prstGeom prst="callout2">
              <a:avLst>
                <a:gd name="adj1" fmla="val 18861"/>
                <a:gd name="adj2" fmla="val -7966"/>
                <a:gd name="adj3" fmla="val 18733"/>
                <a:gd name="adj4" fmla="val -47201"/>
                <a:gd name="adj5" fmla="val 44809"/>
                <a:gd name="adj6" fmla="val -73334"/>
              </a:avLst>
            </a:prstGeom>
            <a:noFill/>
            <a:ln>
              <a:solidFill>
                <a:schemeClr val="tx1"/>
              </a:solidFill>
            </a:ln>
          </p:spPr>
          <p:txBody>
            <a:bodyPr wrap="square" rtlCol="0">
              <a:spAutoFit/>
            </a:bodyPr>
            <a:lstStyle/>
            <a:p>
              <a:r>
                <a:rPr lang="es-CO" sz="1600" dirty="0">
                  <a:latin typeface="Segoe UI Light" panose="020B0502040204020203" pitchFamily="34" charset="0"/>
                  <a:cs typeface="Segoe UI Light" panose="020B0502040204020203" pitchFamily="34" charset="0"/>
                </a:rPr>
                <a:t>Tsd</a:t>
              </a:r>
            </a:p>
          </p:txBody>
        </p:sp>
        <p:sp>
          <p:nvSpPr>
            <p:cNvPr id="35" name="CuadroTexto 34">
              <a:extLst>
                <a:ext uri="{FF2B5EF4-FFF2-40B4-BE49-F238E27FC236}">
                  <a16:creationId xmlns:a16="http://schemas.microsoft.com/office/drawing/2014/main" id="{B30DC849-6714-4FC9-AEB2-CB3832478894}"/>
                </a:ext>
              </a:extLst>
            </p:cNvPr>
            <p:cNvSpPr txBox="1"/>
            <p:nvPr/>
          </p:nvSpPr>
          <p:spPr>
            <a:xfrm>
              <a:off x="3863752" y="2980999"/>
              <a:ext cx="1800200" cy="338554"/>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Sección Superior</a:t>
              </a:r>
            </a:p>
          </p:txBody>
        </p:sp>
        <p:sp>
          <p:nvSpPr>
            <p:cNvPr id="36" name="Rectángulo 35">
              <a:extLst>
                <a:ext uri="{FF2B5EF4-FFF2-40B4-BE49-F238E27FC236}">
                  <a16:creationId xmlns:a16="http://schemas.microsoft.com/office/drawing/2014/main" id="{07610F11-3CFE-415D-BAE6-BECF8F07EC5C}"/>
                </a:ext>
              </a:extLst>
            </p:cNvPr>
            <p:cNvSpPr/>
            <p:nvPr/>
          </p:nvSpPr>
          <p:spPr>
            <a:xfrm>
              <a:off x="1919536" y="1955310"/>
              <a:ext cx="5565712" cy="338554"/>
            </a:xfrm>
            <a:prstGeom prst="rect">
              <a:avLst/>
            </a:prstGeom>
          </p:spPr>
          <p:txBody>
            <a:bodyPr wrap="square">
              <a:spAutoFit/>
            </a:bodyPr>
            <a:lstStyle/>
            <a:p>
              <a:pPr algn="ctr"/>
              <a:r>
                <a:rPr lang="es-CO" sz="1600" dirty="0">
                  <a:latin typeface="Segoe UI Light" panose="020B0502040204020203" pitchFamily="34" charset="0"/>
                  <a:cs typeface="Segoe UI Light" panose="020B0502040204020203" pitchFamily="34" charset="0"/>
                </a:rPr>
                <a:t>Definición de puntos “Code” Para la sección de Valle </a:t>
              </a:r>
            </a:p>
          </p:txBody>
        </p:sp>
      </p:grpSp>
      <p:sp>
        <p:nvSpPr>
          <p:cNvPr id="37" name="Rectángulo 36">
            <a:extLst>
              <a:ext uri="{FF2B5EF4-FFF2-40B4-BE49-F238E27FC236}">
                <a16:creationId xmlns:a16="http://schemas.microsoft.com/office/drawing/2014/main" id="{983C3FCB-B768-4EC6-8EC3-A1D6D2B6C22E}"/>
              </a:ext>
            </a:extLst>
          </p:cNvPr>
          <p:cNvSpPr/>
          <p:nvPr/>
        </p:nvSpPr>
        <p:spPr>
          <a:xfrm>
            <a:off x="8015050" y="1903901"/>
            <a:ext cx="2966996" cy="1569660"/>
          </a:xfrm>
          <a:prstGeom prst="rect">
            <a:avLst/>
          </a:prstGeom>
        </p:spPr>
        <p:txBody>
          <a:bodyPr wrap="square">
            <a:spAutoFit/>
          </a:bodyPr>
          <a:lstStyle/>
          <a:p>
            <a:r>
              <a:rPr lang="es-CO" sz="1600" dirty="0">
                <a:latin typeface="Segoe UI Light" panose="020B0502040204020203" pitchFamily="34" charset="0"/>
                <a:cs typeface="Segoe UI Light" panose="020B0502040204020203" pitchFamily="34" charset="0"/>
              </a:rPr>
              <a:t>Nomenclatura:</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Bsd: Base Superior Derecha</a:t>
            </a:r>
          </a:p>
          <a:p>
            <a:r>
              <a:rPr lang="es-CO" sz="1600" dirty="0">
                <a:latin typeface="Segoe UI Light" panose="020B0502040204020203" pitchFamily="34" charset="0"/>
                <a:cs typeface="Segoe UI Light" panose="020B0502040204020203" pitchFamily="34" charset="0"/>
              </a:rPr>
              <a:t>Bsi: Base Superior Izquierda</a:t>
            </a:r>
          </a:p>
          <a:p>
            <a:r>
              <a:rPr lang="es-CO" sz="1600" dirty="0">
                <a:latin typeface="Segoe UI Light" panose="020B0502040204020203" pitchFamily="34" charset="0"/>
                <a:cs typeface="Segoe UI Light" panose="020B0502040204020203" pitchFamily="34" charset="0"/>
              </a:rPr>
              <a:t>Tsd: Talud Superior Derecho</a:t>
            </a:r>
          </a:p>
          <a:p>
            <a:r>
              <a:rPr lang="es-CO" sz="1600" dirty="0">
                <a:latin typeface="Segoe UI Light" panose="020B0502040204020203" pitchFamily="34" charset="0"/>
                <a:cs typeface="Segoe UI Light" panose="020B0502040204020203" pitchFamily="34" charset="0"/>
              </a:rPr>
              <a:t>Tsi: Talud Superior Izquierdo</a:t>
            </a:r>
          </a:p>
        </p:txBody>
      </p:sp>
      <p:pic>
        <p:nvPicPr>
          <p:cNvPr id="38" name="Imagen 37">
            <a:extLst>
              <a:ext uri="{FF2B5EF4-FFF2-40B4-BE49-F238E27FC236}">
                <a16:creationId xmlns:a16="http://schemas.microsoft.com/office/drawing/2014/main" id="{ACD50AC9-0980-4165-819B-9DDA48A86B2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00115" y="6302224"/>
            <a:ext cx="360000" cy="360000"/>
          </a:xfrm>
          <a:prstGeom prst="rect">
            <a:avLst/>
          </a:prstGeom>
        </p:spPr>
      </p:pic>
      <p:sp>
        <p:nvSpPr>
          <p:cNvPr id="39" name="1 Título">
            <a:extLst>
              <a:ext uri="{FF2B5EF4-FFF2-40B4-BE49-F238E27FC236}">
                <a16:creationId xmlns:a16="http://schemas.microsoft.com/office/drawing/2014/main" id="{DB9A7089-1321-4F07-98EC-2AB0C5511BA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7: Definir los códigos, “</a:t>
            </a:r>
            <a:r>
              <a:rPr lang="es-ES" sz="800" dirty="0" err="1">
                <a:latin typeface="Segoe UI Light" panose="020B0502040204020203" pitchFamily="34" charset="0"/>
                <a:cs typeface="Segoe UI Light" panose="020B0502040204020203" pitchFamily="34" charset="0"/>
              </a:rPr>
              <a:t>Code</a:t>
            </a:r>
            <a:r>
              <a:rPr lang="es-ES" sz="800" dirty="0">
                <a:latin typeface="Segoe UI Light" panose="020B0502040204020203" pitchFamily="34" charset="0"/>
                <a:cs typeface="Segoe UI Light" panose="020B0502040204020203" pitchFamily="34" charset="0"/>
              </a:rPr>
              <a:t>” para la </a:t>
            </a:r>
            <a:r>
              <a:rPr lang="es-ES" sz="800" dirty="0" err="1">
                <a:latin typeface="Segoe UI Light" panose="020B0502040204020203" pitchFamily="34" charset="0"/>
                <a:cs typeface="Segoe UI Light" panose="020B0502040204020203" pitchFamily="34" charset="0"/>
              </a:rPr>
              <a:t>Sub_Assembly</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806254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883205" y="3244334"/>
            <a:ext cx="6425589" cy="369332"/>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8: Asignar Sub-</a:t>
            </a:r>
            <a:r>
              <a:rPr lang="es-ES" dirty="0" err="1">
                <a:latin typeface="Segoe UI Light" panose="020B0502040204020203" pitchFamily="34" charset="0"/>
                <a:cs typeface="Segoe UI Light" panose="020B0502040204020203" pitchFamily="34" charset="0"/>
              </a:rPr>
              <a:t>Assembly</a:t>
            </a:r>
            <a:r>
              <a:rPr lang="es-ES" dirty="0">
                <a:latin typeface="Segoe UI Light" panose="020B0502040204020203" pitchFamily="34" charset="0"/>
                <a:cs typeface="Segoe UI Light" panose="020B0502040204020203" pitchFamily="34" charset="0"/>
              </a:rPr>
              <a:t> a un </a:t>
            </a:r>
            <a:r>
              <a:rPr lang="es-ES" dirty="0" err="1">
                <a:latin typeface="Segoe UI Light" panose="020B0502040204020203" pitchFamily="34" charset="0"/>
                <a:cs typeface="Segoe UI Light" panose="020B0502040204020203" pitchFamily="34" charset="0"/>
              </a:rPr>
              <a:t>Assembly</a:t>
            </a:r>
            <a:endParaRPr lang="es-ES" dirty="0">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86BA8BB6-96BB-4399-8E8F-3F3CCA4D5E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4001712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739516" y="519024"/>
            <a:ext cx="8712968" cy="338554"/>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1. Seleccionar la Sub-assembly y con el botón derecho del mouse seleccionar “add to Assembly” </a:t>
            </a:r>
            <a:endParaRPr lang="es-CO" sz="1200" dirty="0">
              <a:latin typeface="Segoe UI Light" panose="020B0502040204020203" pitchFamily="34" charset="0"/>
              <a:cs typeface="Segoe UI Light" panose="020B0502040204020203" pitchFamily="34" charset="0"/>
            </a:endParaRPr>
          </a:p>
        </p:txBody>
      </p:sp>
      <p:pic>
        <p:nvPicPr>
          <p:cNvPr id="51" name="Imagen 50"/>
          <p:cNvPicPr>
            <a:picLocks noChangeAspect="1"/>
          </p:cNvPicPr>
          <p:nvPr/>
        </p:nvPicPr>
        <p:blipFill rotWithShape="1">
          <a:blip r:embed="rId2"/>
          <a:srcRect l="31100" t="23387" r="38975" b="5179"/>
          <a:stretch/>
        </p:blipFill>
        <p:spPr>
          <a:xfrm>
            <a:off x="1055440" y="1171644"/>
            <a:ext cx="3816424" cy="5122044"/>
          </a:xfrm>
          <a:prstGeom prst="rect">
            <a:avLst/>
          </a:prstGeom>
        </p:spPr>
      </p:pic>
      <p:pic>
        <p:nvPicPr>
          <p:cNvPr id="2" name="Imagen 1"/>
          <p:cNvPicPr>
            <a:picLocks noChangeAspect="1"/>
          </p:cNvPicPr>
          <p:nvPr/>
        </p:nvPicPr>
        <p:blipFill rotWithShape="1">
          <a:blip r:embed="rId3">
            <a:clrChange>
              <a:clrFrom>
                <a:srgbClr val="212830"/>
              </a:clrFrom>
              <a:clrTo>
                <a:srgbClr val="212830">
                  <a:alpha val="0"/>
                </a:srgbClr>
              </a:clrTo>
            </a:clrChange>
          </a:blip>
          <a:srcRect l="25588" t="44914" r="15350" b="33288"/>
          <a:stretch/>
        </p:blipFill>
        <p:spPr>
          <a:xfrm>
            <a:off x="5051883" y="2852936"/>
            <a:ext cx="6840759" cy="1368153"/>
          </a:xfrm>
          <a:prstGeom prst="rect">
            <a:avLst/>
          </a:prstGeom>
        </p:spPr>
      </p:pic>
      <p:pic>
        <p:nvPicPr>
          <p:cNvPr id="5" name="Imagen 4">
            <a:extLst>
              <a:ext uri="{FF2B5EF4-FFF2-40B4-BE49-F238E27FC236}">
                <a16:creationId xmlns:a16="http://schemas.microsoft.com/office/drawing/2014/main" id="{2A85634E-ED9F-4C66-AE78-2367DC8EBA3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6" name="1 Título">
            <a:extLst>
              <a:ext uri="{FF2B5EF4-FFF2-40B4-BE49-F238E27FC236}">
                <a16:creationId xmlns:a16="http://schemas.microsoft.com/office/drawing/2014/main" id="{E1376059-7707-432E-AED7-1910E0B6275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8: Asignar Sub-</a:t>
            </a:r>
            <a:r>
              <a:rPr lang="es-ES" sz="800" dirty="0" err="1">
                <a:latin typeface="Segoe UI Light" panose="020B0502040204020203" pitchFamily="34" charset="0"/>
                <a:cs typeface="Segoe UI Light" panose="020B0502040204020203" pitchFamily="34" charset="0"/>
              </a:rPr>
              <a:t>Assembly</a:t>
            </a:r>
            <a:r>
              <a:rPr lang="es-ES" sz="800" dirty="0">
                <a:latin typeface="Segoe UI Light" panose="020B0502040204020203" pitchFamily="34" charset="0"/>
                <a:cs typeface="Segoe UI Light" panose="020B0502040204020203" pitchFamily="34" charset="0"/>
              </a:rPr>
              <a:t> a un </a:t>
            </a:r>
            <a:r>
              <a:rPr lang="es-ES" sz="800" dirty="0" err="1">
                <a:latin typeface="Segoe UI Light" panose="020B0502040204020203" pitchFamily="34" charset="0"/>
                <a:cs typeface="Segoe UI Light" panose="020B0502040204020203" pitchFamily="34" charset="0"/>
              </a:rPr>
              <a:t>Assembly</a:t>
            </a:r>
            <a:endParaRPr lang="es-ES" sz="800" dirty="0">
              <a:latin typeface="Segoe UI Light" panose="020B0502040204020203" pitchFamily="34" charset="0"/>
              <a:cs typeface="Segoe UI Light" panose="020B0502040204020203" pitchFamily="34" charset="0"/>
            </a:endParaRPr>
          </a:p>
        </p:txBody>
      </p:sp>
      <p:pic>
        <p:nvPicPr>
          <p:cNvPr id="7" name="Imagen 6">
            <a:extLst>
              <a:ext uri="{FF2B5EF4-FFF2-40B4-BE49-F238E27FC236}">
                <a16:creationId xmlns:a16="http://schemas.microsoft.com/office/drawing/2014/main" id="{1EBACBE3-F5DB-4377-9AF6-2C6C6646365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79776" y="5085184"/>
            <a:ext cx="360000" cy="360000"/>
          </a:xfrm>
          <a:prstGeom prst="rect">
            <a:avLst/>
          </a:prstGeom>
        </p:spPr>
      </p:pic>
    </p:spTree>
    <p:extLst>
      <p:ext uri="{BB962C8B-B14F-4D97-AF65-F5344CB8AC3E}">
        <p14:creationId xmlns:p14="http://schemas.microsoft.com/office/powerpoint/2010/main" val="1000604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888645" y="3105834"/>
            <a:ext cx="4414710"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9: Definición de los “</a:t>
            </a:r>
            <a:r>
              <a:rPr lang="es-ES" dirty="0" err="1">
                <a:latin typeface="Segoe UI Light" panose="020B0502040204020203" pitchFamily="34" charset="0"/>
                <a:cs typeface="Segoe UI Light" panose="020B0502040204020203" pitchFamily="34" charset="0"/>
              </a:rPr>
              <a:t>Daylight</a:t>
            </a:r>
            <a:r>
              <a:rPr lang="es-ES" dirty="0">
                <a:latin typeface="Segoe UI Light" panose="020B0502040204020203" pitchFamily="34" charset="0"/>
                <a:cs typeface="Segoe UI Light" panose="020B0502040204020203" pitchFamily="34" charset="0"/>
              </a:rPr>
              <a:t>” taludes para las leyes de corte y relleno</a:t>
            </a:r>
          </a:p>
        </p:txBody>
      </p:sp>
      <p:pic>
        <p:nvPicPr>
          <p:cNvPr id="9" name="Imagen 8">
            <a:extLst>
              <a:ext uri="{FF2B5EF4-FFF2-40B4-BE49-F238E27FC236}">
                <a16:creationId xmlns:a16="http://schemas.microsoft.com/office/drawing/2014/main" id="{86BA8BB6-96BB-4399-8E8F-3F3CCA4D5E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0786882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551383" y="486264"/>
            <a:ext cx="11161241" cy="1169551"/>
          </a:xfrm>
          <a:prstGeom prst="rect">
            <a:avLst/>
          </a:prstGeom>
          <a:noFill/>
        </p:spPr>
        <p:txBody>
          <a:bodyPr wrap="square" rtlCol="0">
            <a:spAutoFit/>
          </a:bodyPr>
          <a:lstStyle/>
          <a:p>
            <a:pPr algn="just"/>
            <a:r>
              <a:rPr lang="es-CO" sz="1400" dirty="0">
                <a:latin typeface="Segoe UI Light" panose="020B0502040204020203" pitchFamily="34" charset="0"/>
                <a:cs typeface="Segoe UI Light" panose="020B0502040204020203" pitchFamily="34" charset="0"/>
              </a:rPr>
              <a:t>1. Los taludes se definen en este caso como “Daylight General” esta opción permite definir el talud de corte y relleno  que llevará el canal. Con el fin de conservar la sección del canal el corte se debe realizar con el mismo talud de la sección, para el relleno se debe tener en cuenta si se desean colocar diques de protección y/o de paso. En este caso se dejará únicamente la opción de relleno a la superficie definida por el corredor del valle.</a:t>
            </a:r>
          </a:p>
          <a:p>
            <a:pPr algn="just"/>
            <a:endParaRPr lang="es-CO" sz="1400" dirty="0">
              <a:latin typeface="Segoe UI Light" panose="020B0502040204020203" pitchFamily="34" charset="0"/>
              <a:cs typeface="Segoe UI Light" panose="020B0502040204020203" pitchFamily="34" charset="0"/>
            </a:endParaRPr>
          </a:p>
          <a:p>
            <a:pPr algn="just"/>
            <a:r>
              <a:rPr lang="es-CO" sz="1400" dirty="0">
                <a:latin typeface="Segoe UI Light" panose="020B0502040204020203" pitchFamily="34" charset="0"/>
                <a:cs typeface="Segoe UI Light" panose="020B0502040204020203" pitchFamily="34" charset="0"/>
              </a:rPr>
              <a:t>2. Desde el menú home se selecciona la barra de herramientas, en el sub menú “dayligth” seleccionamos el talud general. </a:t>
            </a:r>
            <a:endParaRPr lang="es-CO" sz="1100" dirty="0">
              <a:latin typeface="Segoe UI Light" panose="020B0502040204020203" pitchFamily="34" charset="0"/>
              <a:cs typeface="Segoe UI Light" panose="020B0502040204020203" pitchFamily="34" charset="0"/>
            </a:endParaRPr>
          </a:p>
        </p:txBody>
      </p:sp>
      <p:pic>
        <p:nvPicPr>
          <p:cNvPr id="5" name="Imagen 4"/>
          <p:cNvPicPr>
            <a:picLocks noChangeAspect="1"/>
          </p:cNvPicPr>
          <p:nvPr/>
        </p:nvPicPr>
        <p:blipFill rotWithShape="1">
          <a:blip r:embed="rId2"/>
          <a:srcRect r="67325" b="62606"/>
          <a:stretch/>
        </p:blipFill>
        <p:spPr>
          <a:xfrm>
            <a:off x="4147062" y="2034891"/>
            <a:ext cx="3200947" cy="2059550"/>
          </a:xfrm>
          <a:prstGeom prst="rect">
            <a:avLst/>
          </a:prstGeom>
        </p:spPr>
      </p:pic>
      <p:pic>
        <p:nvPicPr>
          <p:cNvPr id="6" name="Imagen 5"/>
          <p:cNvPicPr>
            <a:picLocks noChangeAspect="1"/>
          </p:cNvPicPr>
          <p:nvPr/>
        </p:nvPicPr>
        <p:blipFill rotWithShape="1">
          <a:blip r:embed="rId3"/>
          <a:srcRect l="66537" t="17785" b="5179"/>
          <a:stretch/>
        </p:blipFill>
        <p:spPr>
          <a:xfrm>
            <a:off x="551383" y="2013704"/>
            <a:ext cx="3430055" cy="4439632"/>
          </a:xfrm>
          <a:prstGeom prst="rect">
            <a:avLst/>
          </a:prstGeom>
        </p:spPr>
      </p:pic>
      <p:pic>
        <p:nvPicPr>
          <p:cNvPr id="7" name="Imagen 6"/>
          <p:cNvPicPr>
            <a:picLocks noChangeAspect="1"/>
          </p:cNvPicPr>
          <p:nvPr/>
        </p:nvPicPr>
        <p:blipFill>
          <a:blip r:embed="rId4">
            <a:clrChange>
              <a:clrFrom>
                <a:srgbClr val="FFFFFF"/>
              </a:clrFrom>
              <a:clrTo>
                <a:srgbClr val="FFFFFF">
                  <a:alpha val="0"/>
                </a:srgbClr>
              </a:clrTo>
            </a:clrChange>
          </a:blip>
          <a:stretch>
            <a:fillRect/>
          </a:stretch>
        </p:blipFill>
        <p:spPr>
          <a:xfrm>
            <a:off x="7608168" y="2013704"/>
            <a:ext cx="3745832" cy="1919352"/>
          </a:xfrm>
          <a:prstGeom prst="rect">
            <a:avLst/>
          </a:prstGeom>
        </p:spPr>
      </p:pic>
      <p:pic>
        <p:nvPicPr>
          <p:cNvPr id="9" name="Imagen 8"/>
          <p:cNvPicPr>
            <a:picLocks noChangeAspect="1"/>
          </p:cNvPicPr>
          <p:nvPr/>
        </p:nvPicPr>
        <p:blipFill>
          <a:blip r:embed="rId5">
            <a:clrChange>
              <a:clrFrom>
                <a:srgbClr val="FFFFFF"/>
              </a:clrFrom>
              <a:clrTo>
                <a:srgbClr val="FFFFFF">
                  <a:alpha val="0"/>
                </a:srgbClr>
              </a:clrTo>
            </a:clrChange>
          </a:blip>
          <a:stretch>
            <a:fillRect/>
          </a:stretch>
        </p:blipFill>
        <p:spPr>
          <a:xfrm>
            <a:off x="7608168" y="4260904"/>
            <a:ext cx="3745832" cy="1672667"/>
          </a:xfrm>
          <a:prstGeom prst="rect">
            <a:avLst/>
          </a:prstGeom>
        </p:spPr>
      </p:pic>
      <p:pic>
        <p:nvPicPr>
          <p:cNvPr id="10" name="Imagen 9"/>
          <p:cNvPicPr>
            <a:picLocks noChangeAspect="1"/>
          </p:cNvPicPr>
          <p:nvPr/>
        </p:nvPicPr>
        <p:blipFill>
          <a:blip r:embed="rId6">
            <a:clrChange>
              <a:clrFrom>
                <a:srgbClr val="FFFFFF"/>
              </a:clrFrom>
              <a:clrTo>
                <a:srgbClr val="FFFFFF">
                  <a:alpha val="0"/>
                </a:srgbClr>
              </a:clrTo>
            </a:clrChange>
          </a:blip>
          <a:stretch>
            <a:fillRect/>
          </a:stretch>
        </p:blipFill>
        <p:spPr>
          <a:xfrm>
            <a:off x="4295800" y="4189441"/>
            <a:ext cx="2903472" cy="2047111"/>
          </a:xfrm>
          <a:prstGeom prst="rect">
            <a:avLst/>
          </a:prstGeom>
        </p:spPr>
      </p:pic>
      <p:pic>
        <p:nvPicPr>
          <p:cNvPr id="11" name="Imagen 10">
            <a:extLst>
              <a:ext uri="{FF2B5EF4-FFF2-40B4-BE49-F238E27FC236}">
                <a16:creationId xmlns:a16="http://schemas.microsoft.com/office/drawing/2014/main" id="{E0110B5A-C402-4209-B395-B7A0A028136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4359D947-3980-42AE-9AE1-F423098224C3}"/>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9: Definición de los “</a:t>
            </a:r>
            <a:r>
              <a:rPr lang="es-ES" sz="800" dirty="0" err="1">
                <a:latin typeface="Segoe UI Light" panose="020B0502040204020203" pitchFamily="34" charset="0"/>
                <a:cs typeface="Segoe UI Light" panose="020B0502040204020203" pitchFamily="34" charset="0"/>
              </a:rPr>
              <a:t>Daylight</a:t>
            </a:r>
            <a:r>
              <a:rPr lang="es-ES" sz="800" dirty="0">
                <a:latin typeface="Segoe UI Light" panose="020B0502040204020203" pitchFamily="34" charset="0"/>
                <a:cs typeface="Segoe UI Light" panose="020B0502040204020203" pitchFamily="34" charset="0"/>
              </a:rPr>
              <a:t>” taludes para las leyes de corte y relleno</a:t>
            </a:r>
          </a:p>
        </p:txBody>
      </p:sp>
      <p:pic>
        <p:nvPicPr>
          <p:cNvPr id="13" name="Imagen 12">
            <a:extLst>
              <a:ext uri="{FF2B5EF4-FFF2-40B4-BE49-F238E27FC236}">
                <a16:creationId xmlns:a16="http://schemas.microsoft.com/office/drawing/2014/main" id="{24179021-1F1A-41DD-8281-D60DC005F0B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973697" y="3356992"/>
            <a:ext cx="360000" cy="360000"/>
          </a:xfrm>
          <a:prstGeom prst="rect">
            <a:avLst/>
          </a:prstGeom>
        </p:spPr>
      </p:pic>
    </p:spTree>
    <p:extLst>
      <p:ext uri="{BB962C8B-B14F-4D97-AF65-F5344CB8AC3E}">
        <p14:creationId xmlns:p14="http://schemas.microsoft.com/office/powerpoint/2010/main" val="867454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452262" y="3105834"/>
            <a:ext cx="3287475"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10: Generación del corredor para el cauce sinuoso</a:t>
            </a:r>
          </a:p>
        </p:txBody>
      </p:sp>
      <p:pic>
        <p:nvPicPr>
          <p:cNvPr id="9" name="Imagen 8">
            <a:extLst>
              <a:ext uri="{FF2B5EF4-FFF2-40B4-BE49-F238E27FC236}">
                <a16:creationId xmlns:a16="http://schemas.microsoft.com/office/drawing/2014/main" id="{86BA8BB6-96BB-4399-8E8F-3F3CCA4D5E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3425151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3D2C7BEF-F883-4395-8BF4-03EB1364055D}"/>
              </a:ext>
            </a:extLst>
          </p:cNvPr>
          <p:cNvPicPr>
            <a:picLocks noChangeAspect="1"/>
          </p:cNvPicPr>
          <p:nvPr/>
        </p:nvPicPr>
        <p:blipFill>
          <a:blip r:embed="rId2"/>
          <a:stretch>
            <a:fillRect/>
          </a:stretch>
        </p:blipFill>
        <p:spPr>
          <a:xfrm>
            <a:off x="9408368" y="1444440"/>
            <a:ext cx="2229380" cy="5018162"/>
          </a:xfrm>
          <a:prstGeom prst="rect">
            <a:avLst/>
          </a:prstGeom>
        </p:spPr>
      </p:pic>
      <p:sp>
        <p:nvSpPr>
          <p:cNvPr id="8" name="7 CuadroTexto"/>
          <p:cNvSpPr txBox="1"/>
          <p:nvPr/>
        </p:nvSpPr>
        <p:spPr>
          <a:xfrm>
            <a:off x="448165" y="516836"/>
            <a:ext cx="11120443" cy="584775"/>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La definición de corredor requiere de varios elementos: Una Superficie TIN, un alineamiento en planta, un Alineamiento en Perfil y una Sección transversal (puede tener varios elementos). </a:t>
            </a:r>
          </a:p>
        </p:txBody>
      </p:sp>
      <p:pic>
        <p:nvPicPr>
          <p:cNvPr id="2" name="Imagen 1"/>
          <p:cNvPicPr>
            <a:picLocks noChangeAspect="1"/>
          </p:cNvPicPr>
          <p:nvPr/>
        </p:nvPicPr>
        <p:blipFill rotWithShape="1">
          <a:blip r:embed="rId3"/>
          <a:srcRect r="49212" b="66808"/>
          <a:stretch/>
        </p:blipFill>
        <p:spPr>
          <a:xfrm>
            <a:off x="448164" y="1927280"/>
            <a:ext cx="6216889" cy="2284340"/>
          </a:xfrm>
          <a:prstGeom prst="rect">
            <a:avLst/>
          </a:prstGeom>
        </p:spPr>
      </p:pic>
      <p:sp>
        <p:nvSpPr>
          <p:cNvPr id="4" name="CuadroTexto 3"/>
          <p:cNvSpPr txBox="1"/>
          <p:nvPr/>
        </p:nvSpPr>
        <p:spPr>
          <a:xfrm>
            <a:off x="7133041" y="3755970"/>
            <a:ext cx="1225624" cy="461665"/>
          </a:xfrm>
          <a:prstGeom prst="callout2">
            <a:avLst>
              <a:gd name="adj1" fmla="val 51897"/>
              <a:gd name="adj2" fmla="val 97865"/>
              <a:gd name="adj3" fmla="val -15729"/>
              <a:gd name="adj4" fmla="val 145472"/>
              <a:gd name="adj5" fmla="val -19501"/>
              <a:gd name="adj6" fmla="val 180959"/>
            </a:avLst>
          </a:prstGeom>
          <a:noFill/>
          <a:ln w="9525" cap="rnd">
            <a:solidFill>
              <a:schemeClr val="tx1"/>
            </a:solidFill>
            <a:headEnd type="none" w="med" len="med"/>
            <a:tailEnd type="oval" w="med" len="med"/>
          </a:ln>
        </p:spPr>
        <p:txBody>
          <a:bodyPr wrap="square" rtlCol="0">
            <a:spAutoFit/>
          </a:bodyPr>
          <a:lstStyle/>
          <a:p>
            <a:pPr algn="r"/>
            <a:r>
              <a:rPr lang="es-CO" sz="1200" dirty="0">
                <a:latin typeface="Segoe UI Light" panose="020B0502040204020203" pitchFamily="34" charset="0"/>
                <a:cs typeface="Segoe UI Light" panose="020B0502040204020203" pitchFamily="34" charset="0"/>
              </a:rPr>
              <a:t>Alineamiento en Planta</a:t>
            </a:r>
          </a:p>
        </p:txBody>
      </p:sp>
      <p:sp>
        <p:nvSpPr>
          <p:cNvPr id="12" name="CuadroTexto 11"/>
          <p:cNvSpPr txBox="1"/>
          <p:nvPr/>
        </p:nvSpPr>
        <p:spPr>
          <a:xfrm>
            <a:off x="7048715" y="2877329"/>
            <a:ext cx="1343026" cy="276999"/>
          </a:xfrm>
          <a:prstGeom prst="callout2">
            <a:avLst>
              <a:gd name="adj1" fmla="val 51817"/>
              <a:gd name="adj2" fmla="val 99889"/>
              <a:gd name="adj3" fmla="val -13559"/>
              <a:gd name="adj4" fmla="val 141678"/>
              <a:gd name="adj5" fmla="val -16818"/>
              <a:gd name="adj6" fmla="val 172947"/>
            </a:avLst>
          </a:prstGeom>
          <a:noFill/>
          <a:ln w="9525" cap="rnd">
            <a:solidFill>
              <a:schemeClr val="tx1"/>
            </a:solidFill>
            <a:headEnd type="none" w="med" len="med"/>
            <a:tailEnd type="oval" w="med" len="med"/>
          </a:ln>
        </p:spPr>
        <p:txBody>
          <a:bodyPr wrap="square" rtlCol="0">
            <a:spAutoFit/>
          </a:bodyPr>
          <a:lstStyle/>
          <a:p>
            <a:pPr algn="r"/>
            <a:r>
              <a:rPr lang="es-CO" sz="1200" dirty="0">
                <a:latin typeface="Segoe UI Light" panose="020B0502040204020203" pitchFamily="34" charset="0"/>
                <a:cs typeface="Segoe UI Light" panose="020B0502040204020203" pitchFamily="34" charset="0"/>
              </a:rPr>
              <a:t>Estilo del corredor</a:t>
            </a:r>
          </a:p>
        </p:txBody>
      </p:sp>
      <p:sp>
        <p:nvSpPr>
          <p:cNvPr id="13" name="CuadroTexto 12"/>
          <p:cNvSpPr txBox="1"/>
          <p:nvPr/>
        </p:nvSpPr>
        <p:spPr>
          <a:xfrm>
            <a:off x="6952881" y="4865390"/>
            <a:ext cx="1358599" cy="461665"/>
          </a:xfrm>
          <a:prstGeom prst="callout2">
            <a:avLst>
              <a:gd name="adj1" fmla="val 35326"/>
              <a:gd name="adj2" fmla="val 99841"/>
              <a:gd name="adj3" fmla="val -64423"/>
              <a:gd name="adj4" fmla="val 143168"/>
              <a:gd name="adj5" fmla="val -69491"/>
              <a:gd name="adj6" fmla="val 180543"/>
            </a:avLst>
          </a:prstGeom>
          <a:noFill/>
          <a:ln w="9525" cap="rnd">
            <a:solidFill>
              <a:schemeClr val="tx1"/>
            </a:solidFill>
            <a:headEnd type="none" w="med" len="med"/>
            <a:tailEnd type="oval" w="med" len="med"/>
          </a:ln>
        </p:spPr>
        <p:txBody>
          <a:bodyPr wrap="square" rtlCol="0">
            <a:spAutoFit/>
          </a:bodyPr>
          <a:lstStyle/>
          <a:p>
            <a:pPr algn="r"/>
            <a:r>
              <a:rPr lang="es-CO" sz="1200" dirty="0">
                <a:latin typeface="Segoe UI Light" panose="020B0502040204020203" pitchFamily="34" charset="0"/>
                <a:cs typeface="Segoe UI Light" panose="020B0502040204020203" pitchFamily="34" charset="0"/>
              </a:rPr>
              <a:t>Sección Transversal</a:t>
            </a:r>
          </a:p>
        </p:txBody>
      </p:sp>
      <p:sp>
        <p:nvSpPr>
          <p:cNvPr id="14" name="CuadroTexto 13"/>
          <p:cNvSpPr txBox="1"/>
          <p:nvPr/>
        </p:nvSpPr>
        <p:spPr>
          <a:xfrm>
            <a:off x="6817568" y="4407451"/>
            <a:ext cx="1493912" cy="276999"/>
          </a:xfrm>
          <a:prstGeom prst="callout2">
            <a:avLst>
              <a:gd name="adj1" fmla="val 47336"/>
              <a:gd name="adj2" fmla="val 100667"/>
              <a:gd name="adj3" fmla="val -95493"/>
              <a:gd name="adj4" fmla="val 141598"/>
              <a:gd name="adj5" fmla="val -102203"/>
              <a:gd name="adj6" fmla="val 171270"/>
            </a:avLst>
          </a:prstGeom>
          <a:noFill/>
          <a:ln w="9525" cap="rnd">
            <a:solidFill>
              <a:schemeClr val="tx1"/>
            </a:solidFill>
            <a:headEnd type="none" w="med" len="med"/>
            <a:tailEnd type="oval" w="med" len="med"/>
          </a:ln>
        </p:spPr>
        <p:txBody>
          <a:bodyPr wrap="square" rtlCol="0">
            <a:spAutoFit/>
          </a:bodyPr>
          <a:lstStyle/>
          <a:p>
            <a:pPr algn="r"/>
            <a:r>
              <a:rPr lang="es-CO" sz="1200" dirty="0">
                <a:latin typeface="Segoe UI Light" panose="020B0502040204020203" pitchFamily="34" charset="0"/>
                <a:cs typeface="Segoe UI Light" panose="020B0502040204020203" pitchFamily="34" charset="0"/>
              </a:rPr>
              <a:t>Perfil del Fondo</a:t>
            </a:r>
          </a:p>
        </p:txBody>
      </p:sp>
      <p:sp>
        <p:nvSpPr>
          <p:cNvPr id="15" name="CuadroTexto 14"/>
          <p:cNvSpPr txBox="1"/>
          <p:nvPr/>
        </p:nvSpPr>
        <p:spPr>
          <a:xfrm>
            <a:off x="6952881" y="1997341"/>
            <a:ext cx="1448863" cy="461665"/>
          </a:xfrm>
          <a:prstGeom prst="callout2">
            <a:avLst>
              <a:gd name="adj1" fmla="val 43631"/>
              <a:gd name="adj2" fmla="val 100561"/>
              <a:gd name="adj3" fmla="val -34549"/>
              <a:gd name="adj4" fmla="val 143168"/>
              <a:gd name="adj5" fmla="val -33642"/>
              <a:gd name="adj6" fmla="val 167697"/>
            </a:avLst>
          </a:prstGeom>
          <a:noFill/>
          <a:ln w="9525" cap="rnd">
            <a:solidFill>
              <a:schemeClr val="tx1"/>
            </a:solidFill>
            <a:headEnd type="none" w="med" len="med"/>
            <a:tailEnd type="oval" w="med" len="med"/>
          </a:ln>
        </p:spPr>
        <p:txBody>
          <a:bodyPr wrap="square" rtlCol="0">
            <a:spAutoFit/>
          </a:bodyPr>
          <a:lstStyle/>
          <a:p>
            <a:pPr algn="r"/>
            <a:r>
              <a:rPr lang="es-CO" sz="1200" dirty="0">
                <a:latin typeface="Segoe UI Light" panose="020B0502040204020203" pitchFamily="34" charset="0"/>
                <a:cs typeface="Segoe UI Light" panose="020B0502040204020203" pitchFamily="34" charset="0"/>
              </a:rPr>
              <a:t>Nombre del corredor</a:t>
            </a:r>
          </a:p>
        </p:txBody>
      </p:sp>
      <p:sp>
        <p:nvSpPr>
          <p:cNvPr id="16" name="CuadroTexto 15"/>
          <p:cNvSpPr txBox="1"/>
          <p:nvPr/>
        </p:nvSpPr>
        <p:spPr>
          <a:xfrm>
            <a:off x="6671802" y="5706686"/>
            <a:ext cx="1729942" cy="461665"/>
          </a:xfrm>
          <a:prstGeom prst="callout2">
            <a:avLst>
              <a:gd name="adj1" fmla="val 42138"/>
              <a:gd name="adj2" fmla="val 98569"/>
              <a:gd name="adj3" fmla="val -54804"/>
              <a:gd name="adj4" fmla="val 129195"/>
              <a:gd name="adj5" fmla="val -56108"/>
              <a:gd name="adj6" fmla="val 157605"/>
            </a:avLst>
          </a:prstGeom>
          <a:noFill/>
          <a:ln w="9525" cap="rnd">
            <a:solidFill>
              <a:schemeClr val="tx1"/>
            </a:solidFill>
            <a:headEnd type="none" w="med" len="med"/>
            <a:tailEnd type="oval" w="med" len="med"/>
          </a:ln>
        </p:spPr>
        <p:txBody>
          <a:bodyPr wrap="square" rtlCol="0">
            <a:spAutoFit/>
          </a:bodyPr>
          <a:lstStyle/>
          <a:p>
            <a:pPr algn="r"/>
            <a:r>
              <a:rPr lang="es-CO" sz="1200" dirty="0">
                <a:latin typeface="Segoe UI Light" panose="020B0502040204020203" pitchFamily="34" charset="0"/>
                <a:cs typeface="Segoe UI Light" panose="020B0502040204020203" pitchFamily="34" charset="0"/>
              </a:rPr>
              <a:t>Superficie para el Corte y Relleno</a:t>
            </a:r>
          </a:p>
        </p:txBody>
      </p:sp>
      <p:pic>
        <p:nvPicPr>
          <p:cNvPr id="17" name="Imagen 16">
            <a:extLst>
              <a:ext uri="{FF2B5EF4-FFF2-40B4-BE49-F238E27FC236}">
                <a16:creationId xmlns:a16="http://schemas.microsoft.com/office/drawing/2014/main" id="{70C17561-1D97-4526-B03A-7807BA2E17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8" name="1 Título">
            <a:extLst>
              <a:ext uri="{FF2B5EF4-FFF2-40B4-BE49-F238E27FC236}">
                <a16:creationId xmlns:a16="http://schemas.microsoft.com/office/drawing/2014/main" id="{73C32D12-1067-4895-BFB6-BA400A54A9CA}"/>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10: Generación del corredor para el cauce sinuoso</a:t>
            </a:r>
          </a:p>
        </p:txBody>
      </p:sp>
      <p:pic>
        <p:nvPicPr>
          <p:cNvPr id="20" name="Imagen 19">
            <a:extLst>
              <a:ext uri="{FF2B5EF4-FFF2-40B4-BE49-F238E27FC236}">
                <a16:creationId xmlns:a16="http://schemas.microsoft.com/office/drawing/2014/main" id="{52DF56F5-CA4B-4D3D-A356-048B13762A20}"/>
              </a:ext>
            </a:extLst>
          </p:cNvPr>
          <p:cNvPicPr>
            <a:picLocks noChangeAspect="1"/>
          </p:cNvPicPr>
          <p:nvPr/>
        </p:nvPicPr>
        <p:blipFill rotWithShape="1">
          <a:blip r:embed="rId5"/>
          <a:srcRect l="1176" t="36515" r="1962" b="20134"/>
          <a:stretch/>
        </p:blipFill>
        <p:spPr>
          <a:xfrm>
            <a:off x="448163" y="4187817"/>
            <a:ext cx="6216889" cy="1473431"/>
          </a:xfrm>
          <a:prstGeom prst="rect">
            <a:avLst/>
          </a:prstGeom>
        </p:spPr>
      </p:pic>
    </p:spTree>
    <p:extLst>
      <p:ext uri="{BB962C8B-B14F-4D97-AF65-F5344CB8AC3E}">
        <p14:creationId xmlns:p14="http://schemas.microsoft.com/office/powerpoint/2010/main" val="10761177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7 CuadroTexto">
            <a:extLst>
              <a:ext uri="{FF2B5EF4-FFF2-40B4-BE49-F238E27FC236}">
                <a16:creationId xmlns:a16="http://schemas.microsoft.com/office/drawing/2014/main" id="{3572065F-81C1-454C-8E77-453E36FB65E9}"/>
              </a:ext>
            </a:extLst>
          </p:cNvPr>
          <p:cNvSpPr txBox="1"/>
          <p:nvPr/>
        </p:nvSpPr>
        <p:spPr>
          <a:xfrm>
            <a:off x="4331804" y="3305889"/>
            <a:ext cx="3528392" cy="246221"/>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baalkara@gmail.com</a:t>
            </a:r>
          </a:p>
        </p:txBody>
      </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7000</TotalTime>
  <Words>1328</Words>
  <Application>Microsoft Office PowerPoint</Application>
  <PresentationFormat>Widescreen</PresentationFormat>
  <Paragraphs>89</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Segoe UI Light</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HCMC_2_5</dc:title>
  <dc:creator>master</dc:creator>
  <cp:lastModifiedBy>WILLIAM RICARDO AGUILAR PIÑA</cp:lastModifiedBy>
  <cp:revision>480</cp:revision>
  <dcterms:created xsi:type="dcterms:W3CDTF">2010-05-17T13:13:34Z</dcterms:created>
  <dcterms:modified xsi:type="dcterms:W3CDTF">2025-11-21T16:06:59Z</dcterms:modified>
</cp:coreProperties>
</file>