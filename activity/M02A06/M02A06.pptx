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327" r:id="rId2"/>
    <p:sldId id="301" r:id="rId3"/>
    <p:sldId id="324" r:id="rId4"/>
    <p:sldId id="386" r:id="rId5"/>
    <p:sldId id="387" r:id="rId6"/>
    <p:sldId id="388" r:id="rId7"/>
    <p:sldId id="325" r:id="rId8"/>
    <p:sldId id="389" r:id="rId9"/>
    <p:sldId id="390" r:id="rId10"/>
    <p:sldId id="315" r:id="rId11"/>
    <p:sldId id="391" r:id="rId12"/>
    <p:sldId id="392" r:id="rId13"/>
    <p:sldId id="316" r:id="rId14"/>
    <p:sldId id="393" r:id="rId15"/>
    <p:sldId id="326" r:id="rId16"/>
    <p:sldId id="394" r:id="rId17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  <a:srgbClr val="212830"/>
    <a:srgbClr val="979797"/>
    <a:srgbClr val="9B9B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3" autoAdjust="0"/>
    <p:restoredTop sz="93623" autoAdjust="0"/>
  </p:normalViewPr>
  <p:slideViewPr>
    <p:cSldViewPr>
      <p:cViewPr varScale="1">
        <p:scale>
          <a:sx n="107" d="100"/>
          <a:sy n="107" d="100"/>
        </p:scale>
        <p:origin x="630" y="10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 RICARDO AGUILAR PIÑA" userId="25538c52-b196-49fc-9025-2dd86a54f18a" providerId="ADAL" clId="{ABB17BE9-DCD4-4881-A135-7EAE530C9042}"/>
    <pc:docChg chg="undo custSel addSld delSld modSld modMainMaster">
      <pc:chgData name="WILLIAM RICARDO AGUILAR PIÑA" userId="25538c52-b196-49fc-9025-2dd86a54f18a" providerId="ADAL" clId="{ABB17BE9-DCD4-4881-A135-7EAE530C9042}" dt="2019-03-18T20:37:56.377" v="597" actId="6549"/>
      <pc:docMkLst>
        <pc:docMk/>
      </pc:docMkLst>
      <pc:sldChg chg="modSp del">
        <pc:chgData name="WILLIAM RICARDO AGUILAR PIÑA" userId="25538c52-b196-49fc-9025-2dd86a54f18a" providerId="ADAL" clId="{ABB17BE9-DCD4-4881-A135-7EAE530C9042}" dt="2019-03-18T20:10:24.282" v="31" actId="2696"/>
        <pc:sldMkLst>
          <pc:docMk/>
          <pc:sldMk cId="0" sldId="256"/>
        </pc:sldMkLst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k cId="0" sldId="256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k cId="0" sldId="256"/>
            <ac:spMk id="7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09:27.876" v="5"/>
          <ac:spMkLst>
            <pc:docMk/>
            <pc:sldMk cId="0" sldId="256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k cId="0" sldId="256"/>
            <ac:spMk id="22530" creationId="{00000000-0000-0000-0000-000000000000}"/>
          </ac:spMkLst>
        </pc:spChg>
      </pc:sldChg>
      <pc:sldChg chg="delSp modSp del">
        <pc:chgData name="WILLIAM RICARDO AGUILAR PIÑA" userId="25538c52-b196-49fc-9025-2dd86a54f18a" providerId="ADAL" clId="{ABB17BE9-DCD4-4881-A135-7EAE530C9042}" dt="2019-03-18T20:09:56.971" v="22" actId="2696"/>
        <pc:sldMkLst>
          <pc:docMk/>
          <pc:sldMk cId="1805327859" sldId="289"/>
        </pc:sldMkLst>
        <pc:spChg chg="del mod">
          <ac:chgData name="WILLIAM RICARDO AGUILAR PIÑA" userId="25538c52-b196-49fc-9025-2dd86a54f18a" providerId="ADAL" clId="{ABB17BE9-DCD4-4881-A135-7EAE530C9042}" dt="2019-03-18T20:09:48.720" v="13"/>
          <ac:spMkLst>
            <pc:docMk/>
            <pc:sldMk cId="1805327859" sldId="289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k cId="1805327859" sldId="289"/>
            <ac:spMk id="22530" creationId="{00000000-0000-0000-0000-000000000000}"/>
          </ac:spMkLst>
        </pc:spChg>
      </pc:sldChg>
      <pc:sldChg chg="addSp delSp modSp setBg">
        <pc:chgData name="WILLIAM RICARDO AGUILAR PIÑA" userId="25538c52-b196-49fc-9025-2dd86a54f18a" providerId="ADAL" clId="{ABB17BE9-DCD4-4881-A135-7EAE530C9042}" dt="2019-03-18T20:13:30.172" v="44"/>
        <pc:sldMkLst>
          <pc:docMk/>
          <pc:sldMk cId="2852190545" sldId="301"/>
        </pc:sldMkLst>
        <pc:spChg chg="mod">
          <ac:chgData name="WILLIAM RICARDO AGUILAR PIÑA" userId="25538c52-b196-49fc-9025-2dd86a54f18a" providerId="ADAL" clId="{ABB17BE9-DCD4-4881-A135-7EAE530C9042}" dt="2019-03-18T20:13:24.350" v="43" actId="1076"/>
          <ac:spMkLst>
            <pc:docMk/>
            <pc:sldMk cId="2852190545" sldId="301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ABB17BE9-DCD4-4881-A135-7EAE530C9042}" dt="2019-03-18T20:10:06.813" v="23" actId="478"/>
          <ac:spMkLst>
            <pc:docMk/>
            <pc:sldMk cId="2852190545" sldId="301"/>
            <ac:spMk id="22530" creationId="{00000000-0000-0000-0000-000000000000}"/>
          </ac:spMkLst>
        </pc:spChg>
        <pc:picChg chg="add">
          <ac:chgData name="WILLIAM RICARDO AGUILAR PIÑA" userId="25538c52-b196-49fc-9025-2dd86a54f18a" providerId="ADAL" clId="{ABB17BE9-DCD4-4881-A135-7EAE530C9042}" dt="2019-03-18T20:13:30.172" v="44"/>
          <ac:picMkLst>
            <pc:docMk/>
            <pc:sldMk cId="2852190545" sldId="301"/>
            <ac:picMk id="4" creationId="{BCEFCFFE-86B3-413D-A0C8-C4BE23178E2A}"/>
          </ac:picMkLst>
        </pc:picChg>
      </pc:sldChg>
      <pc:sldChg chg="delSp modSp del">
        <pc:chgData name="WILLIAM RICARDO AGUILAR PIÑA" userId="25538c52-b196-49fc-9025-2dd86a54f18a" providerId="ADAL" clId="{ABB17BE9-DCD4-4881-A135-7EAE530C9042}" dt="2019-03-18T20:10:20.532" v="30" actId="2696"/>
        <pc:sldMkLst>
          <pc:docMk/>
          <pc:sldMk cId="2186527381" sldId="313"/>
        </pc:sldMkLst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k cId="2186527381" sldId="313"/>
            <ac:spMk id="7" creationId="{00000000-0000-0000-0000-000000000000}"/>
          </ac:spMkLst>
        </pc:spChg>
        <pc:spChg chg="del mod">
          <ac:chgData name="WILLIAM RICARDO AGUILAR PIÑA" userId="25538c52-b196-49fc-9025-2dd86a54f18a" providerId="ADAL" clId="{ABB17BE9-DCD4-4881-A135-7EAE530C9042}" dt="2019-03-18T20:10:18.879" v="29" actId="478"/>
          <ac:spMkLst>
            <pc:docMk/>
            <pc:sldMk cId="2186527381" sldId="313"/>
            <ac:spMk id="22530" creationId="{00000000-0000-0000-0000-000000000000}"/>
          </ac:spMkLst>
        </pc:spChg>
      </pc:sldChg>
      <pc:sldChg chg="addSp delSp modSp setBg">
        <pc:chgData name="WILLIAM RICARDO AGUILAR PIÑA" userId="25538c52-b196-49fc-9025-2dd86a54f18a" providerId="ADAL" clId="{ABB17BE9-DCD4-4881-A135-7EAE530C9042}" dt="2019-03-18T20:36:33.988" v="532" actId="1076"/>
        <pc:sldMkLst>
          <pc:docMk/>
          <pc:sldMk cId="3112124549" sldId="315"/>
        </pc:sldMkLst>
        <pc:spChg chg="mod">
          <ac:chgData name="WILLIAM RICARDO AGUILAR PIÑA" userId="25538c52-b196-49fc-9025-2dd86a54f18a" providerId="ADAL" clId="{ABB17BE9-DCD4-4881-A135-7EAE530C9042}" dt="2019-03-18T20:36:33.988" v="532" actId="1076"/>
          <ac:spMkLst>
            <pc:docMk/>
            <pc:sldMk cId="3112124549" sldId="315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ABB17BE9-DCD4-4881-A135-7EAE530C9042}" dt="2019-03-18T20:22:03.891" v="287" actId="478"/>
          <ac:spMkLst>
            <pc:docMk/>
            <pc:sldMk cId="3112124549" sldId="315"/>
            <ac:spMk id="10" creationId="{00000000-0000-0000-0000-000000000000}"/>
          </ac:spMkLst>
        </pc:spChg>
        <pc:spChg chg="add mod">
          <ac:chgData name="WILLIAM RICARDO AGUILAR PIÑA" userId="25538c52-b196-49fc-9025-2dd86a54f18a" providerId="ADAL" clId="{ABB17BE9-DCD4-4881-A135-7EAE530C9042}" dt="2019-03-18T20:26:14.667" v="377"/>
          <ac:spMkLst>
            <pc:docMk/>
            <pc:sldMk cId="3112124549" sldId="315"/>
            <ac:spMk id="13" creationId="{0DB31D3E-579B-4F5F-9342-11E8522A00A6}"/>
          </ac:spMkLst>
        </pc:spChg>
        <pc:spChg chg="add mod ord">
          <ac:chgData name="WILLIAM RICARDO AGUILAR PIÑA" userId="25538c52-b196-49fc-9025-2dd86a54f18a" providerId="ADAL" clId="{ABB17BE9-DCD4-4881-A135-7EAE530C9042}" dt="2019-03-18T20:33:20.722" v="499" actId="167"/>
          <ac:spMkLst>
            <pc:docMk/>
            <pc:sldMk cId="3112124549" sldId="315"/>
            <ac:spMk id="14" creationId="{C9CA9236-87C3-4FF6-B388-CC56CF66EA79}"/>
          </ac:spMkLst>
        </pc:spChg>
        <pc:spChg chg="del mod">
          <ac:chgData name="WILLIAM RICARDO AGUILAR PIÑA" userId="25538c52-b196-49fc-9025-2dd86a54f18a" providerId="ADAL" clId="{ABB17BE9-DCD4-4881-A135-7EAE530C9042}" dt="2019-03-18T20:22:03.891" v="287" actId="478"/>
          <ac:spMkLst>
            <pc:docMk/>
            <pc:sldMk cId="3112124549" sldId="315"/>
            <ac:spMk id="20" creationId="{00000000-0000-0000-0000-000000000000}"/>
          </ac:spMkLst>
        </pc:spChg>
        <pc:spChg chg="del mod">
          <ac:chgData name="WILLIAM RICARDO AGUILAR PIÑA" userId="25538c52-b196-49fc-9025-2dd86a54f18a" providerId="ADAL" clId="{ABB17BE9-DCD4-4881-A135-7EAE530C9042}" dt="2019-03-18T20:10:08.619" v="25" actId="478"/>
          <ac:spMkLst>
            <pc:docMk/>
            <pc:sldMk cId="3112124549" sldId="315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ABB17BE9-DCD4-4881-A135-7EAE530C9042}" dt="2019-03-18T20:33:27.173" v="500"/>
          <ac:picMkLst>
            <pc:docMk/>
            <pc:sldMk cId="3112124549" sldId="315"/>
            <ac:picMk id="5" creationId="{00000000-0000-0000-0000-000000000000}"/>
          </ac:picMkLst>
        </pc:picChg>
        <pc:picChg chg="mod modCrop">
          <ac:chgData name="WILLIAM RICARDO AGUILAR PIÑA" userId="25538c52-b196-49fc-9025-2dd86a54f18a" providerId="ADAL" clId="{ABB17BE9-DCD4-4881-A135-7EAE530C9042}" dt="2019-03-18T20:33:47.580" v="504" actId="14100"/>
          <ac:picMkLst>
            <pc:docMk/>
            <pc:sldMk cId="3112124549" sldId="315"/>
            <ac:picMk id="7" creationId="{00000000-0000-0000-0000-000000000000}"/>
          </ac:picMkLst>
        </pc:picChg>
        <pc:picChg chg="del mod">
          <ac:chgData name="WILLIAM RICARDO AGUILAR PIÑA" userId="25538c52-b196-49fc-9025-2dd86a54f18a" providerId="ADAL" clId="{ABB17BE9-DCD4-4881-A135-7EAE530C9042}" dt="2019-03-18T20:22:03.891" v="287" actId="478"/>
          <ac:picMkLst>
            <pc:docMk/>
            <pc:sldMk cId="3112124549" sldId="315"/>
            <ac:picMk id="9" creationId="{00000000-0000-0000-0000-000000000000}"/>
          </ac:picMkLst>
        </pc:picChg>
        <pc:picChg chg="del mod">
          <ac:chgData name="WILLIAM RICARDO AGUILAR PIÑA" userId="25538c52-b196-49fc-9025-2dd86a54f18a" providerId="ADAL" clId="{ABB17BE9-DCD4-4881-A135-7EAE530C9042}" dt="2019-03-18T20:22:03.891" v="287" actId="478"/>
          <ac:picMkLst>
            <pc:docMk/>
            <pc:sldMk cId="3112124549" sldId="315"/>
            <ac:picMk id="11" creationId="{00000000-0000-0000-0000-000000000000}"/>
          </ac:picMkLst>
        </pc:picChg>
        <pc:picChg chg="add">
          <ac:chgData name="WILLIAM RICARDO AGUILAR PIÑA" userId="25538c52-b196-49fc-9025-2dd86a54f18a" providerId="ADAL" clId="{ABB17BE9-DCD4-4881-A135-7EAE530C9042}" dt="2019-03-18T20:13:31.761" v="47"/>
          <ac:picMkLst>
            <pc:docMk/>
            <pc:sldMk cId="3112124549" sldId="315"/>
            <ac:picMk id="12" creationId="{C9CCF480-1F4F-4CE1-BEDA-AF8C037C74D1}"/>
          </ac:picMkLst>
        </pc:picChg>
        <pc:picChg chg="add mod">
          <ac:chgData name="WILLIAM RICARDO AGUILAR PIÑA" userId="25538c52-b196-49fc-9025-2dd86a54f18a" providerId="ADAL" clId="{ABB17BE9-DCD4-4881-A135-7EAE530C9042}" dt="2019-03-18T20:34:50.485" v="508" actId="1076"/>
          <ac:picMkLst>
            <pc:docMk/>
            <pc:sldMk cId="3112124549" sldId="315"/>
            <ac:picMk id="15" creationId="{6AA76AB4-4313-4615-B745-2443BE0B57F0}"/>
          </ac:picMkLst>
        </pc:picChg>
      </pc:sldChg>
      <pc:sldChg chg="addSp delSp modSp">
        <pc:chgData name="WILLIAM RICARDO AGUILAR PIÑA" userId="25538c52-b196-49fc-9025-2dd86a54f18a" providerId="ADAL" clId="{ABB17BE9-DCD4-4881-A135-7EAE530C9042}" dt="2019-03-18T20:35:21.907" v="518" actId="1076"/>
        <pc:sldMkLst>
          <pc:docMk/>
          <pc:sldMk cId="1727347664" sldId="316"/>
        </pc:sldMkLst>
        <pc:spChg chg="add mod ord">
          <ac:chgData name="WILLIAM RICARDO AGUILAR PIÑA" userId="25538c52-b196-49fc-9025-2dd86a54f18a" providerId="ADAL" clId="{ABB17BE9-DCD4-4881-A135-7EAE530C9042}" dt="2019-03-18T20:25:22.192" v="359" actId="167"/>
          <ac:spMkLst>
            <pc:docMk/>
            <pc:sldMk cId="1727347664" sldId="316"/>
            <ac:spMk id="7" creationId="{0DB768E3-D380-48F6-A902-EF88F8A25C44}"/>
          </ac:spMkLst>
        </pc:spChg>
        <pc:spChg chg="mod">
          <ac:chgData name="WILLIAM RICARDO AGUILAR PIÑA" userId="25538c52-b196-49fc-9025-2dd86a54f18a" providerId="ADAL" clId="{ABB17BE9-DCD4-4881-A135-7EAE530C9042}" dt="2019-03-18T20:35:21.907" v="518" actId="1076"/>
          <ac:spMkLst>
            <pc:docMk/>
            <pc:sldMk cId="1727347664" sldId="316"/>
            <ac:spMk id="8" creationId="{00000000-0000-0000-0000-000000000000}"/>
          </ac:spMkLst>
        </pc:spChg>
        <pc:spChg chg="add mod">
          <ac:chgData name="WILLIAM RICARDO AGUILAR PIÑA" userId="25538c52-b196-49fc-9025-2dd86a54f18a" providerId="ADAL" clId="{ABB17BE9-DCD4-4881-A135-7EAE530C9042}" dt="2019-03-18T20:26:33.485" v="380"/>
          <ac:spMkLst>
            <pc:docMk/>
            <pc:sldMk cId="1727347664" sldId="316"/>
            <ac:spMk id="9" creationId="{41077C07-F268-40DB-9C10-2DEB25A50F74}"/>
          </ac:spMkLst>
        </pc:spChg>
        <pc:spChg chg="del mod">
          <ac:chgData name="WILLIAM RICARDO AGUILAR PIÑA" userId="25538c52-b196-49fc-9025-2dd86a54f18a" providerId="ADAL" clId="{ABB17BE9-DCD4-4881-A135-7EAE530C9042}" dt="2019-03-18T20:10:15.885" v="27" actId="478"/>
          <ac:spMkLst>
            <pc:docMk/>
            <pc:sldMk cId="1727347664" sldId="316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ABB17BE9-DCD4-4881-A135-7EAE530C9042}" dt="2019-03-18T20:08:57.707" v="3"/>
          <ac:picMkLst>
            <pc:docMk/>
            <pc:sldMk cId="1727347664" sldId="316"/>
            <ac:picMk id="3" creationId="{00000000-0000-0000-0000-000000000000}"/>
          </ac:picMkLst>
        </pc:picChg>
        <pc:picChg chg="add">
          <ac:chgData name="WILLIAM RICARDO AGUILAR PIÑA" userId="25538c52-b196-49fc-9025-2dd86a54f18a" providerId="ADAL" clId="{ABB17BE9-DCD4-4881-A135-7EAE530C9042}" dt="2019-03-18T20:13:32.308" v="48"/>
          <ac:picMkLst>
            <pc:docMk/>
            <pc:sldMk cId="1727347664" sldId="316"/>
            <ac:picMk id="6" creationId="{26E44880-8DC8-4081-BA85-7D940159C771}"/>
          </ac:picMkLst>
        </pc:picChg>
        <pc:picChg chg="mod">
          <ac:chgData name="WILLIAM RICARDO AGUILAR PIÑA" userId="25538c52-b196-49fc-9025-2dd86a54f18a" providerId="ADAL" clId="{ABB17BE9-DCD4-4881-A135-7EAE530C9042}" dt="2019-03-18T20:08:57.707" v="3"/>
          <ac:picMkLst>
            <pc:docMk/>
            <pc:sldMk cId="1727347664" sldId="316"/>
            <ac:picMk id="12" creationId="{00000000-0000-0000-0000-000000000000}"/>
          </ac:picMkLst>
        </pc:picChg>
      </pc:sldChg>
      <pc:sldChg chg="addSp delSp modSp">
        <pc:chgData name="WILLIAM RICARDO AGUILAR PIÑA" userId="25538c52-b196-49fc-9025-2dd86a54f18a" providerId="ADAL" clId="{ABB17BE9-DCD4-4881-A135-7EAE530C9042}" dt="2019-03-18T20:32:31.488" v="486" actId="1076"/>
        <pc:sldMkLst>
          <pc:docMk/>
          <pc:sldMk cId="3812452904" sldId="324"/>
        </pc:sldMkLst>
        <pc:spChg chg="add del mod">
          <ac:chgData name="WILLIAM RICARDO AGUILAR PIÑA" userId="25538c52-b196-49fc-9025-2dd86a54f18a" providerId="ADAL" clId="{ABB17BE9-DCD4-4881-A135-7EAE530C9042}" dt="2019-03-18T20:32:31.488" v="486" actId="1076"/>
          <ac:spMkLst>
            <pc:docMk/>
            <pc:sldMk cId="3812452904" sldId="324"/>
            <ac:spMk id="8" creationId="{00000000-0000-0000-0000-000000000000}"/>
          </ac:spMkLst>
        </pc:spChg>
        <pc:spChg chg="add del mod">
          <ac:chgData name="WILLIAM RICARDO AGUILAR PIÑA" userId="25538c52-b196-49fc-9025-2dd86a54f18a" providerId="ADAL" clId="{ABB17BE9-DCD4-4881-A135-7EAE530C9042}" dt="2019-03-18T20:13:59.255" v="60" actId="478"/>
          <ac:spMkLst>
            <pc:docMk/>
            <pc:sldMk cId="3812452904" sldId="324"/>
            <ac:spMk id="10" creationId="{00000000-0000-0000-0000-000000000000}"/>
          </ac:spMkLst>
        </pc:spChg>
        <pc:spChg chg="add del">
          <ac:chgData name="WILLIAM RICARDO AGUILAR PIÑA" userId="25538c52-b196-49fc-9025-2dd86a54f18a" providerId="ADAL" clId="{ABB17BE9-DCD4-4881-A135-7EAE530C9042}" dt="2019-03-18T20:17:37.089" v="173" actId="478"/>
          <ac:spMkLst>
            <pc:docMk/>
            <pc:sldMk cId="3812452904" sldId="324"/>
            <ac:spMk id="13" creationId="{8AD20555-133D-47AC-9E62-683EC1A9D0DF}"/>
          </ac:spMkLst>
        </pc:spChg>
        <pc:spChg chg="add del mod">
          <ac:chgData name="WILLIAM RICARDO AGUILAR PIÑA" userId="25538c52-b196-49fc-9025-2dd86a54f18a" providerId="ADAL" clId="{ABB17BE9-DCD4-4881-A135-7EAE530C9042}" dt="2019-03-18T20:13:59.255" v="60" actId="478"/>
          <ac:spMkLst>
            <pc:docMk/>
            <pc:sldMk cId="3812452904" sldId="324"/>
            <ac:spMk id="20" creationId="{00000000-0000-0000-0000-000000000000}"/>
          </ac:spMkLst>
        </pc:spChg>
        <pc:spChg chg="del mod">
          <ac:chgData name="WILLIAM RICARDO AGUILAR PIÑA" userId="25538c52-b196-49fc-9025-2dd86a54f18a" providerId="ADAL" clId="{ABB17BE9-DCD4-4881-A135-7EAE530C9042}" dt="2019-03-18T20:10:07.973" v="24" actId="478"/>
          <ac:spMkLst>
            <pc:docMk/>
            <pc:sldMk cId="3812452904" sldId="324"/>
            <ac:spMk id="22530" creationId="{00000000-0000-0000-0000-000000000000}"/>
          </ac:spMkLst>
        </pc:spChg>
        <pc:picChg chg="add del mod">
          <ac:chgData name="WILLIAM RICARDO AGUILAR PIÑA" userId="25538c52-b196-49fc-9025-2dd86a54f18a" providerId="ADAL" clId="{ABB17BE9-DCD4-4881-A135-7EAE530C9042}" dt="2019-03-18T20:13:59.255" v="60" actId="478"/>
          <ac:picMkLst>
            <pc:docMk/>
            <pc:sldMk cId="3812452904" sldId="324"/>
            <ac:picMk id="5" creationId="{00000000-0000-0000-0000-000000000000}"/>
          </ac:picMkLst>
        </pc:picChg>
        <pc:picChg chg="add del mod">
          <ac:chgData name="WILLIAM RICARDO AGUILAR PIÑA" userId="25538c52-b196-49fc-9025-2dd86a54f18a" providerId="ADAL" clId="{ABB17BE9-DCD4-4881-A135-7EAE530C9042}" dt="2019-03-18T20:13:59.255" v="60" actId="478"/>
          <ac:picMkLst>
            <pc:docMk/>
            <pc:sldMk cId="3812452904" sldId="324"/>
            <ac:picMk id="7" creationId="{00000000-0000-0000-0000-000000000000}"/>
          </ac:picMkLst>
        </pc:picChg>
        <pc:picChg chg="add del mod">
          <ac:chgData name="WILLIAM RICARDO AGUILAR PIÑA" userId="25538c52-b196-49fc-9025-2dd86a54f18a" providerId="ADAL" clId="{ABB17BE9-DCD4-4881-A135-7EAE530C9042}" dt="2019-03-18T20:14:00.642" v="61" actId="478"/>
          <ac:picMkLst>
            <pc:docMk/>
            <pc:sldMk cId="3812452904" sldId="324"/>
            <ac:picMk id="9" creationId="{00000000-0000-0000-0000-000000000000}"/>
          </ac:picMkLst>
        </pc:picChg>
        <pc:picChg chg="add del mod">
          <ac:chgData name="WILLIAM RICARDO AGUILAR PIÑA" userId="25538c52-b196-49fc-9025-2dd86a54f18a" providerId="ADAL" clId="{ABB17BE9-DCD4-4881-A135-7EAE530C9042}" dt="2019-03-18T20:13:59.255" v="60" actId="478"/>
          <ac:picMkLst>
            <pc:docMk/>
            <pc:sldMk cId="3812452904" sldId="324"/>
            <ac:picMk id="11" creationId="{00000000-0000-0000-0000-000000000000}"/>
          </ac:picMkLst>
        </pc:picChg>
        <pc:picChg chg="add mod">
          <ac:chgData name="WILLIAM RICARDO AGUILAR PIÑA" userId="25538c52-b196-49fc-9025-2dd86a54f18a" providerId="ADAL" clId="{ABB17BE9-DCD4-4881-A135-7EAE530C9042}" dt="2019-03-18T20:13:43.289" v="53" actId="207"/>
          <ac:picMkLst>
            <pc:docMk/>
            <pc:sldMk cId="3812452904" sldId="324"/>
            <ac:picMk id="12" creationId="{D2A2E34C-27D0-4BD7-B88B-26FBF3EAA6AD}"/>
          </ac:picMkLst>
        </pc:picChg>
      </pc:sldChg>
      <pc:sldChg chg="addSp delSp modSp setBg">
        <pc:chgData name="WILLIAM RICARDO AGUILAR PIÑA" userId="25538c52-b196-49fc-9025-2dd86a54f18a" providerId="ADAL" clId="{ABB17BE9-DCD4-4881-A135-7EAE530C9042}" dt="2019-03-18T20:31:08.446" v="471" actId="1076"/>
        <pc:sldMkLst>
          <pc:docMk/>
          <pc:sldMk cId="1781529183" sldId="325"/>
        </pc:sldMkLst>
        <pc:spChg chg="add del">
          <ac:chgData name="WILLIAM RICARDO AGUILAR PIÑA" userId="25538c52-b196-49fc-9025-2dd86a54f18a" providerId="ADAL" clId="{ABB17BE9-DCD4-4881-A135-7EAE530C9042}" dt="2019-03-18T20:20:43.673" v="258"/>
          <ac:spMkLst>
            <pc:docMk/>
            <pc:sldMk cId="1781529183" sldId="325"/>
            <ac:spMk id="7" creationId="{9EF82974-BD30-4B0D-A9DB-E80B81180E5E}"/>
          </ac:spMkLst>
        </pc:spChg>
        <pc:spChg chg="mod">
          <ac:chgData name="WILLIAM RICARDO AGUILAR PIÑA" userId="25538c52-b196-49fc-9025-2dd86a54f18a" providerId="ADAL" clId="{ABB17BE9-DCD4-4881-A135-7EAE530C9042}" dt="2019-03-18T20:31:08.446" v="471" actId="1076"/>
          <ac:spMkLst>
            <pc:docMk/>
            <pc:sldMk cId="1781529183" sldId="325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ABB17BE9-DCD4-4881-A135-7EAE530C9042}" dt="2019-03-18T20:18:42.189" v="207" actId="478"/>
          <ac:spMkLst>
            <pc:docMk/>
            <pc:sldMk cId="1781529183" sldId="325"/>
            <ac:spMk id="10" creationId="{00000000-0000-0000-0000-000000000000}"/>
          </ac:spMkLst>
        </pc:spChg>
        <pc:spChg chg="add mod">
          <ac:chgData name="WILLIAM RICARDO AGUILAR PIÑA" userId="25538c52-b196-49fc-9025-2dd86a54f18a" providerId="ADAL" clId="{ABB17BE9-DCD4-4881-A135-7EAE530C9042}" dt="2019-03-18T20:31:02.641" v="469" actId="207"/>
          <ac:spMkLst>
            <pc:docMk/>
            <pc:sldMk cId="1781529183" sldId="325"/>
            <ac:spMk id="13" creationId="{79ADF789-07F9-4E5E-A79E-EFE43B5AAC27}"/>
          </ac:spMkLst>
        </pc:spChg>
        <pc:spChg chg="add mod ord">
          <ac:chgData name="WILLIAM RICARDO AGUILAR PIÑA" userId="25538c52-b196-49fc-9025-2dd86a54f18a" providerId="ADAL" clId="{ABB17BE9-DCD4-4881-A135-7EAE530C9042}" dt="2019-03-18T20:30:49.298" v="465" actId="167"/>
          <ac:spMkLst>
            <pc:docMk/>
            <pc:sldMk cId="1781529183" sldId="325"/>
            <ac:spMk id="16" creationId="{4E50F673-73E2-4B92-B953-37039F8F6106}"/>
          </ac:spMkLst>
        </pc:spChg>
        <pc:spChg chg="del mod">
          <ac:chgData name="WILLIAM RICARDO AGUILAR PIÑA" userId="25538c52-b196-49fc-9025-2dd86a54f18a" providerId="ADAL" clId="{ABB17BE9-DCD4-4881-A135-7EAE530C9042}" dt="2019-03-18T20:18:42.189" v="207" actId="478"/>
          <ac:spMkLst>
            <pc:docMk/>
            <pc:sldMk cId="1781529183" sldId="325"/>
            <ac:spMk id="20" creationId="{00000000-0000-0000-0000-000000000000}"/>
          </ac:spMkLst>
        </pc:spChg>
        <pc:spChg chg="del mod">
          <ac:chgData name="WILLIAM RICARDO AGUILAR PIÑA" userId="25538c52-b196-49fc-9025-2dd86a54f18a" providerId="ADAL" clId="{ABB17BE9-DCD4-4881-A135-7EAE530C9042}" dt="2019-03-18T20:10:13.008" v="26" actId="478"/>
          <ac:spMkLst>
            <pc:docMk/>
            <pc:sldMk cId="1781529183" sldId="325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ABB17BE9-DCD4-4881-A135-7EAE530C9042}" dt="2019-03-18T20:30:57.927" v="468" actId="14100"/>
          <ac:picMkLst>
            <pc:docMk/>
            <pc:sldMk cId="1781529183" sldId="325"/>
            <ac:picMk id="2" creationId="{00000000-0000-0000-0000-000000000000}"/>
          </ac:picMkLst>
        </pc:picChg>
        <pc:picChg chg="del mod">
          <ac:chgData name="WILLIAM RICARDO AGUILAR PIÑA" userId="25538c52-b196-49fc-9025-2dd86a54f18a" providerId="ADAL" clId="{ABB17BE9-DCD4-4881-A135-7EAE530C9042}" dt="2019-03-18T20:18:42.189" v="207" actId="478"/>
          <ac:picMkLst>
            <pc:docMk/>
            <pc:sldMk cId="1781529183" sldId="325"/>
            <ac:picMk id="3" creationId="{00000000-0000-0000-0000-000000000000}"/>
          </ac:picMkLst>
        </pc:picChg>
        <pc:picChg chg="mod">
          <ac:chgData name="WILLIAM RICARDO AGUILAR PIÑA" userId="25538c52-b196-49fc-9025-2dd86a54f18a" providerId="ADAL" clId="{ABB17BE9-DCD4-4881-A135-7EAE530C9042}" dt="2019-03-18T20:30:32.519" v="460" actId="1076"/>
          <ac:picMkLst>
            <pc:docMk/>
            <pc:sldMk cId="1781529183" sldId="325"/>
            <ac:picMk id="4" creationId="{00000000-0000-0000-0000-000000000000}"/>
          </ac:picMkLst>
        </pc:picChg>
        <pc:picChg chg="add del mod">
          <ac:chgData name="WILLIAM RICARDO AGUILAR PIÑA" userId="25538c52-b196-49fc-9025-2dd86a54f18a" providerId="ADAL" clId="{ABB17BE9-DCD4-4881-A135-7EAE530C9042}" dt="2019-03-18T20:30:03.782" v="454" actId="478"/>
          <ac:picMkLst>
            <pc:docMk/>
            <pc:sldMk cId="1781529183" sldId="325"/>
            <ac:picMk id="6" creationId="{96AB6926-1F93-4E5F-BC80-6A510B5A28FE}"/>
          </ac:picMkLst>
        </pc:picChg>
        <pc:picChg chg="del mod">
          <ac:chgData name="WILLIAM RICARDO AGUILAR PIÑA" userId="25538c52-b196-49fc-9025-2dd86a54f18a" providerId="ADAL" clId="{ABB17BE9-DCD4-4881-A135-7EAE530C9042}" dt="2019-03-18T20:18:42.189" v="207" actId="478"/>
          <ac:picMkLst>
            <pc:docMk/>
            <pc:sldMk cId="1781529183" sldId="325"/>
            <ac:picMk id="9" creationId="{00000000-0000-0000-0000-000000000000}"/>
          </ac:picMkLst>
        </pc:picChg>
        <pc:picChg chg="add del">
          <ac:chgData name="WILLIAM RICARDO AGUILAR PIÑA" userId="25538c52-b196-49fc-9025-2dd86a54f18a" providerId="ADAL" clId="{ABB17BE9-DCD4-4881-A135-7EAE530C9042}" dt="2019-03-18T20:19:19.087" v="222" actId="478"/>
          <ac:picMkLst>
            <pc:docMk/>
            <pc:sldMk cId="1781529183" sldId="325"/>
            <ac:picMk id="11" creationId="{66EF874C-3264-4DC7-983A-6EA925050C9D}"/>
          </ac:picMkLst>
        </pc:picChg>
        <pc:picChg chg="add">
          <ac:chgData name="WILLIAM RICARDO AGUILAR PIÑA" userId="25538c52-b196-49fc-9025-2dd86a54f18a" providerId="ADAL" clId="{ABB17BE9-DCD4-4881-A135-7EAE530C9042}" dt="2019-03-18T20:30:05.995" v="455"/>
          <ac:picMkLst>
            <pc:docMk/>
            <pc:sldMk cId="1781529183" sldId="325"/>
            <ac:picMk id="15" creationId="{9563BD2E-29A9-4821-A3E7-04ABCD8E30D5}"/>
          </ac:picMkLst>
        </pc:picChg>
      </pc:sldChg>
      <pc:sldChg chg="addSp delSp modSp">
        <pc:chgData name="WILLIAM RICARDO AGUILAR PIÑA" userId="25538c52-b196-49fc-9025-2dd86a54f18a" providerId="ADAL" clId="{ABB17BE9-DCD4-4881-A135-7EAE530C9042}" dt="2019-03-18T20:36:09.852" v="527" actId="1076"/>
        <pc:sldMkLst>
          <pc:docMk/>
          <pc:sldMk cId="755413060" sldId="326"/>
        </pc:sldMkLst>
        <pc:spChg chg="mod">
          <ac:chgData name="WILLIAM RICARDO AGUILAR PIÑA" userId="25538c52-b196-49fc-9025-2dd86a54f18a" providerId="ADAL" clId="{ABB17BE9-DCD4-4881-A135-7EAE530C9042}" dt="2019-03-18T20:36:09.852" v="527" actId="1076"/>
          <ac:spMkLst>
            <pc:docMk/>
            <pc:sldMk cId="755413060" sldId="326"/>
            <ac:spMk id="8" creationId="{00000000-0000-0000-0000-000000000000}"/>
          </ac:spMkLst>
        </pc:spChg>
        <pc:spChg chg="add mod ord">
          <ac:chgData name="WILLIAM RICARDO AGUILAR PIÑA" userId="25538c52-b196-49fc-9025-2dd86a54f18a" providerId="ADAL" clId="{ABB17BE9-DCD4-4881-A135-7EAE530C9042}" dt="2019-03-18T20:28:46.626" v="431" actId="14100"/>
          <ac:spMkLst>
            <pc:docMk/>
            <pc:sldMk cId="755413060" sldId="326"/>
            <ac:spMk id="9" creationId="{0F66F114-D3BF-4215-B43C-3D7E2E45A0AE}"/>
          </ac:spMkLst>
        </pc:spChg>
        <pc:spChg chg="add mod">
          <ac:chgData name="WILLIAM RICARDO AGUILAR PIÑA" userId="25538c52-b196-49fc-9025-2dd86a54f18a" providerId="ADAL" clId="{ABB17BE9-DCD4-4881-A135-7EAE530C9042}" dt="2019-03-18T20:29:39.940" v="450"/>
          <ac:spMkLst>
            <pc:docMk/>
            <pc:sldMk cId="755413060" sldId="326"/>
            <ac:spMk id="10" creationId="{10B89DBB-3132-4CD4-A8A3-A55C7AE6BB5B}"/>
          </ac:spMkLst>
        </pc:spChg>
        <pc:spChg chg="del mod">
          <ac:chgData name="WILLIAM RICARDO AGUILAR PIÑA" userId="25538c52-b196-49fc-9025-2dd86a54f18a" providerId="ADAL" clId="{ABB17BE9-DCD4-4881-A135-7EAE530C9042}" dt="2019-03-18T20:10:17.462" v="28" actId="478"/>
          <ac:spMkLst>
            <pc:docMk/>
            <pc:sldMk cId="755413060" sldId="326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ABB17BE9-DCD4-4881-A135-7EAE530C9042}" dt="2019-03-18T20:28:32.040" v="427" actId="1036"/>
          <ac:picMkLst>
            <pc:docMk/>
            <pc:sldMk cId="755413060" sldId="326"/>
            <ac:picMk id="2" creationId="{00000000-0000-0000-0000-000000000000}"/>
          </ac:picMkLst>
        </pc:picChg>
        <pc:picChg chg="mod">
          <ac:chgData name="WILLIAM RICARDO AGUILAR PIÑA" userId="25538c52-b196-49fc-9025-2dd86a54f18a" providerId="ADAL" clId="{ABB17BE9-DCD4-4881-A135-7EAE530C9042}" dt="2019-03-18T20:28:22.250" v="421"/>
          <ac:picMkLst>
            <pc:docMk/>
            <pc:sldMk cId="755413060" sldId="326"/>
            <ac:picMk id="4" creationId="{00000000-0000-0000-0000-000000000000}"/>
          </ac:picMkLst>
        </pc:picChg>
        <pc:picChg chg="mod modCrop">
          <ac:chgData name="WILLIAM RICARDO AGUILAR PIÑA" userId="25538c52-b196-49fc-9025-2dd86a54f18a" providerId="ADAL" clId="{ABB17BE9-DCD4-4881-A135-7EAE530C9042}" dt="2019-03-18T20:29:06.945" v="442" actId="14100"/>
          <ac:picMkLst>
            <pc:docMk/>
            <pc:sldMk cId="755413060" sldId="326"/>
            <ac:picMk id="5" creationId="{00000000-0000-0000-0000-000000000000}"/>
          </ac:picMkLst>
        </pc:picChg>
        <pc:picChg chg="add">
          <ac:chgData name="WILLIAM RICARDO AGUILAR PIÑA" userId="25538c52-b196-49fc-9025-2dd86a54f18a" providerId="ADAL" clId="{ABB17BE9-DCD4-4881-A135-7EAE530C9042}" dt="2019-03-18T20:13:32.893" v="49"/>
          <ac:picMkLst>
            <pc:docMk/>
            <pc:sldMk cId="755413060" sldId="326"/>
            <ac:picMk id="7" creationId="{5EE0C5AF-5DAF-4D4B-8F69-767B15C60AFD}"/>
          </ac:picMkLst>
        </pc:picChg>
        <pc:picChg chg="add mod">
          <ac:chgData name="WILLIAM RICARDO AGUILAR PIÑA" userId="25538c52-b196-49fc-9025-2dd86a54f18a" providerId="ADAL" clId="{ABB17BE9-DCD4-4881-A135-7EAE530C9042}" dt="2019-03-18T20:35:48.838" v="522" actId="1076"/>
          <ac:picMkLst>
            <pc:docMk/>
            <pc:sldMk cId="755413060" sldId="326"/>
            <ac:picMk id="11" creationId="{6CBC5FED-E8DE-44D5-97A1-F1AE1A86D1B5}"/>
          </ac:picMkLst>
        </pc:picChg>
        <pc:picChg chg="add mod">
          <ac:chgData name="WILLIAM RICARDO AGUILAR PIÑA" userId="25538c52-b196-49fc-9025-2dd86a54f18a" providerId="ADAL" clId="{ABB17BE9-DCD4-4881-A135-7EAE530C9042}" dt="2019-03-18T20:35:58.509" v="524" actId="1076"/>
          <ac:picMkLst>
            <pc:docMk/>
            <pc:sldMk cId="755413060" sldId="326"/>
            <ac:picMk id="12" creationId="{5A85CF19-1F8E-40A7-9830-3C449D247091}"/>
          </ac:picMkLst>
        </pc:picChg>
      </pc:sldChg>
      <pc:sldChg chg="modSp add">
        <pc:chgData name="WILLIAM RICARDO AGUILAR PIÑA" userId="25538c52-b196-49fc-9025-2dd86a54f18a" providerId="ADAL" clId="{ABB17BE9-DCD4-4881-A135-7EAE530C9042}" dt="2019-03-18T20:09:41.626" v="10" actId="20577"/>
        <pc:sldMkLst>
          <pc:docMk/>
          <pc:sldMk cId="0" sldId="327"/>
        </pc:sldMkLst>
        <pc:spChg chg="mod">
          <ac:chgData name="WILLIAM RICARDO AGUILAR PIÑA" userId="25538c52-b196-49fc-9025-2dd86a54f18a" providerId="ADAL" clId="{ABB17BE9-DCD4-4881-A135-7EAE530C9042}" dt="2019-03-18T20:09:41.626" v="10" actId="20577"/>
          <ac:spMkLst>
            <pc:docMk/>
            <pc:sldMk cId="0" sldId="327"/>
            <ac:spMk id="9" creationId="{3072C985-1B9B-4BDD-9204-91D61E909C9C}"/>
          </ac:spMkLst>
        </pc:spChg>
        <pc:spChg chg="mod">
          <ac:chgData name="WILLIAM RICARDO AGUILAR PIÑA" userId="25538c52-b196-49fc-9025-2dd86a54f18a" providerId="ADAL" clId="{ABB17BE9-DCD4-4881-A135-7EAE530C9042}" dt="2019-03-18T20:09:34.166" v="8" actId="6549"/>
          <ac:spMkLst>
            <pc:docMk/>
            <pc:sldMk cId="0" sldId="327"/>
            <ac:spMk id="17" creationId="{CF602DD4-6CD6-45A5-8387-11EC9AEA487E}"/>
          </ac:spMkLst>
        </pc:spChg>
      </pc:sldChg>
      <pc:sldChg chg="del">
        <pc:chgData name="WILLIAM RICARDO AGUILAR PIÑA" userId="25538c52-b196-49fc-9025-2dd86a54f18a" providerId="ADAL" clId="{ABB17BE9-DCD4-4881-A135-7EAE530C9042}" dt="2019-03-18T20:08:49.953" v="0" actId="2696"/>
        <pc:sldMkLst>
          <pc:docMk/>
          <pc:sldMk cId="1100490243" sldId="335"/>
        </pc:sldMkLst>
      </pc:sldChg>
      <pc:sldChg chg="addSp delSp modSp add">
        <pc:chgData name="WILLIAM RICARDO AGUILAR PIÑA" userId="25538c52-b196-49fc-9025-2dd86a54f18a" providerId="ADAL" clId="{ABB17BE9-DCD4-4881-A135-7EAE530C9042}" dt="2019-03-18T20:37:56.377" v="597" actId="6549"/>
        <pc:sldMkLst>
          <pc:docMk/>
          <pc:sldMk cId="1616861817" sldId="385"/>
        </pc:sldMkLst>
        <pc:spChg chg="mod">
          <ac:chgData name="WILLIAM RICARDO AGUILAR PIÑA" userId="25538c52-b196-49fc-9025-2dd86a54f18a" providerId="ADAL" clId="{ABB17BE9-DCD4-4881-A135-7EAE530C9042}" dt="2019-03-18T20:37:56.377" v="597" actId="6549"/>
          <ac:spMkLst>
            <pc:docMk/>
            <pc:sldMk cId="1616861817" sldId="385"/>
            <ac:spMk id="6" creationId="{3572065F-81C1-454C-8E77-453E36FB65E9}"/>
          </ac:spMkLst>
        </pc:spChg>
        <pc:picChg chg="add del">
          <ac:chgData name="WILLIAM RICARDO AGUILAR PIÑA" userId="25538c52-b196-49fc-9025-2dd86a54f18a" providerId="ADAL" clId="{ABB17BE9-DCD4-4881-A135-7EAE530C9042}" dt="2019-03-18T20:13:34.477" v="51" actId="478"/>
          <ac:picMkLst>
            <pc:docMk/>
            <pc:sldMk cId="1616861817" sldId="385"/>
            <ac:picMk id="5" creationId="{5BC7406E-BDDE-45CB-8A27-414892AA0A7D}"/>
          </ac:picMkLst>
        </pc:picChg>
      </pc:sldChg>
      <pc:sldChg chg="addSp delSp modSp add">
        <pc:chgData name="WILLIAM RICARDO AGUILAR PIÑA" userId="25538c52-b196-49fc-9025-2dd86a54f18a" providerId="ADAL" clId="{ABB17BE9-DCD4-4881-A135-7EAE530C9042}" dt="2019-03-18T20:34:10.964" v="506" actId="1076"/>
        <pc:sldMkLst>
          <pc:docMk/>
          <pc:sldMk cId="2165470487" sldId="386"/>
        </pc:sldMkLst>
        <pc:spChg chg="mod">
          <ac:chgData name="WILLIAM RICARDO AGUILAR PIÑA" userId="25538c52-b196-49fc-9025-2dd86a54f18a" providerId="ADAL" clId="{ABB17BE9-DCD4-4881-A135-7EAE530C9042}" dt="2019-03-18T20:31:56.219" v="479" actId="1076"/>
          <ac:spMkLst>
            <pc:docMk/>
            <pc:sldMk cId="2165470487" sldId="386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ABB17BE9-DCD4-4881-A135-7EAE530C9042}" dt="2019-03-18T20:16:14.815" v="133" actId="478"/>
          <ac:spMkLst>
            <pc:docMk/>
            <pc:sldMk cId="2165470487" sldId="386"/>
            <ac:spMk id="10" creationId="{00000000-0000-0000-0000-000000000000}"/>
          </ac:spMkLst>
        </pc:spChg>
        <pc:spChg chg="add mod">
          <ac:chgData name="WILLIAM RICARDO AGUILAR PIÑA" userId="25538c52-b196-49fc-9025-2dd86a54f18a" providerId="ADAL" clId="{ABB17BE9-DCD4-4881-A135-7EAE530C9042}" dt="2019-03-18T20:17:44.813" v="175"/>
          <ac:spMkLst>
            <pc:docMk/>
            <pc:sldMk cId="2165470487" sldId="386"/>
            <ac:spMk id="13" creationId="{B8F12243-D1FB-4EFC-AF50-AACEAC046D21}"/>
          </ac:spMkLst>
        </pc:spChg>
        <pc:spChg chg="add mod ord">
          <ac:chgData name="WILLIAM RICARDO AGUILAR PIÑA" userId="25538c52-b196-49fc-9025-2dd86a54f18a" providerId="ADAL" clId="{ABB17BE9-DCD4-4881-A135-7EAE530C9042}" dt="2019-03-18T20:31:59.573" v="480" actId="14100"/>
          <ac:spMkLst>
            <pc:docMk/>
            <pc:sldMk cId="2165470487" sldId="386"/>
            <ac:spMk id="14" creationId="{EF2738B5-992F-4729-BFF2-AA0C549060E4}"/>
          </ac:spMkLst>
        </pc:spChg>
        <pc:spChg chg="del mod">
          <ac:chgData name="WILLIAM RICARDO AGUILAR PIÑA" userId="25538c52-b196-49fc-9025-2dd86a54f18a" providerId="ADAL" clId="{ABB17BE9-DCD4-4881-A135-7EAE530C9042}" dt="2019-03-18T20:16:14.815" v="133" actId="478"/>
          <ac:spMkLst>
            <pc:docMk/>
            <pc:sldMk cId="2165470487" sldId="386"/>
            <ac:spMk id="20" creationId="{00000000-0000-0000-0000-000000000000}"/>
          </ac:spMkLst>
        </pc:spChg>
        <pc:picChg chg="mod">
          <ac:chgData name="WILLIAM RICARDO AGUILAR PIÑA" userId="25538c52-b196-49fc-9025-2dd86a54f18a" providerId="ADAL" clId="{ABB17BE9-DCD4-4881-A135-7EAE530C9042}" dt="2019-03-18T20:32:06.971" v="482" actId="14100"/>
          <ac:picMkLst>
            <pc:docMk/>
            <pc:sldMk cId="2165470487" sldId="386"/>
            <ac:picMk id="5" creationId="{00000000-0000-0000-0000-000000000000}"/>
          </ac:picMkLst>
        </pc:picChg>
        <pc:picChg chg="del mod">
          <ac:chgData name="WILLIAM RICARDO AGUILAR PIÑA" userId="25538c52-b196-49fc-9025-2dd86a54f18a" providerId="ADAL" clId="{ABB17BE9-DCD4-4881-A135-7EAE530C9042}" dt="2019-03-18T20:16:14.815" v="133" actId="478"/>
          <ac:picMkLst>
            <pc:docMk/>
            <pc:sldMk cId="2165470487" sldId="386"/>
            <ac:picMk id="7" creationId="{00000000-0000-0000-0000-000000000000}"/>
          </ac:picMkLst>
        </pc:picChg>
        <pc:picChg chg="del mod">
          <ac:chgData name="WILLIAM RICARDO AGUILAR PIÑA" userId="25538c52-b196-49fc-9025-2dd86a54f18a" providerId="ADAL" clId="{ABB17BE9-DCD4-4881-A135-7EAE530C9042}" dt="2019-03-18T20:16:14.815" v="133" actId="478"/>
          <ac:picMkLst>
            <pc:docMk/>
            <pc:sldMk cId="2165470487" sldId="386"/>
            <ac:picMk id="9" creationId="{00000000-0000-0000-0000-000000000000}"/>
          </ac:picMkLst>
        </pc:picChg>
        <pc:picChg chg="mod">
          <ac:chgData name="WILLIAM RICARDO AGUILAR PIÑA" userId="25538c52-b196-49fc-9025-2dd86a54f18a" providerId="ADAL" clId="{ABB17BE9-DCD4-4881-A135-7EAE530C9042}" dt="2019-03-18T20:32:09.086" v="483" actId="1076"/>
          <ac:picMkLst>
            <pc:docMk/>
            <pc:sldMk cId="2165470487" sldId="386"/>
            <ac:picMk id="11" creationId="{00000000-0000-0000-0000-000000000000}"/>
          </ac:picMkLst>
        </pc:picChg>
        <pc:picChg chg="add mod">
          <ac:chgData name="WILLIAM RICARDO AGUILAR PIÑA" userId="25538c52-b196-49fc-9025-2dd86a54f18a" providerId="ADAL" clId="{ABB17BE9-DCD4-4881-A135-7EAE530C9042}" dt="2019-03-18T20:34:10.964" v="506" actId="1076"/>
          <ac:picMkLst>
            <pc:docMk/>
            <pc:sldMk cId="2165470487" sldId="386"/>
            <ac:picMk id="15" creationId="{B27E8015-CBA4-4916-AA39-5FA1DEC645CF}"/>
          </ac:picMkLst>
        </pc:picChg>
      </pc:sldChg>
      <pc:sldChg chg="addSp delSp modSp add">
        <pc:chgData name="WILLIAM RICARDO AGUILAR PIÑA" userId="25538c52-b196-49fc-9025-2dd86a54f18a" providerId="ADAL" clId="{ABB17BE9-DCD4-4881-A135-7EAE530C9042}" dt="2019-03-18T20:29:54.462" v="453" actId="20577"/>
        <pc:sldMkLst>
          <pc:docMk/>
          <pc:sldMk cId="3895588443" sldId="387"/>
        </pc:sldMkLst>
        <pc:spChg chg="del">
          <ac:chgData name="WILLIAM RICARDO AGUILAR PIÑA" userId="25538c52-b196-49fc-9025-2dd86a54f18a" providerId="ADAL" clId="{ABB17BE9-DCD4-4881-A135-7EAE530C9042}" dt="2019-03-18T20:16:55.341" v="158" actId="478"/>
          <ac:spMkLst>
            <pc:docMk/>
            <pc:sldMk cId="3895588443" sldId="387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17:10.297" v="165" actId="14100"/>
          <ac:spMkLst>
            <pc:docMk/>
            <pc:sldMk cId="3895588443" sldId="387"/>
            <ac:spMk id="10" creationId="{00000000-0000-0000-0000-000000000000}"/>
          </ac:spMkLst>
        </pc:spChg>
        <pc:spChg chg="add">
          <ac:chgData name="WILLIAM RICARDO AGUILAR PIÑA" userId="25538c52-b196-49fc-9025-2dd86a54f18a" providerId="ADAL" clId="{ABB17BE9-DCD4-4881-A135-7EAE530C9042}" dt="2019-03-18T20:17:47.051" v="176"/>
          <ac:spMkLst>
            <pc:docMk/>
            <pc:sldMk cId="3895588443" sldId="387"/>
            <ac:spMk id="13" creationId="{4D88DCFE-2209-4567-A554-3E4A244A9F95}"/>
          </ac:spMkLst>
        </pc:spChg>
        <pc:spChg chg="mod">
          <ac:chgData name="WILLIAM RICARDO AGUILAR PIÑA" userId="25538c52-b196-49fc-9025-2dd86a54f18a" providerId="ADAL" clId="{ABB17BE9-DCD4-4881-A135-7EAE530C9042}" dt="2019-03-18T20:29:54.462" v="453" actId="20577"/>
          <ac:spMkLst>
            <pc:docMk/>
            <pc:sldMk cId="3895588443" sldId="387"/>
            <ac:spMk id="20" creationId="{00000000-0000-0000-0000-000000000000}"/>
          </ac:spMkLst>
        </pc:spChg>
        <pc:picChg chg="del">
          <ac:chgData name="WILLIAM RICARDO AGUILAR PIÑA" userId="25538c52-b196-49fc-9025-2dd86a54f18a" providerId="ADAL" clId="{ABB17BE9-DCD4-4881-A135-7EAE530C9042}" dt="2019-03-18T20:16:55.341" v="158" actId="478"/>
          <ac:picMkLst>
            <pc:docMk/>
            <pc:sldMk cId="3895588443" sldId="387"/>
            <ac:picMk id="5" creationId="{00000000-0000-0000-0000-000000000000}"/>
          </ac:picMkLst>
        </pc:picChg>
        <pc:picChg chg="mod">
          <ac:chgData name="WILLIAM RICARDO AGUILAR PIÑA" userId="25538c52-b196-49fc-9025-2dd86a54f18a" providerId="ADAL" clId="{ABB17BE9-DCD4-4881-A135-7EAE530C9042}" dt="2019-03-18T20:17:06.070" v="163" actId="1076"/>
          <ac:picMkLst>
            <pc:docMk/>
            <pc:sldMk cId="3895588443" sldId="387"/>
            <ac:picMk id="7" creationId="{00000000-0000-0000-0000-000000000000}"/>
          </ac:picMkLst>
        </pc:picChg>
        <pc:picChg chg="mod">
          <ac:chgData name="WILLIAM RICARDO AGUILAR PIÑA" userId="25538c52-b196-49fc-9025-2dd86a54f18a" providerId="ADAL" clId="{ABB17BE9-DCD4-4881-A135-7EAE530C9042}" dt="2019-03-18T20:17:24.250" v="170" actId="1076"/>
          <ac:picMkLst>
            <pc:docMk/>
            <pc:sldMk cId="3895588443" sldId="387"/>
            <ac:picMk id="9" creationId="{00000000-0000-0000-0000-000000000000}"/>
          </ac:picMkLst>
        </pc:picChg>
        <pc:picChg chg="del">
          <ac:chgData name="WILLIAM RICARDO AGUILAR PIÑA" userId="25538c52-b196-49fc-9025-2dd86a54f18a" providerId="ADAL" clId="{ABB17BE9-DCD4-4881-A135-7EAE530C9042}" dt="2019-03-18T20:16:55.341" v="158" actId="478"/>
          <ac:picMkLst>
            <pc:docMk/>
            <pc:sldMk cId="3895588443" sldId="387"/>
            <ac:picMk id="11" creationId="{00000000-0000-0000-0000-000000000000}"/>
          </ac:picMkLst>
        </pc:picChg>
      </pc:sldChg>
      <pc:sldChg chg="modSp add">
        <pc:chgData name="WILLIAM RICARDO AGUILAR PIÑA" userId="25538c52-b196-49fc-9025-2dd86a54f18a" providerId="ADAL" clId="{ABB17BE9-DCD4-4881-A135-7EAE530C9042}" dt="2019-03-18T20:32:48.110" v="489" actId="1076"/>
        <pc:sldMkLst>
          <pc:docMk/>
          <pc:sldMk cId="1687958692" sldId="388"/>
        </pc:sldMkLst>
        <pc:spChg chg="mod">
          <ac:chgData name="WILLIAM RICARDO AGUILAR PIÑA" userId="25538c52-b196-49fc-9025-2dd86a54f18a" providerId="ADAL" clId="{ABB17BE9-DCD4-4881-A135-7EAE530C9042}" dt="2019-03-18T20:32:48.110" v="489" actId="1076"/>
          <ac:spMkLst>
            <pc:docMk/>
            <pc:sldMk cId="1687958692" sldId="388"/>
            <ac:spMk id="8" creationId="{00000000-0000-0000-0000-000000000000}"/>
          </ac:spMkLst>
        </pc:spChg>
      </pc:sldChg>
      <pc:sldChg chg="add del">
        <pc:chgData name="WILLIAM RICARDO AGUILAR PIÑA" userId="25538c52-b196-49fc-9025-2dd86a54f18a" providerId="ADAL" clId="{ABB17BE9-DCD4-4881-A135-7EAE530C9042}" dt="2019-03-18T20:18:22.805" v="197" actId="2696"/>
        <pc:sldMkLst>
          <pc:docMk/>
          <pc:sldMk cId="404837343" sldId="389"/>
        </pc:sldMkLst>
      </pc:sldChg>
      <pc:sldChg chg="addSp delSp modSp add">
        <pc:chgData name="WILLIAM RICARDO AGUILAR PIÑA" userId="25538c52-b196-49fc-9025-2dd86a54f18a" providerId="ADAL" clId="{ABB17BE9-DCD4-4881-A135-7EAE530C9042}" dt="2019-03-18T20:33:01.517" v="492" actId="20577"/>
        <pc:sldMkLst>
          <pc:docMk/>
          <pc:sldMk cId="1871683691" sldId="389"/>
        </pc:sldMkLst>
        <pc:spChg chg="del">
          <ac:chgData name="WILLIAM RICARDO AGUILAR PIÑA" userId="25538c52-b196-49fc-9025-2dd86a54f18a" providerId="ADAL" clId="{ABB17BE9-DCD4-4881-A135-7EAE530C9042}" dt="2019-03-18T20:19:37.523" v="226" actId="478"/>
          <ac:spMkLst>
            <pc:docMk/>
            <pc:sldMk cId="1871683691" sldId="389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20:16.769" v="251" actId="14100"/>
          <ac:spMkLst>
            <pc:docMk/>
            <pc:sldMk cId="1871683691" sldId="389"/>
            <ac:spMk id="10" creationId="{00000000-0000-0000-0000-000000000000}"/>
          </ac:spMkLst>
        </pc:spChg>
        <pc:spChg chg="add mod">
          <ac:chgData name="WILLIAM RICARDO AGUILAR PIÑA" userId="25538c52-b196-49fc-9025-2dd86a54f18a" providerId="ADAL" clId="{ABB17BE9-DCD4-4881-A135-7EAE530C9042}" dt="2019-03-18T20:20:55.973" v="261"/>
          <ac:spMkLst>
            <pc:docMk/>
            <pc:sldMk cId="1871683691" sldId="389"/>
            <ac:spMk id="12" creationId="{6493D73D-F78D-40CF-963B-CF1A0580D5FF}"/>
          </ac:spMkLst>
        </pc:spChg>
        <pc:spChg chg="mod">
          <ac:chgData name="WILLIAM RICARDO AGUILAR PIÑA" userId="25538c52-b196-49fc-9025-2dd86a54f18a" providerId="ADAL" clId="{ABB17BE9-DCD4-4881-A135-7EAE530C9042}" dt="2019-03-18T20:33:01.517" v="492" actId="20577"/>
          <ac:spMkLst>
            <pc:docMk/>
            <pc:sldMk cId="1871683691" sldId="389"/>
            <ac:spMk id="20" creationId="{00000000-0000-0000-0000-000000000000}"/>
          </ac:spMkLst>
        </pc:spChg>
        <pc:picChg chg="del">
          <ac:chgData name="WILLIAM RICARDO AGUILAR PIÑA" userId="25538c52-b196-49fc-9025-2dd86a54f18a" providerId="ADAL" clId="{ABB17BE9-DCD4-4881-A135-7EAE530C9042}" dt="2019-03-18T20:19:37.523" v="226" actId="478"/>
          <ac:picMkLst>
            <pc:docMk/>
            <pc:sldMk cId="1871683691" sldId="389"/>
            <ac:picMk id="2" creationId="{00000000-0000-0000-0000-000000000000}"/>
          </ac:picMkLst>
        </pc:picChg>
        <pc:picChg chg="mod">
          <ac:chgData name="WILLIAM RICARDO AGUILAR PIÑA" userId="25538c52-b196-49fc-9025-2dd86a54f18a" providerId="ADAL" clId="{ABB17BE9-DCD4-4881-A135-7EAE530C9042}" dt="2019-03-18T20:20:11.438" v="249" actId="1037"/>
          <ac:picMkLst>
            <pc:docMk/>
            <pc:sldMk cId="1871683691" sldId="389"/>
            <ac:picMk id="3" creationId="{00000000-0000-0000-0000-000000000000}"/>
          </ac:picMkLst>
        </pc:picChg>
        <pc:picChg chg="del">
          <ac:chgData name="WILLIAM RICARDO AGUILAR PIÑA" userId="25538c52-b196-49fc-9025-2dd86a54f18a" providerId="ADAL" clId="{ABB17BE9-DCD4-4881-A135-7EAE530C9042}" dt="2019-03-18T20:19:37.523" v="226" actId="478"/>
          <ac:picMkLst>
            <pc:docMk/>
            <pc:sldMk cId="1871683691" sldId="389"/>
            <ac:picMk id="4" creationId="{00000000-0000-0000-0000-000000000000}"/>
          </ac:picMkLst>
        </pc:picChg>
        <pc:picChg chg="mod">
          <ac:chgData name="WILLIAM RICARDO AGUILAR PIÑA" userId="25538c52-b196-49fc-9025-2dd86a54f18a" providerId="ADAL" clId="{ABB17BE9-DCD4-4881-A135-7EAE530C9042}" dt="2019-03-18T20:20:07.144" v="246" actId="1037"/>
          <ac:picMkLst>
            <pc:docMk/>
            <pc:sldMk cId="1871683691" sldId="389"/>
            <ac:picMk id="9" creationId="{00000000-0000-0000-0000-000000000000}"/>
          </ac:picMkLst>
        </pc:picChg>
      </pc:sldChg>
      <pc:sldChg chg="addSp delSp modSp add">
        <pc:chgData name="WILLIAM RICARDO AGUILAR PIÑA" userId="25538c52-b196-49fc-9025-2dd86a54f18a" providerId="ADAL" clId="{ABB17BE9-DCD4-4881-A135-7EAE530C9042}" dt="2019-03-18T20:33:09.415" v="495" actId="1076"/>
        <pc:sldMkLst>
          <pc:docMk/>
          <pc:sldMk cId="3820826146" sldId="390"/>
        </pc:sldMkLst>
        <pc:spChg chg="add del">
          <ac:chgData name="WILLIAM RICARDO AGUILAR PIÑA" userId="25538c52-b196-49fc-9025-2dd86a54f18a" providerId="ADAL" clId="{ABB17BE9-DCD4-4881-A135-7EAE530C9042}" dt="2019-03-18T20:26:05.860" v="375" actId="478"/>
          <ac:spMkLst>
            <pc:docMk/>
            <pc:sldMk cId="3820826146" sldId="390"/>
            <ac:spMk id="4" creationId="{58047176-7855-4649-BAC1-D282638A8504}"/>
          </ac:spMkLst>
        </pc:spChg>
        <pc:spChg chg="mod">
          <ac:chgData name="WILLIAM RICARDO AGUILAR PIÑA" userId="25538c52-b196-49fc-9025-2dd86a54f18a" providerId="ADAL" clId="{ABB17BE9-DCD4-4881-A135-7EAE530C9042}" dt="2019-03-18T20:33:09.415" v="495" actId="1076"/>
          <ac:spMkLst>
            <pc:docMk/>
            <pc:sldMk cId="3820826146" sldId="390"/>
            <ac:spMk id="8" creationId="{00000000-0000-0000-0000-000000000000}"/>
          </ac:spMkLst>
        </pc:spChg>
      </pc:sldChg>
      <pc:sldChg chg="addSp delSp modSp add">
        <pc:chgData name="WILLIAM RICARDO AGUILAR PIÑA" userId="25538c52-b196-49fc-9025-2dd86a54f18a" providerId="ADAL" clId="{ABB17BE9-DCD4-4881-A135-7EAE530C9042}" dt="2019-03-18T20:36:39.846" v="536" actId="1035"/>
        <pc:sldMkLst>
          <pc:docMk/>
          <pc:sldMk cId="2822230567" sldId="391"/>
        </pc:sldMkLst>
        <pc:spChg chg="add mod ord">
          <ac:chgData name="WILLIAM RICARDO AGUILAR PIÑA" userId="25538c52-b196-49fc-9025-2dd86a54f18a" providerId="ADAL" clId="{ABB17BE9-DCD4-4881-A135-7EAE530C9042}" dt="2019-03-18T20:36:39.846" v="536" actId="1035"/>
          <ac:spMkLst>
            <pc:docMk/>
            <pc:sldMk cId="2822230567" sldId="391"/>
            <ac:spMk id="2" creationId="{68104658-E529-444C-B96F-3696FB063F24}"/>
          </ac:spMkLst>
        </pc:spChg>
        <pc:spChg chg="del mod">
          <ac:chgData name="WILLIAM RICARDO AGUILAR PIÑA" userId="25538c52-b196-49fc-9025-2dd86a54f18a" providerId="ADAL" clId="{ABB17BE9-DCD4-4881-A135-7EAE530C9042}" dt="2019-03-18T20:22:59.891" v="305" actId="478"/>
          <ac:spMkLst>
            <pc:docMk/>
            <pc:sldMk cId="2822230567" sldId="391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36:39.846" v="536" actId="1035"/>
          <ac:spMkLst>
            <pc:docMk/>
            <pc:sldMk cId="2822230567" sldId="391"/>
            <ac:spMk id="10" creationId="{00000000-0000-0000-0000-000000000000}"/>
          </ac:spMkLst>
        </pc:spChg>
        <pc:spChg chg="add">
          <ac:chgData name="WILLIAM RICARDO AGUILAR PIÑA" userId="25538c52-b196-49fc-9025-2dd86a54f18a" providerId="ADAL" clId="{ABB17BE9-DCD4-4881-A135-7EAE530C9042}" dt="2019-03-18T20:26:17.645" v="378"/>
          <ac:spMkLst>
            <pc:docMk/>
            <pc:sldMk cId="2822230567" sldId="391"/>
            <ac:spMk id="13" creationId="{4E255BBB-C5B8-41C6-81B1-E4C627EC7E63}"/>
          </ac:spMkLst>
        </pc:spChg>
        <pc:spChg chg="mod">
          <ac:chgData name="WILLIAM RICARDO AGUILAR PIÑA" userId="25538c52-b196-49fc-9025-2dd86a54f18a" providerId="ADAL" clId="{ABB17BE9-DCD4-4881-A135-7EAE530C9042}" dt="2019-03-18T20:36:39.846" v="536" actId="1035"/>
          <ac:spMkLst>
            <pc:docMk/>
            <pc:sldMk cId="2822230567" sldId="391"/>
            <ac:spMk id="20" creationId="{00000000-0000-0000-0000-000000000000}"/>
          </ac:spMkLst>
        </pc:spChg>
        <pc:picChg chg="del mod">
          <ac:chgData name="WILLIAM RICARDO AGUILAR PIÑA" userId="25538c52-b196-49fc-9025-2dd86a54f18a" providerId="ADAL" clId="{ABB17BE9-DCD4-4881-A135-7EAE530C9042}" dt="2019-03-18T20:22:59.891" v="305" actId="478"/>
          <ac:picMkLst>
            <pc:docMk/>
            <pc:sldMk cId="2822230567" sldId="391"/>
            <ac:picMk id="5" creationId="{00000000-0000-0000-0000-000000000000}"/>
          </ac:picMkLst>
        </pc:picChg>
        <pc:picChg chg="del">
          <ac:chgData name="WILLIAM RICARDO AGUILAR PIÑA" userId="25538c52-b196-49fc-9025-2dd86a54f18a" providerId="ADAL" clId="{ABB17BE9-DCD4-4881-A135-7EAE530C9042}" dt="2019-03-18T20:22:59.891" v="305" actId="478"/>
          <ac:picMkLst>
            <pc:docMk/>
            <pc:sldMk cId="2822230567" sldId="391"/>
            <ac:picMk id="7" creationId="{00000000-0000-0000-0000-000000000000}"/>
          </ac:picMkLst>
        </pc:picChg>
        <pc:picChg chg="mod">
          <ac:chgData name="WILLIAM RICARDO AGUILAR PIÑA" userId="25538c52-b196-49fc-9025-2dd86a54f18a" providerId="ADAL" clId="{ABB17BE9-DCD4-4881-A135-7EAE530C9042}" dt="2019-03-18T20:36:39.846" v="536" actId="1035"/>
          <ac:picMkLst>
            <pc:docMk/>
            <pc:sldMk cId="2822230567" sldId="391"/>
            <ac:picMk id="9" creationId="{00000000-0000-0000-0000-000000000000}"/>
          </ac:picMkLst>
        </pc:picChg>
        <pc:picChg chg="mod">
          <ac:chgData name="WILLIAM RICARDO AGUILAR PIÑA" userId="25538c52-b196-49fc-9025-2dd86a54f18a" providerId="ADAL" clId="{ABB17BE9-DCD4-4881-A135-7EAE530C9042}" dt="2019-03-18T20:36:39.846" v="536" actId="1035"/>
          <ac:picMkLst>
            <pc:docMk/>
            <pc:sldMk cId="2822230567" sldId="391"/>
            <ac:picMk id="11" creationId="{00000000-0000-0000-0000-000000000000}"/>
          </ac:picMkLst>
        </pc:picChg>
      </pc:sldChg>
      <pc:sldChg chg="modSp add">
        <pc:chgData name="WILLIAM RICARDO AGUILAR PIÑA" userId="25538c52-b196-49fc-9025-2dd86a54f18a" providerId="ADAL" clId="{ABB17BE9-DCD4-4881-A135-7EAE530C9042}" dt="2019-03-18T20:35:01.384" v="511" actId="1076"/>
        <pc:sldMkLst>
          <pc:docMk/>
          <pc:sldMk cId="3162036040" sldId="392"/>
        </pc:sldMkLst>
        <pc:spChg chg="mod">
          <ac:chgData name="WILLIAM RICARDO AGUILAR PIÑA" userId="25538c52-b196-49fc-9025-2dd86a54f18a" providerId="ADAL" clId="{ABB17BE9-DCD4-4881-A135-7EAE530C9042}" dt="2019-03-18T20:35:01.384" v="511" actId="1076"/>
          <ac:spMkLst>
            <pc:docMk/>
            <pc:sldMk cId="3162036040" sldId="392"/>
            <ac:spMk id="8" creationId="{00000000-0000-0000-0000-000000000000}"/>
          </ac:spMkLst>
        </pc:spChg>
      </pc:sldChg>
      <pc:sldChg chg="modSp add">
        <pc:chgData name="WILLIAM RICARDO AGUILAR PIÑA" userId="25538c52-b196-49fc-9025-2dd86a54f18a" providerId="ADAL" clId="{ABB17BE9-DCD4-4881-A135-7EAE530C9042}" dt="2019-03-18T20:35:31.867" v="520" actId="1076"/>
        <pc:sldMkLst>
          <pc:docMk/>
          <pc:sldMk cId="1341748494" sldId="393"/>
        </pc:sldMkLst>
        <pc:spChg chg="mod">
          <ac:chgData name="WILLIAM RICARDO AGUILAR PIÑA" userId="25538c52-b196-49fc-9025-2dd86a54f18a" providerId="ADAL" clId="{ABB17BE9-DCD4-4881-A135-7EAE530C9042}" dt="2019-03-18T20:35:31.867" v="520" actId="1076"/>
          <ac:spMkLst>
            <pc:docMk/>
            <pc:sldMk cId="1341748494" sldId="393"/>
            <ac:spMk id="8" creationId="{00000000-0000-0000-0000-000000000000}"/>
          </ac:spMkLst>
        </pc:spChg>
      </pc:sldChg>
      <pc:sldMasterChg chg="modSp setBg modSldLayout">
        <pc:chgData name="WILLIAM RICARDO AGUILAR PIÑA" userId="25538c52-b196-49fc-9025-2dd86a54f18a" providerId="ADAL" clId="{ABB17BE9-DCD4-4881-A135-7EAE530C9042}" dt="2019-03-18T20:08:57.707" v="3"/>
        <pc:sldMasterMkLst>
          <pc:docMk/>
          <pc:sldMasterMk cId="0" sldId="2147483648"/>
        </pc:sldMasterMkLst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asterMk cId="0" sldId="2147483648"/>
            <ac:spMk id="2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asterMk cId="0" sldId="2147483648"/>
            <ac:spMk id="3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asterMk cId="0" sldId="2147483648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asterMk cId="0" sldId="2147483648"/>
            <ac:spMk id="5" creationId="{00000000-0000-0000-0000-000000000000}"/>
          </ac:spMkLst>
        </pc:spChg>
        <pc:spChg chg="mod">
          <ac:chgData name="WILLIAM RICARDO AGUILAR PIÑA" userId="25538c52-b196-49fc-9025-2dd86a54f18a" providerId="ADAL" clId="{ABB17BE9-DCD4-4881-A135-7EAE530C9042}" dt="2019-03-18T20:08:57.707" v="3"/>
          <ac:spMkLst>
            <pc:docMk/>
            <pc:sldMasterMk cId="0" sldId="2147483648"/>
            <ac:spMk id="6" creationId="{00000000-0000-0000-0000-000000000000}"/>
          </ac:spMkLst>
        </pc:spChg>
        <pc:sldLayoutChg chg="modSp setBg">
          <pc:chgData name="WILLIAM RICARDO AGUILAR PIÑA" userId="25538c52-b196-49fc-9025-2dd86a54f18a" providerId="ADAL" clId="{ABB17BE9-DCD4-4881-A135-7EAE530C9042}" dt="2019-03-18T20:08:57.707" v="3"/>
          <pc:sldLayoutMkLst>
            <pc:docMk/>
            <pc:sldMasterMk cId="0" sldId="2147483648"/>
            <pc:sldLayoutMk cId="0" sldId="2147483649"/>
          </pc:sldLayoutMkLst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4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49"/>
              <ac:spMk id="3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ABB17BE9-DCD4-4881-A135-7EAE530C9042}" dt="2019-03-18T20:08:55.083" v="2"/>
          <pc:sldLayoutMkLst>
            <pc:docMk/>
            <pc:sldMasterMk cId="0" sldId="2147483648"/>
            <pc:sldLayoutMk cId="0" sldId="2147483650"/>
          </pc:sldLayoutMkLst>
        </pc:sldLayoutChg>
        <pc:sldLayoutChg chg="modSp setBg">
          <pc:chgData name="WILLIAM RICARDO AGUILAR PIÑA" userId="25538c52-b196-49fc-9025-2dd86a54f18a" providerId="ADAL" clId="{ABB17BE9-DCD4-4881-A135-7EAE530C9042}" dt="2019-03-18T20:08:57.707" v="3"/>
          <pc:sldLayoutMkLst>
            <pc:docMk/>
            <pc:sldMasterMk cId="0" sldId="2147483648"/>
            <pc:sldLayoutMk cId="0" sldId="2147483651"/>
          </pc:sldLayoutMkLst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1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1"/>
              <ac:spMk id="3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ABB17BE9-DCD4-4881-A135-7EAE530C9042}" dt="2019-03-18T20:08:57.707" v="3"/>
          <pc:sldLayoutMkLst>
            <pc:docMk/>
            <pc:sldMasterMk cId="0" sldId="2147483648"/>
            <pc:sldLayoutMk cId="0" sldId="2147483652"/>
          </pc:sldLayoutMkLst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2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2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ABB17BE9-DCD4-4881-A135-7EAE530C9042}" dt="2019-03-18T20:08:57.707" v="3"/>
          <pc:sldLayoutMkLst>
            <pc:docMk/>
            <pc:sldMasterMk cId="0" sldId="2147483648"/>
            <pc:sldLayoutMk cId="0" sldId="2147483653"/>
          </pc:sldLayoutMkLst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3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3"/>
              <ac:spMk id="4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3"/>
              <ac:spMk id="5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3"/>
              <ac:spMk id="6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ABB17BE9-DCD4-4881-A135-7EAE530C9042}" dt="2019-03-18T20:08:55.083" v="2"/>
          <pc:sldLayoutMkLst>
            <pc:docMk/>
            <pc:sldMasterMk cId="0" sldId="2147483648"/>
            <pc:sldLayoutMk cId="0" sldId="2147483654"/>
          </pc:sldLayoutMkLst>
        </pc:sldLayoutChg>
        <pc:sldLayoutChg chg="setBg">
          <pc:chgData name="WILLIAM RICARDO AGUILAR PIÑA" userId="25538c52-b196-49fc-9025-2dd86a54f18a" providerId="ADAL" clId="{ABB17BE9-DCD4-4881-A135-7EAE530C9042}" dt="2019-03-18T20:08:55.083" v="2"/>
          <pc:sldLayoutMkLst>
            <pc:docMk/>
            <pc:sldMasterMk cId="0" sldId="2147483648"/>
            <pc:sldLayoutMk cId="0" sldId="2147483655"/>
          </pc:sldLayoutMkLst>
        </pc:sldLayoutChg>
        <pc:sldLayoutChg chg="modSp setBg">
          <pc:chgData name="WILLIAM RICARDO AGUILAR PIÑA" userId="25538c52-b196-49fc-9025-2dd86a54f18a" providerId="ADAL" clId="{ABB17BE9-DCD4-4881-A135-7EAE530C9042}" dt="2019-03-18T20:08:57.707" v="3"/>
          <pc:sldLayoutMkLst>
            <pc:docMk/>
            <pc:sldMasterMk cId="0" sldId="2147483648"/>
            <pc:sldLayoutMk cId="0" sldId="2147483656"/>
          </pc:sldLayoutMkLst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6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6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6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ABB17BE9-DCD4-4881-A135-7EAE530C9042}" dt="2019-03-18T20:08:57.707" v="3"/>
          <pc:sldLayoutMkLst>
            <pc:docMk/>
            <pc:sldMasterMk cId="0" sldId="2147483648"/>
            <pc:sldLayoutMk cId="0" sldId="2147483657"/>
          </pc:sldLayoutMkLst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7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7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7"/>
              <ac:spMk id="4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ABB17BE9-DCD4-4881-A135-7EAE530C9042}" dt="2019-03-18T20:08:55.083" v="2"/>
          <pc:sldLayoutMkLst>
            <pc:docMk/>
            <pc:sldMasterMk cId="0" sldId="2147483648"/>
            <pc:sldLayoutMk cId="0" sldId="2147483658"/>
          </pc:sldLayoutMkLst>
        </pc:sldLayoutChg>
        <pc:sldLayoutChg chg="modSp setBg">
          <pc:chgData name="WILLIAM RICARDO AGUILAR PIÑA" userId="25538c52-b196-49fc-9025-2dd86a54f18a" providerId="ADAL" clId="{ABB17BE9-DCD4-4881-A135-7EAE530C9042}" dt="2019-03-18T20:08:57.707" v="3"/>
          <pc:sldLayoutMkLst>
            <pc:docMk/>
            <pc:sldMasterMk cId="0" sldId="2147483648"/>
            <pc:sldLayoutMk cId="0" sldId="2147483659"/>
          </pc:sldLayoutMkLst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ABB17BE9-DCD4-4881-A135-7EAE530C9042}" dt="2019-03-18T20:08:57.707" v="3"/>
            <ac:spMkLst>
              <pc:docMk/>
              <pc:sldMasterMk cId="0" sldId="2147483648"/>
              <pc:sldLayoutMk cId="0" sldId="2147483659"/>
              <ac:spMk id="3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 dirty="0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CE91DE-ABC6-4D22-89A0-1765B629FB43}" type="datetimeFigureOut">
              <a:rPr lang="es-CO" smtClean="0"/>
              <a:pPr/>
              <a:t>30/07/2025</a:t>
            </a:fld>
            <a:endParaRPr lang="es-CO" dirty="0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 dirty="0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AC943-C359-4C07-B08A-993C08E8D67C}" type="slidenum">
              <a:rPr lang="es-CO" smtClean="0"/>
              <a:pPr/>
              <a:t>‹#›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1702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 dirty="0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 dirty="0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 dirty="0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DF08CB-A55A-40B1-AEFD-F19B3CFD19B5}" type="datetimeFigureOut">
              <a:rPr lang="es-CO" smtClean="0"/>
              <a:pPr/>
              <a:t>30/07/2025</a:t>
            </a:fld>
            <a:endParaRPr lang="es-CO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79857C-C111-4800-9D0C-003B4AAA4019}" type="slidenum">
              <a:rPr lang="es-CO" smtClean="0"/>
              <a:pPr/>
              <a:t>‹#›</a:t>
            </a:fld>
            <a:endParaRPr lang="es-CO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1 Título">
            <a:extLst>
              <a:ext uri="{FF2B5EF4-FFF2-40B4-BE49-F238E27FC236}">
                <a16:creationId xmlns:a16="http://schemas.microsoft.com/office/drawing/2014/main" id="{3072C985-1B9B-4BDD-9204-91D61E909C9C}"/>
              </a:ext>
            </a:extLst>
          </p:cNvPr>
          <p:cNvSpPr txBox="1">
            <a:spLocks/>
          </p:cNvSpPr>
          <p:nvPr/>
        </p:nvSpPr>
        <p:spPr>
          <a:xfrm>
            <a:off x="7620002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v.20250730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7F6DDFB0-630E-45A2-B5EE-AB34BE184EC4}"/>
              </a:ext>
            </a:extLst>
          </p:cNvPr>
          <p:cNvSpPr txBox="1">
            <a:spLocks/>
          </p:cNvSpPr>
          <p:nvPr/>
        </p:nvSpPr>
        <p:spPr>
          <a:xfrm>
            <a:off x="0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Info: baalkara@gmail.com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7" name="1 Título">
            <a:extLst>
              <a:ext uri="{FF2B5EF4-FFF2-40B4-BE49-F238E27FC236}">
                <a16:creationId xmlns:a16="http://schemas.microsoft.com/office/drawing/2014/main" id="{CF602DD4-6CD6-45A5-8387-11EC9AEA487E}"/>
              </a:ext>
            </a:extLst>
          </p:cNvPr>
          <p:cNvSpPr txBox="1">
            <a:spLocks/>
          </p:cNvSpPr>
          <p:nvPr/>
        </p:nvSpPr>
        <p:spPr>
          <a:xfrm>
            <a:off x="0" y="4263073"/>
            <a:ext cx="12192000" cy="154155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para el diseño y modelación de cauces</a:t>
            </a:r>
          </a:p>
          <a:p>
            <a:r>
              <a:rPr lang="es-ES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Trazado de ejes y construcción del modelo 3D</a:t>
            </a:r>
          </a:p>
          <a:p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Modelo de terreno combinado (valle, cauce sinuoso diseñado y cauces laterales)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0C1FD41-6B01-4003-8583-7FDA4B45F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781361D0-6105-442E-9AE6-5476189DE7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852" y="2553460"/>
            <a:ext cx="1574295" cy="1751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107668" y="1874728"/>
            <a:ext cx="597666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Objetivo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Crear el modelo de terreno combinado para el canal, incluyendo el valle y el cauce sinuoso.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requeridas</a:t>
            </a: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AutoCAD ®.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®3D.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EFCFFE-86B3-413D-A0C8-C4BE23178E2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19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567187" y="3105834"/>
            <a:ext cx="3057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Exportar el sólido generado para el valle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D2A2E34C-27D0-4BD7-B88B-26FBF3EAA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452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EF2738B5-992F-4729-BFF2-AA0C549060E4}"/>
              </a:ext>
            </a:extLst>
          </p:cNvPr>
          <p:cNvSpPr/>
          <p:nvPr/>
        </p:nvSpPr>
        <p:spPr>
          <a:xfrm>
            <a:off x="1" y="1229483"/>
            <a:ext cx="12192000" cy="5439877"/>
          </a:xfrm>
          <a:prstGeom prst="rect">
            <a:avLst/>
          </a:prstGeom>
          <a:solidFill>
            <a:srgbClr val="2128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8" name="7 CuadroTexto"/>
          <p:cNvSpPr txBox="1"/>
          <p:nvPr/>
        </p:nvSpPr>
        <p:spPr>
          <a:xfrm>
            <a:off x="476815" y="350514"/>
            <a:ext cx="112383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1. Partiendo del corredor generado para el valle /file/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/civil/Civil3D_MDT_CorredorValle_v1.dwg, se realiza la exportación a un nuevo archivo de AutoCAD de los objetos que lo componen, incluyendo las líneas de corte definidas anteriormente. Guardar el archivo como 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/file/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acad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 Civil3D_SolidoValle_v1.dwg.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0624" r="28739" b="8497"/>
          <a:stretch/>
        </p:blipFill>
        <p:spPr>
          <a:xfrm>
            <a:off x="184884" y="1412776"/>
            <a:ext cx="6160685" cy="5040560"/>
          </a:xfrm>
          <a:prstGeom prst="rect">
            <a:avLst/>
          </a:prstGeom>
        </p:spPr>
      </p:pic>
      <p:pic>
        <p:nvPicPr>
          <p:cNvPr id="11" name="Imagen 10"/>
          <p:cNvPicPr>
            <a:picLocks noChangeAspect="1"/>
          </p:cNvPicPr>
          <p:nvPr/>
        </p:nvPicPr>
        <p:blipFill rotWithShape="1">
          <a:blip r:embed="rId3"/>
          <a:srcRect l="7476" t="17129" r="22438" b="12217"/>
          <a:stretch/>
        </p:blipFill>
        <p:spPr>
          <a:xfrm>
            <a:off x="6548139" y="2043478"/>
            <a:ext cx="5241448" cy="363301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D2A2E34C-27D0-4BD7-B88B-26FBF3EAA6A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3" name="1 Título">
            <a:extLst>
              <a:ext uri="{FF2B5EF4-FFF2-40B4-BE49-F238E27FC236}">
                <a16:creationId xmlns:a16="http://schemas.microsoft.com/office/drawing/2014/main" id="{B8F12243-D1FB-4EFC-AF50-AACEAC046D2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Exportar el sólido generado para el valle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B27E8015-CBA4-4916-AA39-5FA1DEC645C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1824" y="1863478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470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7 CuadroTexto"/>
          <p:cNvSpPr txBox="1"/>
          <p:nvPr/>
        </p:nvSpPr>
        <p:spPr>
          <a:xfrm>
            <a:off x="767407" y="1037603"/>
            <a:ext cx="4933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Añadir todas las líneas de corte definidas, esto garantiza que se exporten todos los límites de corredor.</a:t>
            </a:r>
          </a:p>
        </p:txBody>
      </p:sp>
      <p:sp>
        <p:nvSpPr>
          <p:cNvPr id="20" name="7 CuadroTexto"/>
          <p:cNvSpPr txBox="1"/>
          <p:nvPr/>
        </p:nvSpPr>
        <p:spPr>
          <a:xfrm>
            <a:off x="6490836" y="1037603"/>
            <a:ext cx="49841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Seleccionar la ruta para guardar el archivo, posteriormente abrirlo en AutoCAD.</a:t>
            </a:r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08" y="2099047"/>
            <a:ext cx="4933759" cy="3312368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0835" y="2065238"/>
            <a:ext cx="4984117" cy="3346177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D2A2E34C-27D0-4BD7-B88B-26FBF3EAA6A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8" name="1 Título">
            <a:extLst>
              <a:ext uri="{FF2B5EF4-FFF2-40B4-BE49-F238E27FC236}">
                <a16:creationId xmlns:a16="http://schemas.microsoft.com/office/drawing/2014/main" id="{B1B2493F-2F4F-4607-A720-F3BBCC5589D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Exportar el sólido generado para el valle</a:t>
            </a:r>
          </a:p>
        </p:txBody>
      </p:sp>
    </p:spTree>
    <p:extLst>
      <p:ext uri="{BB962C8B-B14F-4D97-AF65-F5344CB8AC3E}">
        <p14:creationId xmlns:p14="http://schemas.microsoft.com/office/powerpoint/2010/main" val="38955884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405169" y="3105834"/>
            <a:ext cx="33816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Exportar el sólido generado para el cauce sinuoso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D2A2E34C-27D0-4BD7-B88B-26FBF3EAA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958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4E50F673-73E2-4B92-B953-37039F8F6106}"/>
              </a:ext>
            </a:extLst>
          </p:cNvPr>
          <p:cNvSpPr/>
          <p:nvPr/>
        </p:nvSpPr>
        <p:spPr>
          <a:xfrm>
            <a:off x="1" y="1807008"/>
            <a:ext cx="12192000" cy="4142272"/>
          </a:xfrm>
          <a:prstGeom prst="rect">
            <a:avLst/>
          </a:prstGeom>
          <a:solidFill>
            <a:srgbClr val="2128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8" name="7 CuadroTexto"/>
          <p:cNvSpPr txBox="1"/>
          <p:nvPr/>
        </p:nvSpPr>
        <p:spPr>
          <a:xfrm>
            <a:off x="1523492" y="876233"/>
            <a:ext cx="91450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1. Partiendo del corredor generado </a:t>
            </a:r>
            <a:r>
              <a:rPr lang="pt-BR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/file/cad/civil/Civil3D_MDT_CorredorValleRio_v1.dwg 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el cauce sinuoso, se realiza la exportación a un nuevo archivo temporal de AutoCAD, de los objetos que lo componen, incluyendo las líneas de corte definidas anteriormente.</a:t>
            </a:r>
            <a:endParaRPr lang="es-CO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2"/>
          <a:srcRect l="2750" t="20936" r="24801" b="7857"/>
          <a:stretch/>
        </p:blipFill>
        <p:spPr>
          <a:xfrm>
            <a:off x="218531" y="1914234"/>
            <a:ext cx="7317629" cy="3897434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3"/>
          <a:srcRect l="24013" t="18046" r="13775" b="6427"/>
          <a:stretch/>
        </p:blipFill>
        <p:spPr>
          <a:xfrm>
            <a:off x="7536160" y="1892687"/>
            <a:ext cx="3750438" cy="3918980"/>
          </a:xfrm>
          <a:prstGeom prst="rect">
            <a:avLst/>
          </a:prstGeom>
        </p:spPr>
      </p:pic>
      <p:sp>
        <p:nvSpPr>
          <p:cNvPr id="13" name="1 Título">
            <a:extLst>
              <a:ext uri="{FF2B5EF4-FFF2-40B4-BE49-F238E27FC236}">
                <a16:creationId xmlns:a16="http://schemas.microsoft.com/office/drawing/2014/main" id="{79ADF789-07F9-4E5E-A79E-EFE43B5AAC2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Exportar el sólido generado para el cauce sinuoso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9563BD2E-29A9-4821-A3E7-04ABCD8E30D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529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7 CuadroTexto"/>
          <p:cNvSpPr txBox="1"/>
          <p:nvPr/>
        </p:nvSpPr>
        <p:spPr>
          <a:xfrm>
            <a:off x="407368" y="1268760"/>
            <a:ext cx="55169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Añadir todas las líneas de corte definidas, esto garantiza que se exporten todos los límites de corredor.</a:t>
            </a:r>
          </a:p>
        </p:txBody>
      </p:sp>
      <p:sp>
        <p:nvSpPr>
          <p:cNvPr id="20" name="7 CuadroTexto"/>
          <p:cNvSpPr txBox="1"/>
          <p:nvPr/>
        </p:nvSpPr>
        <p:spPr>
          <a:xfrm>
            <a:off x="6384032" y="1274777"/>
            <a:ext cx="55169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Seleccionar la ruta para guardar el archivo, posteriormente abrirlo en AutoCAD. Guardar el archivo como 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/file/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acad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 Civil3D_SolidoSinuoso_v1.dwg.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9" name="Imagen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4032" y="2099756"/>
            <a:ext cx="5516960" cy="3703911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68" y="2101352"/>
            <a:ext cx="5516962" cy="3703912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6EF874C-3264-4DC7-983A-6EA925050C9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8" name="1 Título">
            <a:extLst>
              <a:ext uri="{FF2B5EF4-FFF2-40B4-BE49-F238E27FC236}">
                <a16:creationId xmlns:a16="http://schemas.microsoft.com/office/drawing/2014/main" id="{75CDCA15-3608-40DD-97C6-9F2757F39DF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Exportar el sólido generado para el cauce sinuoso</a:t>
            </a:r>
          </a:p>
        </p:txBody>
      </p:sp>
    </p:spTree>
    <p:extLst>
      <p:ext uri="{BB962C8B-B14F-4D97-AF65-F5344CB8AC3E}">
        <p14:creationId xmlns:p14="http://schemas.microsoft.com/office/powerpoint/2010/main" val="1871683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071453" y="3105834"/>
            <a:ext cx="40490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Cortar las líneas del valle con el contorno del cauce sinuoso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D2A2E34C-27D0-4BD7-B88B-26FBF3EAA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8261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C9CA9236-87C3-4FF6-B388-CC56CF66EA79}"/>
              </a:ext>
            </a:extLst>
          </p:cNvPr>
          <p:cNvSpPr/>
          <p:nvPr/>
        </p:nvSpPr>
        <p:spPr>
          <a:xfrm>
            <a:off x="1" y="1903161"/>
            <a:ext cx="12192000" cy="3974111"/>
          </a:xfrm>
          <a:prstGeom prst="rect">
            <a:avLst/>
          </a:prstGeom>
          <a:solidFill>
            <a:srgbClr val="2128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8" name="7 CuadroTexto"/>
          <p:cNvSpPr txBox="1"/>
          <p:nvPr/>
        </p:nvSpPr>
        <p:spPr>
          <a:xfrm>
            <a:off x="4190783" y="1099307"/>
            <a:ext cx="37444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Generar el contorno del corredor del eje del valle y del cauce sinuoso. </a:t>
            </a: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9925" b="54521"/>
          <a:stretch/>
        </p:blipFill>
        <p:spPr>
          <a:xfrm>
            <a:off x="158335" y="1988840"/>
            <a:ext cx="5904656" cy="3762169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 rotWithShape="1">
          <a:blip r:embed="rId3"/>
          <a:srcRect l="5378" t="27601" r="57875" b="10800"/>
          <a:stretch/>
        </p:blipFill>
        <p:spPr>
          <a:xfrm>
            <a:off x="6254869" y="2492896"/>
            <a:ext cx="5803988" cy="2736304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C9CCF480-1F4F-4CE1-BEDA-AF8C037C74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3" name="1 Título">
            <a:extLst>
              <a:ext uri="{FF2B5EF4-FFF2-40B4-BE49-F238E27FC236}">
                <a16:creationId xmlns:a16="http://schemas.microsoft.com/office/drawing/2014/main" id="{0DB31D3E-579B-4F5F-9342-11E8522A00A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Cortar las líneas del valle con el contorno del cauce sinuoso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6AA76AB4-4313-4615-B745-2443BE0B57F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5720" y="384794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1245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68104658-E529-444C-B96F-3696FB063F24}"/>
              </a:ext>
            </a:extLst>
          </p:cNvPr>
          <p:cNvSpPr/>
          <p:nvPr/>
        </p:nvSpPr>
        <p:spPr>
          <a:xfrm>
            <a:off x="1" y="2475567"/>
            <a:ext cx="12192000" cy="2808312"/>
          </a:xfrm>
          <a:prstGeom prst="rect">
            <a:avLst/>
          </a:prstGeom>
          <a:solidFill>
            <a:srgbClr val="2128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0" name="7 CuadroTexto"/>
          <p:cNvSpPr txBox="1"/>
          <p:nvPr/>
        </p:nvSpPr>
        <p:spPr>
          <a:xfrm>
            <a:off x="672852" y="1107520"/>
            <a:ext cx="475252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Copiar y pegar el borde del corredor del cauce sinuoso en el archivo donde se exportaron las líneas del valle y recortar el valle. Guarde el archivo como 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/file/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acad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/Civil3D_MDT_ValleRio_v0.dwg.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0" name="7 CuadroTexto"/>
          <p:cNvSpPr txBox="1"/>
          <p:nvPr/>
        </p:nvSpPr>
        <p:spPr>
          <a:xfrm>
            <a:off x="7188939" y="1487332"/>
            <a:ext cx="41764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En el mismo archivo pegar los elementos que componen el cauce principal en el mismo archivo. </a:t>
            </a:r>
          </a:p>
        </p:txBody>
      </p:sp>
      <p:pic>
        <p:nvPicPr>
          <p:cNvPr id="9" name="Imagen 8"/>
          <p:cNvPicPr>
            <a:picLocks noChangeAspect="1"/>
          </p:cNvPicPr>
          <p:nvPr/>
        </p:nvPicPr>
        <p:blipFill rotWithShape="1">
          <a:blip r:embed="rId2"/>
          <a:srcRect l="9446" t="18047" r="4421" b="7879"/>
          <a:stretch/>
        </p:blipFill>
        <p:spPr>
          <a:xfrm>
            <a:off x="218257" y="2571912"/>
            <a:ext cx="5661719" cy="2639959"/>
          </a:xfrm>
          <a:prstGeom prst="rect">
            <a:avLst/>
          </a:prstGeom>
        </p:spPr>
      </p:pic>
      <p:pic>
        <p:nvPicPr>
          <p:cNvPr id="11" name="Imagen 10"/>
          <p:cNvPicPr>
            <a:picLocks noChangeAspect="1"/>
          </p:cNvPicPr>
          <p:nvPr/>
        </p:nvPicPr>
        <p:blipFill rotWithShape="1">
          <a:blip r:embed="rId3"/>
          <a:srcRect l="1964" t="18047" r="12201" b="7879"/>
          <a:stretch/>
        </p:blipFill>
        <p:spPr>
          <a:xfrm>
            <a:off x="6456040" y="2571912"/>
            <a:ext cx="5642265" cy="263995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C9CCF480-1F4F-4CE1-BEDA-AF8C037C74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4" name="1 Título">
            <a:extLst>
              <a:ext uri="{FF2B5EF4-FFF2-40B4-BE49-F238E27FC236}">
                <a16:creationId xmlns:a16="http://schemas.microsoft.com/office/drawing/2014/main" id="{BB8DEB64-9FC2-4DC4-8AD7-DD15EB44C94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Cortar las líneas del valle con el contorno del cauce sinuoso</a:t>
            </a:r>
          </a:p>
        </p:txBody>
      </p:sp>
    </p:spTree>
    <p:extLst>
      <p:ext uri="{BB962C8B-B14F-4D97-AF65-F5344CB8AC3E}">
        <p14:creationId xmlns:p14="http://schemas.microsoft.com/office/powerpoint/2010/main" val="28222305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237632" y="3105834"/>
            <a:ext cx="37167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4: Generación del modelo de terreno combinado para el canal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D2A2E34C-27D0-4BD7-B88B-26FBF3EAA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036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0DB768E3-D380-48F6-A902-EF88F8A25C44}"/>
              </a:ext>
            </a:extLst>
          </p:cNvPr>
          <p:cNvSpPr/>
          <p:nvPr/>
        </p:nvSpPr>
        <p:spPr>
          <a:xfrm>
            <a:off x="1" y="1700809"/>
            <a:ext cx="12192000" cy="4627631"/>
          </a:xfrm>
          <a:prstGeom prst="rect">
            <a:avLst/>
          </a:prstGeom>
          <a:solidFill>
            <a:srgbClr val="2128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8" name="7 CuadroTexto"/>
          <p:cNvSpPr txBox="1"/>
          <p:nvPr/>
        </p:nvSpPr>
        <p:spPr>
          <a:xfrm>
            <a:off x="2639616" y="864903"/>
            <a:ext cx="6768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Se recomienda que los elementos se encuentren en una misma capa, se deben eliminar los triángulos interpolados que no hagan parte del canal.</a:t>
            </a:r>
            <a:endParaRPr lang="es-CO" sz="1400" i="1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2"/>
          <a:srcRect l="1176" t="31109" r="2750" b="19483"/>
          <a:stretch/>
        </p:blipFill>
        <p:spPr>
          <a:xfrm>
            <a:off x="1631504" y="1700809"/>
            <a:ext cx="8784976" cy="2448273"/>
          </a:xfrm>
          <a:prstGeom prst="rect">
            <a:avLst/>
          </a:prstGeom>
        </p:spPr>
      </p:pic>
      <p:pic>
        <p:nvPicPr>
          <p:cNvPr id="12" name="Imagen 11"/>
          <p:cNvPicPr>
            <a:picLocks noChangeAspect="1"/>
          </p:cNvPicPr>
          <p:nvPr/>
        </p:nvPicPr>
        <p:blipFill rotWithShape="1">
          <a:blip r:embed="rId3"/>
          <a:srcRect l="1162" t="34876" r="2765" b="19690"/>
          <a:stretch/>
        </p:blipFill>
        <p:spPr>
          <a:xfrm>
            <a:off x="1631504" y="4077072"/>
            <a:ext cx="8784976" cy="225136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26E44880-8DC8-4081-BA85-7D940159C77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9" name="1 Título">
            <a:extLst>
              <a:ext uri="{FF2B5EF4-FFF2-40B4-BE49-F238E27FC236}">
                <a16:creationId xmlns:a16="http://schemas.microsoft.com/office/drawing/2014/main" id="{41077C07-F268-40DB-9C10-2DEB25A50F7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4: Generación del modelo de terreno combinado para el canal</a:t>
            </a:r>
          </a:p>
        </p:txBody>
      </p:sp>
    </p:spTree>
    <p:extLst>
      <p:ext uri="{BB962C8B-B14F-4D97-AF65-F5344CB8AC3E}">
        <p14:creationId xmlns:p14="http://schemas.microsoft.com/office/powerpoint/2010/main" val="17273476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841588" y="3244334"/>
            <a:ext cx="4508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5: Edición del modelo de terreno 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D2A2E34C-27D0-4BD7-B88B-26FBF3EAA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748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0F66F114-D3BF-4215-B43C-3D7E2E45A0AE}"/>
              </a:ext>
            </a:extLst>
          </p:cNvPr>
          <p:cNvSpPr/>
          <p:nvPr/>
        </p:nvSpPr>
        <p:spPr>
          <a:xfrm>
            <a:off x="1" y="1412777"/>
            <a:ext cx="12192000" cy="4464495"/>
          </a:xfrm>
          <a:prstGeom prst="rect">
            <a:avLst/>
          </a:prstGeom>
          <a:solidFill>
            <a:srgbClr val="2128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8" name="7 CuadroTexto"/>
          <p:cNvSpPr txBox="1"/>
          <p:nvPr/>
        </p:nvSpPr>
        <p:spPr>
          <a:xfrm>
            <a:off x="3197678" y="646779"/>
            <a:ext cx="579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Se debe seleccionar el estilo de modo tal que se muestren los triángulos y poder realizar la edición del TIN.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2"/>
          <a:srcRect l="23432" t="36331" r="15931" b="37511"/>
          <a:stretch/>
        </p:blipFill>
        <p:spPr>
          <a:xfrm>
            <a:off x="4520799" y="1640841"/>
            <a:ext cx="7480898" cy="1748781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81500" b="35436"/>
          <a:stretch/>
        </p:blipFill>
        <p:spPr>
          <a:xfrm>
            <a:off x="191344" y="1496824"/>
            <a:ext cx="4328414" cy="424847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4"/>
          <a:srcRect l="12988" t="31948" r="56300" b="40932"/>
          <a:stretch/>
        </p:blipFill>
        <p:spPr>
          <a:xfrm>
            <a:off x="4519757" y="3861048"/>
            <a:ext cx="7538367" cy="187220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5EE0C5AF-5DAF-4D4B-8F69-767B15C60AF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0" name="1 Título">
            <a:extLst>
              <a:ext uri="{FF2B5EF4-FFF2-40B4-BE49-F238E27FC236}">
                <a16:creationId xmlns:a16="http://schemas.microsoft.com/office/drawing/2014/main" id="{10B89DBB-3132-4CD4-A8A3-A55C7AE6BB5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5: Edición del modelo de terreno 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CBC5FED-E8DE-44D5-97A1-F1AE1A86D1B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664" y="2242159"/>
            <a:ext cx="360000" cy="3600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5A85CF19-1F8E-40A7-9830-3C449D24709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4312" y="2170212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413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7 CuadroTexto">
            <a:extLst>
              <a:ext uri="{FF2B5EF4-FFF2-40B4-BE49-F238E27FC236}">
                <a16:creationId xmlns:a16="http://schemas.microsoft.com/office/drawing/2014/main" id="{3572065F-81C1-454C-8E77-453E36FB65E9}"/>
              </a:ext>
            </a:extLst>
          </p:cNvPr>
          <p:cNvSpPr txBox="1"/>
          <p:nvPr/>
        </p:nvSpPr>
        <p:spPr>
          <a:xfrm>
            <a:off x="4331804" y="3305889"/>
            <a:ext cx="35283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dirty="0">
                <a:latin typeface="Segoe UI Light" panose="020B0502040204020203" pitchFamily="34" charset="0"/>
                <a:cs typeface="Segoe UI Light" panose="020B0502040204020203" pitchFamily="34" charset="0"/>
              </a:rPr>
              <a:t>Contenido creado por: baalkara@gmail.com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1E24590-5B37-4B8E-8E7F-7CC7FF0BA20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599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7037</TotalTime>
  <Words>569</Words>
  <Application>Microsoft Office PowerPoint</Application>
  <PresentationFormat>Widescreen</PresentationFormat>
  <Paragraphs>41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Segoe UI Light</vt:lpstr>
      <vt:lpstr>Wingdings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HCMC_2_4_3</dc:title>
  <dc:creator>master</dc:creator>
  <cp:lastModifiedBy>WILLIAM RICARDO AGUILAR PIÑA</cp:lastModifiedBy>
  <cp:revision>508</cp:revision>
  <dcterms:created xsi:type="dcterms:W3CDTF">2010-05-17T13:13:34Z</dcterms:created>
  <dcterms:modified xsi:type="dcterms:W3CDTF">2025-07-30T20:18:01Z</dcterms:modified>
</cp:coreProperties>
</file>