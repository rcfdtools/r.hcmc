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27" r:id="rId2"/>
    <p:sldId id="301" r:id="rId3"/>
    <p:sldId id="324" r:id="rId4"/>
    <p:sldId id="386" r:id="rId5"/>
    <p:sldId id="387" r:id="rId6"/>
    <p:sldId id="388" r:id="rId7"/>
    <p:sldId id="325" r:id="rId8"/>
    <p:sldId id="389" r:id="rId9"/>
    <p:sldId id="390" r:id="rId10"/>
    <p:sldId id="315" r:id="rId11"/>
    <p:sldId id="391" r:id="rId12"/>
    <p:sldId id="392" r:id="rId13"/>
    <p:sldId id="316" r:id="rId14"/>
    <p:sldId id="393" r:id="rId15"/>
    <p:sldId id="326" r:id="rId16"/>
    <p:sldId id="394"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212830"/>
    <a:srgbClr val="979797"/>
    <a:srgbClr val="9B9B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3" autoAdjust="0"/>
    <p:restoredTop sz="93623" autoAdjust="0"/>
  </p:normalViewPr>
  <p:slideViewPr>
    <p:cSldViewPr>
      <p:cViewPr varScale="1">
        <p:scale>
          <a:sx n="107" d="100"/>
          <a:sy n="107" d="100"/>
        </p:scale>
        <p:origin x="630" y="10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ABB17BE9-DCD4-4881-A135-7EAE530C9042}"/>
    <pc:docChg chg="undo custSel addSld delSld modSld modMainMaster">
      <pc:chgData name="WILLIAM RICARDO AGUILAR PIÑA" userId="25538c52-b196-49fc-9025-2dd86a54f18a" providerId="ADAL" clId="{ABB17BE9-DCD4-4881-A135-7EAE530C9042}" dt="2019-03-18T20:37:56.377" v="597" actId="6549"/>
      <pc:docMkLst>
        <pc:docMk/>
      </pc:docMkLst>
      <pc:sldChg chg="modSp del">
        <pc:chgData name="WILLIAM RICARDO AGUILAR PIÑA" userId="25538c52-b196-49fc-9025-2dd86a54f18a" providerId="ADAL" clId="{ABB17BE9-DCD4-4881-A135-7EAE530C9042}" dt="2019-03-18T20:10:24.282" v="31" actId="2696"/>
        <pc:sldMkLst>
          <pc:docMk/>
          <pc:sldMk cId="0" sldId="256"/>
        </pc:sldMkLst>
        <pc:spChg chg="mod">
          <ac:chgData name="WILLIAM RICARDO AGUILAR PIÑA" userId="25538c52-b196-49fc-9025-2dd86a54f18a" providerId="ADAL" clId="{ABB17BE9-DCD4-4881-A135-7EAE530C9042}" dt="2019-03-18T20:08:57.707" v="3"/>
          <ac:spMkLst>
            <pc:docMk/>
            <pc:sldMk cId="0" sldId="256"/>
            <ac:spMk id="4" creationId="{00000000-0000-0000-0000-000000000000}"/>
          </ac:spMkLst>
        </pc:spChg>
        <pc:spChg chg="mod">
          <ac:chgData name="WILLIAM RICARDO AGUILAR PIÑA" userId="25538c52-b196-49fc-9025-2dd86a54f18a" providerId="ADAL" clId="{ABB17BE9-DCD4-4881-A135-7EAE530C9042}" dt="2019-03-18T20:08:57.707" v="3"/>
          <ac:spMkLst>
            <pc:docMk/>
            <pc:sldMk cId="0" sldId="256"/>
            <ac:spMk id="7" creationId="{00000000-0000-0000-0000-000000000000}"/>
          </ac:spMkLst>
        </pc:spChg>
        <pc:spChg chg="mod">
          <ac:chgData name="WILLIAM RICARDO AGUILAR PIÑA" userId="25538c52-b196-49fc-9025-2dd86a54f18a" providerId="ADAL" clId="{ABB17BE9-DCD4-4881-A135-7EAE530C9042}" dt="2019-03-18T20:09:27.876" v="5"/>
          <ac:spMkLst>
            <pc:docMk/>
            <pc:sldMk cId="0" sldId="256"/>
            <ac:spMk id="8" creationId="{00000000-0000-0000-0000-000000000000}"/>
          </ac:spMkLst>
        </pc:spChg>
        <pc:spChg chg="mod">
          <ac:chgData name="WILLIAM RICARDO AGUILAR PIÑA" userId="25538c52-b196-49fc-9025-2dd86a54f18a" providerId="ADAL" clId="{ABB17BE9-DCD4-4881-A135-7EAE530C9042}" dt="2019-03-18T20:08:57.707" v="3"/>
          <ac:spMkLst>
            <pc:docMk/>
            <pc:sldMk cId="0" sldId="256"/>
            <ac:spMk id="22530" creationId="{00000000-0000-0000-0000-000000000000}"/>
          </ac:spMkLst>
        </pc:spChg>
      </pc:sldChg>
      <pc:sldChg chg="delSp modSp del">
        <pc:chgData name="WILLIAM RICARDO AGUILAR PIÑA" userId="25538c52-b196-49fc-9025-2dd86a54f18a" providerId="ADAL" clId="{ABB17BE9-DCD4-4881-A135-7EAE530C9042}" dt="2019-03-18T20:09:56.971" v="22" actId="2696"/>
        <pc:sldMkLst>
          <pc:docMk/>
          <pc:sldMk cId="1805327859" sldId="289"/>
        </pc:sldMkLst>
        <pc:spChg chg="del mod">
          <ac:chgData name="WILLIAM RICARDO AGUILAR PIÑA" userId="25538c52-b196-49fc-9025-2dd86a54f18a" providerId="ADAL" clId="{ABB17BE9-DCD4-4881-A135-7EAE530C9042}" dt="2019-03-18T20:09:48.720" v="13"/>
          <ac:spMkLst>
            <pc:docMk/>
            <pc:sldMk cId="1805327859" sldId="289"/>
            <ac:spMk id="8" creationId="{00000000-0000-0000-0000-000000000000}"/>
          </ac:spMkLst>
        </pc:spChg>
        <pc:spChg chg="mod">
          <ac:chgData name="WILLIAM RICARDO AGUILAR PIÑA" userId="25538c52-b196-49fc-9025-2dd86a54f18a" providerId="ADAL" clId="{ABB17BE9-DCD4-4881-A135-7EAE530C9042}" dt="2019-03-18T20:08:57.707" v="3"/>
          <ac:spMkLst>
            <pc:docMk/>
            <pc:sldMk cId="1805327859" sldId="289"/>
            <ac:spMk id="22530" creationId="{00000000-0000-0000-0000-000000000000}"/>
          </ac:spMkLst>
        </pc:spChg>
      </pc:sldChg>
      <pc:sldChg chg="addSp delSp modSp setBg">
        <pc:chgData name="WILLIAM RICARDO AGUILAR PIÑA" userId="25538c52-b196-49fc-9025-2dd86a54f18a" providerId="ADAL" clId="{ABB17BE9-DCD4-4881-A135-7EAE530C9042}" dt="2019-03-18T20:13:30.172" v="44"/>
        <pc:sldMkLst>
          <pc:docMk/>
          <pc:sldMk cId="2852190545" sldId="301"/>
        </pc:sldMkLst>
        <pc:spChg chg="mod">
          <ac:chgData name="WILLIAM RICARDO AGUILAR PIÑA" userId="25538c52-b196-49fc-9025-2dd86a54f18a" providerId="ADAL" clId="{ABB17BE9-DCD4-4881-A135-7EAE530C9042}" dt="2019-03-18T20:13:24.350" v="43" actId="1076"/>
          <ac:spMkLst>
            <pc:docMk/>
            <pc:sldMk cId="2852190545" sldId="301"/>
            <ac:spMk id="8" creationId="{00000000-0000-0000-0000-000000000000}"/>
          </ac:spMkLst>
        </pc:spChg>
        <pc:spChg chg="del mod">
          <ac:chgData name="WILLIAM RICARDO AGUILAR PIÑA" userId="25538c52-b196-49fc-9025-2dd86a54f18a" providerId="ADAL" clId="{ABB17BE9-DCD4-4881-A135-7EAE530C9042}" dt="2019-03-18T20:10:06.813" v="23" actId="478"/>
          <ac:spMkLst>
            <pc:docMk/>
            <pc:sldMk cId="2852190545" sldId="301"/>
            <ac:spMk id="22530" creationId="{00000000-0000-0000-0000-000000000000}"/>
          </ac:spMkLst>
        </pc:spChg>
        <pc:picChg chg="add">
          <ac:chgData name="WILLIAM RICARDO AGUILAR PIÑA" userId="25538c52-b196-49fc-9025-2dd86a54f18a" providerId="ADAL" clId="{ABB17BE9-DCD4-4881-A135-7EAE530C9042}" dt="2019-03-18T20:13:30.172" v="44"/>
          <ac:picMkLst>
            <pc:docMk/>
            <pc:sldMk cId="2852190545" sldId="301"/>
            <ac:picMk id="4" creationId="{BCEFCFFE-86B3-413D-A0C8-C4BE23178E2A}"/>
          </ac:picMkLst>
        </pc:picChg>
      </pc:sldChg>
      <pc:sldChg chg="delSp modSp del">
        <pc:chgData name="WILLIAM RICARDO AGUILAR PIÑA" userId="25538c52-b196-49fc-9025-2dd86a54f18a" providerId="ADAL" clId="{ABB17BE9-DCD4-4881-A135-7EAE530C9042}" dt="2019-03-18T20:10:20.532" v="30" actId="2696"/>
        <pc:sldMkLst>
          <pc:docMk/>
          <pc:sldMk cId="2186527381" sldId="313"/>
        </pc:sldMkLst>
        <pc:spChg chg="mod">
          <ac:chgData name="WILLIAM RICARDO AGUILAR PIÑA" userId="25538c52-b196-49fc-9025-2dd86a54f18a" providerId="ADAL" clId="{ABB17BE9-DCD4-4881-A135-7EAE530C9042}" dt="2019-03-18T20:08:57.707" v="3"/>
          <ac:spMkLst>
            <pc:docMk/>
            <pc:sldMk cId="2186527381" sldId="313"/>
            <ac:spMk id="7" creationId="{00000000-0000-0000-0000-000000000000}"/>
          </ac:spMkLst>
        </pc:spChg>
        <pc:spChg chg="del mod">
          <ac:chgData name="WILLIAM RICARDO AGUILAR PIÑA" userId="25538c52-b196-49fc-9025-2dd86a54f18a" providerId="ADAL" clId="{ABB17BE9-DCD4-4881-A135-7EAE530C9042}" dt="2019-03-18T20:10:18.879" v="29" actId="478"/>
          <ac:spMkLst>
            <pc:docMk/>
            <pc:sldMk cId="2186527381" sldId="313"/>
            <ac:spMk id="22530" creationId="{00000000-0000-0000-0000-000000000000}"/>
          </ac:spMkLst>
        </pc:spChg>
      </pc:sldChg>
      <pc:sldChg chg="addSp delSp modSp setBg">
        <pc:chgData name="WILLIAM RICARDO AGUILAR PIÑA" userId="25538c52-b196-49fc-9025-2dd86a54f18a" providerId="ADAL" clId="{ABB17BE9-DCD4-4881-A135-7EAE530C9042}" dt="2019-03-18T20:36:33.988" v="532" actId="1076"/>
        <pc:sldMkLst>
          <pc:docMk/>
          <pc:sldMk cId="3112124549" sldId="315"/>
        </pc:sldMkLst>
        <pc:spChg chg="mod">
          <ac:chgData name="WILLIAM RICARDO AGUILAR PIÑA" userId="25538c52-b196-49fc-9025-2dd86a54f18a" providerId="ADAL" clId="{ABB17BE9-DCD4-4881-A135-7EAE530C9042}" dt="2019-03-18T20:36:33.988" v="532" actId="1076"/>
          <ac:spMkLst>
            <pc:docMk/>
            <pc:sldMk cId="3112124549" sldId="315"/>
            <ac:spMk id="8" creationId="{00000000-0000-0000-0000-000000000000}"/>
          </ac:spMkLst>
        </pc:spChg>
        <pc:spChg chg="del mod">
          <ac:chgData name="WILLIAM RICARDO AGUILAR PIÑA" userId="25538c52-b196-49fc-9025-2dd86a54f18a" providerId="ADAL" clId="{ABB17BE9-DCD4-4881-A135-7EAE530C9042}" dt="2019-03-18T20:22:03.891" v="287" actId="478"/>
          <ac:spMkLst>
            <pc:docMk/>
            <pc:sldMk cId="3112124549" sldId="315"/>
            <ac:spMk id="10" creationId="{00000000-0000-0000-0000-000000000000}"/>
          </ac:spMkLst>
        </pc:spChg>
        <pc:spChg chg="add mod">
          <ac:chgData name="WILLIAM RICARDO AGUILAR PIÑA" userId="25538c52-b196-49fc-9025-2dd86a54f18a" providerId="ADAL" clId="{ABB17BE9-DCD4-4881-A135-7EAE530C9042}" dt="2019-03-18T20:26:14.667" v="377"/>
          <ac:spMkLst>
            <pc:docMk/>
            <pc:sldMk cId="3112124549" sldId="315"/>
            <ac:spMk id="13" creationId="{0DB31D3E-579B-4F5F-9342-11E8522A00A6}"/>
          </ac:spMkLst>
        </pc:spChg>
        <pc:spChg chg="add mod ord">
          <ac:chgData name="WILLIAM RICARDO AGUILAR PIÑA" userId="25538c52-b196-49fc-9025-2dd86a54f18a" providerId="ADAL" clId="{ABB17BE9-DCD4-4881-A135-7EAE530C9042}" dt="2019-03-18T20:33:20.722" v="499" actId="167"/>
          <ac:spMkLst>
            <pc:docMk/>
            <pc:sldMk cId="3112124549" sldId="315"/>
            <ac:spMk id="14" creationId="{C9CA9236-87C3-4FF6-B388-CC56CF66EA79}"/>
          </ac:spMkLst>
        </pc:spChg>
        <pc:spChg chg="del mod">
          <ac:chgData name="WILLIAM RICARDO AGUILAR PIÑA" userId="25538c52-b196-49fc-9025-2dd86a54f18a" providerId="ADAL" clId="{ABB17BE9-DCD4-4881-A135-7EAE530C9042}" dt="2019-03-18T20:22:03.891" v="287" actId="478"/>
          <ac:spMkLst>
            <pc:docMk/>
            <pc:sldMk cId="3112124549" sldId="315"/>
            <ac:spMk id="20" creationId="{00000000-0000-0000-0000-000000000000}"/>
          </ac:spMkLst>
        </pc:spChg>
        <pc:spChg chg="del mod">
          <ac:chgData name="WILLIAM RICARDO AGUILAR PIÑA" userId="25538c52-b196-49fc-9025-2dd86a54f18a" providerId="ADAL" clId="{ABB17BE9-DCD4-4881-A135-7EAE530C9042}" dt="2019-03-18T20:10:08.619" v="25" actId="478"/>
          <ac:spMkLst>
            <pc:docMk/>
            <pc:sldMk cId="3112124549" sldId="315"/>
            <ac:spMk id="22530" creationId="{00000000-0000-0000-0000-000000000000}"/>
          </ac:spMkLst>
        </pc:spChg>
        <pc:picChg chg="mod">
          <ac:chgData name="WILLIAM RICARDO AGUILAR PIÑA" userId="25538c52-b196-49fc-9025-2dd86a54f18a" providerId="ADAL" clId="{ABB17BE9-DCD4-4881-A135-7EAE530C9042}" dt="2019-03-18T20:33:27.173" v="500"/>
          <ac:picMkLst>
            <pc:docMk/>
            <pc:sldMk cId="3112124549" sldId="315"/>
            <ac:picMk id="5" creationId="{00000000-0000-0000-0000-000000000000}"/>
          </ac:picMkLst>
        </pc:picChg>
        <pc:picChg chg="mod modCrop">
          <ac:chgData name="WILLIAM RICARDO AGUILAR PIÑA" userId="25538c52-b196-49fc-9025-2dd86a54f18a" providerId="ADAL" clId="{ABB17BE9-DCD4-4881-A135-7EAE530C9042}" dt="2019-03-18T20:33:47.580" v="504" actId="14100"/>
          <ac:picMkLst>
            <pc:docMk/>
            <pc:sldMk cId="3112124549" sldId="315"/>
            <ac:picMk id="7" creationId="{00000000-0000-0000-0000-000000000000}"/>
          </ac:picMkLst>
        </pc:picChg>
        <pc:picChg chg="del mod">
          <ac:chgData name="WILLIAM RICARDO AGUILAR PIÑA" userId="25538c52-b196-49fc-9025-2dd86a54f18a" providerId="ADAL" clId="{ABB17BE9-DCD4-4881-A135-7EAE530C9042}" dt="2019-03-18T20:22:03.891" v="287" actId="478"/>
          <ac:picMkLst>
            <pc:docMk/>
            <pc:sldMk cId="3112124549" sldId="315"/>
            <ac:picMk id="9" creationId="{00000000-0000-0000-0000-000000000000}"/>
          </ac:picMkLst>
        </pc:picChg>
        <pc:picChg chg="del mod">
          <ac:chgData name="WILLIAM RICARDO AGUILAR PIÑA" userId="25538c52-b196-49fc-9025-2dd86a54f18a" providerId="ADAL" clId="{ABB17BE9-DCD4-4881-A135-7EAE530C9042}" dt="2019-03-18T20:22:03.891" v="287" actId="478"/>
          <ac:picMkLst>
            <pc:docMk/>
            <pc:sldMk cId="3112124549" sldId="315"/>
            <ac:picMk id="11" creationId="{00000000-0000-0000-0000-000000000000}"/>
          </ac:picMkLst>
        </pc:picChg>
        <pc:picChg chg="add">
          <ac:chgData name="WILLIAM RICARDO AGUILAR PIÑA" userId="25538c52-b196-49fc-9025-2dd86a54f18a" providerId="ADAL" clId="{ABB17BE9-DCD4-4881-A135-7EAE530C9042}" dt="2019-03-18T20:13:31.761" v="47"/>
          <ac:picMkLst>
            <pc:docMk/>
            <pc:sldMk cId="3112124549" sldId="315"/>
            <ac:picMk id="12" creationId="{C9CCF480-1F4F-4CE1-BEDA-AF8C037C74D1}"/>
          </ac:picMkLst>
        </pc:picChg>
        <pc:picChg chg="add mod">
          <ac:chgData name="WILLIAM RICARDO AGUILAR PIÑA" userId="25538c52-b196-49fc-9025-2dd86a54f18a" providerId="ADAL" clId="{ABB17BE9-DCD4-4881-A135-7EAE530C9042}" dt="2019-03-18T20:34:50.485" v="508" actId="1076"/>
          <ac:picMkLst>
            <pc:docMk/>
            <pc:sldMk cId="3112124549" sldId="315"/>
            <ac:picMk id="15" creationId="{6AA76AB4-4313-4615-B745-2443BE0B57F0}"/>
          </ac:picMkLst>
        </pc:picChg>
      </pc:sldChg>
      <pc:sldChg chg="addSp delSp modSp">
        <pc:chgData name="WILLIAM RICARDO AGUILAR PIÑA" userId="25538c52-b196-49fc-9025-2dd86a54f18a" providerId="ADAL" clId="{ABB17BE9-DCD4-4881-A135-7EAE530C9042}" dt="2019-03-18T20:35:21.907" v="518" actId="1076"/>
        <pc:sldMkLst>
          <pc:docMk/>
          <pc:sldMk cId="1727347664" sldId="316"/>
        </pc:sldMkLst>
        <pc:spChg chg="add mod ord">
          <ac:chgData name="WILLIAM RICARDO AGUILAR PIÑA" userId="25538c52-b196-49fc-9025-2dd86a54f18a" providerId="ADAL" clId="{ABB17BE9-DCD4-4881-A135-7EAE530C9042}" dt="2019-03-18T20:25:22.192" v="359" actId="167"/>
          <ac:spMkLst>
            <pc:docMk/>
            <pc:sldMk cId="1727347664" sldId="316"/>
            <ac:spMk id="7" creationId="{0DB768E3-D380-48F6-A902-EF88F8A25C44}"/>
          </ac:spMkLst>
        </pc:spChg>
        <pc:spChg chg="mod">
          <ac:chgData name="WILLIAM RICARDO AGUILAR PIÑA" userId="25538c52-b196-49fc-9025-2dd86a54f18a" providerId="ADAL" clId="{ABB17BE9-DCD4-4881-A135-7EAE530C9042}" dt="2019-03-18T20:35:21.907" v="518" actId="1076"/>
          <ac:spMkLst>
            <pc:docMk/>
            <pc:sldMk cId="1727347664" sldId="316"/>
            <ac:spMk id="8" creationId="{00000000-0000-0000-0000-000000000000}"/>
          </ac:spMkLst>
        </pc:spChg>
        <pc:spChg chg="add mod">
          <ac:chgData name="WILLIAM RICARDO AGUILAR PIÑA" userId="25538c52-b196-49fc-9025-2dd86a54f18a" providerId="ADAL" clId="{ABB17BE9-DCD4-4881-A135-7EAE530C9042}" dt="2019-03-18T20:26:33.485" v="380"/>
          <ac:spMkLst>
            <pc:docMk/>
            <pc:sldMk cId="1727347664" sldId="316"/>
            <ac:spMk id="9" creationId="{41077C07-F268-40DB-9C10-2DEB25A50F74}"/>
          </ac:spMkLst>
        </pc:spChg>
        <pc:spChg chg="del mod">
          <ac:chgData name="WILLIAM RICARDO AGUILAR PIÑA" userId="25538c52-b196-49fc-9025-2dd86a54f18a" providerId="ADAL" clId="{ABB17BE9-DCD4-4881-A135-7EAE530C9042}" dt="2019-03-18T20:10:15.885" v="27" actId="478"/>
          <ac:spMkLst>
            <pc:docMk/>
            <pc:sldMk cId="1727347664" sldId="316"/>
            <ac:spMk id="22530" creationId="{00000000-0000-0000-0000-000000000000}"/>
          </ac:spMkLst>
        </pc:spChg>
        <pc:picChg chg="mod">
          <ac:chgData name="WILLIAM RICARDO AGUILAR PIÑA" userId="25538c52-b196-49fc-9025-2dd86a54f18a" providerId="ADAL" clId="{ABB17BE9-DCD4-4881-A135-7EAE530C9042}" dt="2019-03-18T20:08:57.707" v="3"/>
          <ac:picMkLst>
            <pc:docMk/>
            <pc:sldMk cId="1727347664" sldId="316"/>
            <ac:picMk id="3" creationId="{00000000-0000-0000-0000-000000000000}"/>
          </ac:picMkLst>
        </pc:picChg>
        <pc:picChg chg="add">
          <ac:chgData name="WILLIAM RICARDO AGUILAR PIÑA" userId="25538c52-b196-49fc-9025-2dd86a54f18a" providerId="ADAL" clId="{ABB17BE9-DCD4-4881-A135-7EAE530C9042}" dt="2019-03-18T20:13:32.308" v="48"/>
          <ac:picMkLst>
            <pc:docMk/>
            <pc:sldMk cId="1727347664" sldId="316"/>
            <ac:picMk id="6" creationId="{26E44880-8DC8-4081-BA85-7D940159C771}"/>
          </ac:picMkLst>
        </pc:picChg>
        <pc:picChg chg="mod">
          <ac:chgData name="WILLIAM RICARDO AGUILAR PIÑA" userId="25538c52-b196-49fc-9025-2dd86a54f18a" providerId="ADAL" clId="{ABB17BE9-DCD4-4881-A135-7EAE530C9042}" dt="2019-03-18T20:08:57.707" v="3"/>
          <ac:picMkLst>
            <pc:docMk/>
            <pc:sldMk cId="1727347664" sldId="316"/>
            <ac:picMk id="12" creationId="{00000000-0000-0000-0000-000000000000}"/>
          </ac:picMkLst>
        </pc:picChg>
      </pc:sldChg>
      <pc:sldChg chg="addSp delSp modSp">
        <pc:chgData name="WILLIAM RICARDO AGUILAR PIÑA" userId="25538c52-b196-49fc-9025-2dd86a54f18a" providerId="ADAL" clId="{ABB17BE9-DCD4-4881-A135-7EAE530C9042}" dt="2019-03-18T20:32:31.488" v="486" actId="1076"/>
        <pc:sldMkLst>
          <pc:docMk/>
          <pc:sldMk cId="3812452904" sldId="324"/>
        </pc:sldMkLst>
        <pc:spChg chg="add del mod">
          <ac:chgData name="WILLIAM RICARDO AGUILAR PIÑA" userId="25538c52-b196-49fc-9025-2dd86a54f18a" providerId="ADAL" clId="{ABB17BE9-DCD4-4881-A135-7EAE530C9042}" dt="2019-03-18T20:32:31.488" v="486" actId="1076"/>
          <ac:spMkLst>
            <pc:docMk/>
            <pc:sldMk cId="3812452904" sldId="324"/>
            <ac:spMk id="8" creationId="{00000000-0000-0000-0000-000000000000}"/>
          </ac:spMkLst>
        </pc:spChg>
        <pc:spChg chg="add del mod">
          <ac:chgData name="WILLIAM RICARDO AGUILAR PIÑA" userId="25538c52-b196-49fc-9025-2dd86a54f18a" providerId="ADAL" clId="{ABB17BE9-DCD4-4881-A135-7EAE530C9042}" dt="2019-03-18T20:13:59.255" v="60" actId="478"/>
          <ac:spMkLst>
            <pc:docMk/>
            <pc:sldMk cId="3812452904" sldId="324"/>
            <ac:spMk id="10" creationId="{00000000-0000-0000-0000-000000000000}"/>
          </ac:spMkLst>
        </pc:spChg>
        <pc:spChg chg="add del">
          <ac:chgData name="WILLIAM RICARDO AGUILAR PIÑA" userId="25538c52-b196-49fc-9025-2dd86a54f18a" providerId="ADAL" clId="{ABB17BE9-DCD4-4881-A135-7EAE530C9042}" dt="2019-03-18T20:17:37.089" v="173" actId="478"/>
          <ac:spMkLst>
            <pc:docMk/>
            <pc:sldMk cId="3812452904" sldId="324"/>
            <ac:spMk id="13" creationId="{8AD20555-133D-47AC-9E62-683EC1A9D0DF}"/>
          </ac:spMkLst>
        </pc:spChg>
        <pc:spChg chg="add del mod">
          <ac:chgData name="WILLIAM RICARDO AGUILAR PIÑA" userId="25538c52-b196-49fc-9025-2dd86a54f18a" providerId="ADAL" clId="{ABB17BE9-DCD4-4881-A135-7EAE530C9042}" dt="2019-03-18T20:13:59.255" v="60" actId="478"/>
          <ac:spMkLst>
            <pc:docMk/>
            <pc:sldMk cId="3812452904" sldId="324"/>
            <ac:spMk id="20" creationId="{00000000-0000-0000-0000-000000000000}"/>
          </ac:spMkLst>
        </pc:spChg>
        <pc:spChg chg="del mod">
          <ac:chgData name="WILLIAM RICARDO AGUILAR PIÑA" userId="25538c52-b196-49fc-9025-2dd86a54f18a" providerId="ADAL" clId="{ABB17BE9-DCD4-4881-A135-7EAE530C9042}" dt="2019-03-18T20:10:07.973" v="24" actId="478"/>
          <ac:spMkLst>
            <pc:docMk/>
            <pc:sldMk cId="3812452904" sldId="324"/>
            <ac:spMk id="22530" creationId="{00000000-0000-0000-0000-000000000000}"/>
          </ac:spMkLst>
        </pc:spChg>
        <pc:picChg chg="add del mod">
          <ac:chgData name="WILLIAM RICARDO AGUILAR PIÑA" userId="25538c52-b196-49fc-9025-2dd86a54f18a" providerId="ADAL" clId="{ABB17BE9-DCD4-4881-A135-7EAE530C9042}" dt="2019-03-18T20:13:59.255" v="60" actId="478"/>
          <ac:picMkLst>
            <pc:docMk/>
            <pc:sldMk cId="3812452904" sldId="324"/>
            <ac:picMk id="5" creationId="{00000000-0000-0000-0000-000000000000}"/>
          </ac:picMkLst>
        </pc:picChg>
        <pc:picChg chg="add del mod">
          <ac:chgData name="WILLIAM RICARDO AGUILAR PIÑA" userId="25538c52-b196-49fc-9025-2dd86a54f18a" providerId="ADAL" clId="{ABB17BE9-DCD4-4881-A135-7EAE530C9042}" dt="2019-03-18T20:13:59.255" v="60" actId="478"/>
          <ac:picMkLst>
            <pc:docMk/>
            <pc:sldMk cId="3812452904" sldId="324"/>
            <ac:picMk id="7" creationId="{00000000-0000-0000-0000-000000000000}"/>
          </ac:picMkLst>
        </pc:picChg>
        <pc:picChg chg="add del mod">
          <ac:chgData name="WILLIAM RICARDO AGUILAR PIÑA" userId="25538c52-b196-49fc-9025-2dd86a54f18a" providerId="ADAL" clId="{ABB17BE9-DCD4-4881-A135-7EAE530C9042}" dt="2019-03-18T20:14:00.642" v="61" actId="478"/>
          <ac:picMkLst>
            <pc:docMk/>
            <pc:sldMk cId="3812452904" sldId="324"/>
            <ac:picMk id="9" creationId="{00000000-0000-0000-0000-000000000000}"/>
          </ac:picMkLst>
        </pc:picChg>
        <pc:picChg chg="add del mod">
          <ac:chgData name="WILLIAM RICARDO AGUILAR PIÑA" userId="25538c52-b196-49fc-9025-2dd86a54f18a" providerId="ADAL" clId="{ABB17BE9-DCD4-4881-A135-7EAE530C9042}" dt="2019-03-18T20:13:59.255" v="60" actId="478"/>
          <ac:picMkLst>
            <pc:docMk/>
            <pc:sldMk cId="3812452904" sldId="324"/>
            <ac:picMk id="11" creationId="{00000000-0000-0000-0000-000000000000}"/>
          </ac:picMkLst>
        </pc:picChg>
        <pc:picChg chg="add mod">
          <ac:chgData name="WILLIAM RICARDO AGUILAR PIÑA" userId="25538c52-b196-49fc-9025-2dd86a54f18a" providerId="ADAL" clId="{ABB17BE9-DCD4-4881-A135-7EAE530C9042}" dt="2019-03-18T20:13:43.289" v="53" actId="207"/>
          <ac:picMkLst>
            <pc:docMk/>
            <pc:sldMk cId="3812452904" sldId="324"/>
            <ac:picMk id="12" creationId="{D2A2E34C-27D0-4BD7-B88B-26FBF3EAA6AD}"/>
          </ac:picMkLst>
        </pc:picChg>
      </pc:sldChg>
      <pc:sldChg chg="addSp delSp modSp setBg">
        <pc:chgData name="WILLIAM RICARDO AGUILAR PIÑA" userId="25538c52-b196-49fc-9025-2dd86a54f18a" providerId="ADAL" clId="{ABB17BE9-DCD4-4881-A135-7EAE530C9042}" dt="2019-03-18T20:31:08.446" v="471" actId="1076"/>
        <pc:sldMkLst>
          <pc:docMk/>
          <pc:sldMk cId="1781529183" sldId="325"/>
        </pc:sldMkLst>
        <pc:spChg chg="add del">
          <ac:chgData name="WILLIAM RICARDO AGUILAR PIÑA" userId="25538c52-b196-49fc-9025-2dd86a54f18a" providerId="ADAL" clId="{ABB17BE9-DCD4-4881-A135-7EAE530C9042}" dt="2019-03-18T20:20:43.673" v="258"/>
          <ac:spMkLst>
            <pc:docMk/>
            <pc:sldMk cId="1781529183" sldId="325"/>
            <ac:spMk id="7" creationId="{9EF82974-BD30-4B0D-A9DB-E80B81180E5E}"/>
          </ac:spMkLst>
        </pc:spChg>
        <pc:spChg chg="mod">
          <ac:chgData name="WILLIAM RICARDO AGUILAR PIÑA" userId="25538c52-b196-49fc-9025-2dd86a54f18a" providerId="ADAL" clId="{ABB17BE9-DCD4-4881-A135-7EAE530C9042}" dt="2019-03-18T20:31:08.446" v="471" actId="1076"/>
          <ac:spMkLst>
            <pc:docMk/>
            <pc:sldMk cId="1781529183" sldId="325"/>
            <ac:spMk id="8" creationId="{00000000-0000-0000-0000-000000000000}"/>
          </ac:spMkLst>
        </pc:spChg>
        <pc:spChg chg="del mod">
          <ac:chgData name="WILLIAM RICARDO AGUILAR PIÑA" userId="25538c52-b196-49fc-9025-2dd86a54f18a" providerId="ADAL" clId="{ABB17BE9-DCD4-4881-A135-7EAE530C9042}" dt="2019-03-18T20:18:42.189" v="207" actId="478"/>
          <ac:spMkLst>
            <pc:docMk/>
            <pc:sldMk cId="1781529183" sldId="325"/>
            <ac:spMk id="10" creationId="{00000000-0000-0000-0000-000000000000}"/>
          </ac:spMkLst>
        </pc:spChg>
        <pc:spChg chg="add mod">
          <ac:chgData name="WILLIAM RICARDO AGUILAR PIÑA" userId="25538c52-b196-49fc-9025-2dd86a54f18a" providerId="ADAL" clId="{ABB17BE9-DCD4-4881-A135-7EAE530C9042}" dt="2019-03-18T20:31:02.641" v="469" actId="207"/>
          <ac:spMkLst>
            <pc:docMk/>
            <pc:sldMk cId="1781529183" sldId="325"/>
            <ac:spMk id="13" creationId="{79ADF789-07F9-4E5E-A79E-EFE43B5AAC27}"/>
          </ac:spMkLst>
        </pc:spChg>
        <pc:spChg chg="add mod ord">
          <ac:chgData name="WILLIAM RICARDO AGUILAR PIÑA" userId="25538c52-b196-49fc-9025-2dd86a54f18a" providerId="ADAL" clId="{ABB17BE9-DCD4-4881-A135-7EAE530C9042}" dt="2019-03-18T20:30:49.298" v="465" actId="167"/>
          <ac:spMkLst>
            <pc:docMk/>
            <pc:sldMk cId="1781529183" sldId="325"/>
            <ac:spMk id="16" creationId="{4E50F673-73E2-4B92-B953-37039F8F6106}"/>
          </ac:spMkLst>
        </pc:spChg>
        <pc:spChg chg="del mod">
          <ac:chgData name="WILLIAM RICARDO AGUILAR PIÑA" userId="25538c52-b196-49fc-9025-2dd86a54f18a" providerId="ADAL" clId="{ABB17BE9-DCD4-4881-A135-7EAE530C9042}" dt="2019-03-18T20:18:42.189" v="207" actId="478"/>
          <ac:spMkLst>
            <pc:docMk/>
            <pc:sldMk cId="1781529183" sldId="325"/>
            <ac:spMk id="20" creationId="{00000000-0000-0000-0000-000000000000}"/>
          </ac:spMkLst>
        </pc:spChg>
        <pc:spChg chg="del mod">
          <ac:chgData name="WILLIAM RICARDO AGUILAR PIÑA" userId="25538c52-b196-49fc-9025-2dd86a54f18a" providerId="ADAL" clId="{ABB17BE9-DCD4-4881-A135-7EAE530C9042}" dt="2019-03-18T20:10:13.008" v="26" actId="478"/>
          <ac:spMkLst>
            <pc:docMk/>
            <pc:sldMk cId="1781529183" sldId="325"/>
            <ac:spMk id="22530" creationId="{00000000-0000-0000-0000-000000000000}"/>
          </ac:spMkLst>
        </pc:spChg>
        <pc:picChg chg="mod">
          <ac:chgData name="WILLIAM RICARDO AGUILAR PIÑA" userId="25538c52-b196-49fc-9025-2dd86a54f18a" providerId="ADAL" clId="{ABB17BE9-DCD4-4881-A135-7EAE530C9042}" dt="2019-03-18T20:30:57.927" v="468" actId="14100"/>
          <ac:picMkLst>
            <pc:docMk/>
            <pc:sldMk cId="1781529183" sldId="325"/>
            <ac:picMk id="2" creationId="{00000000-0000-0000-0000-000000000000}"/>
          </ac:picMkLst>
        </pc:picChg>
        <pc:picChg chg="del mod">
          <ac:chgData name="WILLIAM RICARDO AGUILAR PIÑA" userId="25538c52-b196-49fc-9025-2dd86a54f18a" providerId="ADAL" clId="{ABB17BE9-DCD4-4881-A135-7EAE530C9042}" dt="2019-03-18T20:18:42.189" v="207" actId="478"/>
          <ac:picMkLst>
            <pc:docMk/>
            <pc:sldMk cId="1781529183" sldId="325"/>
            <ac:picMk id="3" creationId="{00000000-0000-0000-0000-000000000000}"/>
          </ac:picMkLst>
        </pc:picChg>
        <pc:picChg chg="mod">
          <ac:chgData name="WILLIAM RICARDO AGUILAR PIÑA" userId="25538c52-b196-49fc-9025-2dd86a54f18a" providerId="ADAL" clId="{ABB17BE9-DCD4-4881-A135-7EAE530C9042}" dt="2019-03-18T20:30:32.519" v="460" actId="1076"/>
          <ac:picMkLst>
            <pc:docMk/>
            <pc:sldMk cId="1781529183" sldId="325"/>
            <ac:picMk id="4" creationId="{00000000-0000-0000-0000-000000000000}"/>
          </ac:picMkLst>
        </pc:picChg>
        <pc:picChg chg="add del mod">
          <ac:chgData name="WILLIAM RICARDO AGUILAR PIÑA" userId="25538c52-b196-49fc-9025-2dd86a54f18a" providerId="ADAL" clId="{ABB17BE9-DCD4-4881-A135-7EAE530C9042}" dt="2019-03-18T20:30:03.782" v="454" actId="478"/>
          <ac:picMkLst>
            <pc:docMk/>
            <pc:sldMk cId="1781529183" sldId="325"/>
            <ac:picMk id="6" creationId="{96AB6926-1F93-4E5F-BC80-6A510B5A28FE}"/>
          </ac:picMkLst>
        </pc:picChg>
        <pc:picChg chg="del mod">
          <ac:chgData name="WILLIAM RICARDO AGUILAR PIÑA" userId="25538c52-b196-49fc-9025-2dd86a54f18a" providerId="ADAL" clId="{ABB17BE9-DCD4-4881-A135-7EAE530C9042}" dt="2019-03-18T20:18:42.189" v="207" actId="478"/>
          <ac:picMkLst>
            <pc:docMk/>
            <pc:sldMk cId="1781529183" sldId="325"/>
            <ac:picMk id="9" creationId="{00000000-0000-0000-0000-000000000000}"/>
          </ac:picMkLst>
        </pc:picChg>
        <pc:picChg chg="add del">
          <ac:chgData name="WILLIAM RICARDO AGUILAR PIÑA" userId="25538c52-b196-49fc-9025-2dd86a54f18a" providerId="ADAL" clId="{ABB17BE9-DCD4-4881-A135-7EAE530C9042}" dt="2019-03-18T20:19:19.087" v="222" actId="478"/>
          <ac:picMkLst>
            <pc:docMk/>
            <pc:sldMk cId="1781529183" sldId="325"/>
            <ac:picMk id="11" creationId="{66EF874C-3264-4DC7-983A-6EA925050C9D}"/>
          </ac:picMkLst>
        </pc:picChg>
        <pc:picChg chg="add">
          <ac:chgData name="WILLIAM RICARDO AGUILAR PIÑA" userId="25538c52-b196-49fc-9025-2dd86a54f18a" providerId="ADAL" clId="{ABB17BE9-DCD4-4881-A135-7EAE530C9042}" dt="2019-03-18T20:30:05.995" v="455"/>
          <ac:picMkLst>
            <pc:docMk/>
            <pc:sldMk cId="1781529183" sldId="325"/>
            <ac:picMk id="15" creationId="{9563BD2E-29A9-4821-A3E7-04ABCD8E30D5}"/>
          </ac:picMkLst>
        </pc:picChg>
      </pc:sldChg>
      <pc:sldChg chg="addSp delSp modSp">
        <pc:chgData name="WILLIAM RICARDO AGUILAR PIÑA" userId="25538c52-b196-49fc-9025-2dd86a54f18a" providerId="ADAL" clId="{ABB17BE9-DCD4-4881-A135-7EAE530C9042}" dt="2019-03-18T20:36:09.852" v="527" actId="1076"/>
        <pc:sldMkLst>
          <pc:docMk/>
          <pc:sldMk cId="755413060" sldId="326"/>
        </pc:sldMkLst>
        <pc:spChg chg="mod">
          <ac:chgData name="WILLIAM RICARDO AGUILAR PIÑA" userId="25538c52-b196-49fc-9025-2dd86a54f18a" providerId="ADAL" clId="{ABB17BE9-DCD4-4881-A135-7EAE530C9042}" dt="2019-03-18T20:36:09.852" v="527" actId="1076"/>
          <ac:spMkLst>
            <pc:docMk/>
            <pc:sldMk cId="755413060" sldId="326"/>
            <ac:spMk id="8" creationId="{00000000-0000-0000-0000-000000000000}"/>
          </ac:spMkLst>
        </pc:spChg>
        <pc:spChg chg="add mod ord">
          <ac:chgData name="WILLIAM RICARDO AGUILAR PIÑA" userId="25538c52-b196-49fc-9025-2dd86a54f18a" providerId="ADAL" clId="{ABB17BE9-DCD4-4881-A135-7EAE530C9042}" dt="2019-03-18T20:28:46.626" v="431" actId="14100"/>
          <ac:spMkLst>
            <pc:docMk/>
            <pc:sldMk cId="755413060" sldId="326"/>
            <ac:spMk id="9" creationId="{0F66F114-D3BF-4215-B43C-3D7E2E45A0AE}"/>
          </ac:spMkLst>
        </pc:spChg>
        <pc:spChg chg="add mod">
          <ac:chgData name="WILLIAM RICARDO AGUILAR PIÑA" userId="25538c52-b196-49fc-9025-2dd86a54f18a" providerId="ADAL" clId="{ABB17BE9-DCD4-4881-A135-7EAE530C9042}" dt="2019-03-18T20:29:39.940" v="450"/>
          <ac:spMkLst>
            <pc:docMk/>
            <pc:sldMk cId="755413060" sldId="326"/>
            <ac:spMk id="10" creationId="{10B89DBB-3132-4CD4-A8A3-A55C7AE6BB5B}"/>
          </ac:spMkLst>
        </pc:spChg>
        <pc:spChg chg="del mod">
          <ac:chgData name="WILLIAM RICARDO AGUILAR PIÑA" userId="25538c52-b196-49fc-9025-2dd86a54f18a" providerId="ADAL" clId="{ABB17BE9-DCD4-4881-A135-7EAE530C9042}" dt="2019-03-18T20:10:17.462" v="28" actId="478"/>
          <ac:spMkLst>
            <pc:docMk/>
            <pc:sldMk cId="755413060" sldId="326"/>
            <ac:spMk id="22530" creationId="{00000000-0000-0000-0000-000000000000}"/>
          </ac:spMkLst>
        </pc:spChg>
        <pc:picChg chg="mod">
          <ac:chgData name="WILLIAM RICARDO AGUILAR PIÑA" userId="25538c52-b196-49fc-9025-2dd86a54f18a" providerId="ADAL" clId="{ABB17BE9-DCD4-4881-A135-7EAE530C9042}" dt="2019-03-18T20:28:32.040" v="427" actId="1036"/>
          <ac:picMkLst>
            <pc:docMk/>
            <pc:sldMk cId="755413060" sldId="326"/>
            <ac:picMk id="2" creationId="{00000000-0000-0000-0000-000000000000}"/>
          </ac:picMkLst>
        </pc:picChg>
        <pc:picChg chg="mod">
          <ac:chgData name="WILLIAM RICARDO AGUILAR PIÑA" userId="25538c52-b196-49fc-9025-2dd86a54f18a" providerId="ADAL" clId="{ABB17BE9-DCD4-4881-A135-7EAE530C9042}" dt="2019-03-18T20:28:22.250" v="421"/>
          <ac:picMkLst>
            <pc:docMk/>
            <pc:sldMk cId="755413060" sldId="326"/>
            <ac:picMk id="4" creationId="{00000000-0000-0000-0000-000000000000}"/>
          </ac:picMkLst>
        </pc:picChg>
        <pc:picChg chg="mod modCrop">
          <ac:chgData name="WILLIAM RICARDO AGUILAR PIÑA" userId="25538c52-b196-49fc-9025-2dd86a54f18a" providerId="ADAL" clId="{ABB17BE9-DCD4-4881-A135-7EAE530C9042}" dt="2019-03-18T20:29:06.945" v="442" actId="14100"/>
          <ac:picMkLst>
            <pc:docMk/>
            <pc:sldMk cId="755413060" sldId="326"/>
            <ac:picMk id="5" creationId="{00000000-0000-0000-0000-000000000000}"/>
          </ac:picMkLst>
        </pc:picChg>
        <pc:picChg chg="add">
          <ac:chgData name="WILLIAM RICARDO AGUILAR PIÑA" userId="25538c52-b196-49fc-9025-2dd86a54f18a" providerId="ADAL" clId="{ABB17BE9-DCD4-4881-A135-7EAE530C9042}" dt="2019-03-18T20:13:32.893" v="49"/>
          <ac:picMkLst>
            <pc:docMk/>
            <pc:sldMk cId="755413060" sldId="326"/>
            <ac:picMk id="7" creationId="{5EE0C5AF-5DAF-4D4B-8F69-767B15C60AFD}"/>
          </ac:picMkLst>
        </pc:picChg>
        <pc:picChg chg="add mod">
          <ac:chgData name="WILLIAM RICARDO AGUILAR PIÑA" userId="25538c52-b196-49fc-9025-2dd86a54f18a" providerId="ADAL" clId="{ABB17BE9-DCD4-4881-A135-7EAE530C9042}" dt="2019-03-18T20:35:48.838" v="522" actId="1076"/>
          <ac:picMkLst>
            <pc:docMk/>
            <pc:sldMk cId="755413060" sldId="326"/>
            <ac:picMk id="11" creationId="{6CBC5FED-E8DE-44D5-97A1-F1AE1A86D1B5}"/>
          </ac:picMkLst>
        </pc:picChg>
        <pc:picChg chg="add mod">
          <ac:chgData name="WILLIAM RICARDO AGUILAR PIÑA" userId="25538c52-b196-49fc-9025-2dd86a54f18a" providerId="ADAL" clId="{ABB17BE9-DCD4-4881-A135-7EAE530C9042}" dt="2019-03-18T20:35:58.509" v="524" actId="1076"/>
          <ac:picMkLst>
            <pc:docMk/>
            <pc:sldMk cId="755413060" sldId="326"/>
            <ac:picMk id="12" creationId="{5A85CF19-1F8E-40A7-9830-3C449D247091}"/>
          </ac:picMkLst>
        </pc:picChg>
      </pc:sldChg>
      <pc:sldChg chg="modSp add">
        <pc:chgData name="WILLIAM RICARDO AGUILAR PIÑA" userId="25538c52-b196-49fc-9025-2dd86a54f18a" providerId="ADAL" clId="{ABB17BE9-DCD4-4881-A135-7EAE530C9042}" dt="2019-03-18T20:09:41.626" v="10" actId="20577"/>
        <pc:sldMkLst>
          <pc:docMk/>
          <pc:sldMk cId="0" sldId="327"/>
        </pc:sldMkLst>
        <pc:spChg chg="mod">
          <ac:chgData name="WILLIAM RICARDO AGUILAR PIÑA" userId="25538c52-b196-49fc-9025-2dd86a54f18a" providerId="ADAL" clId="{ABB17BE9-DCD4-4881-A135-7EAE530C9042}" dt="2019-03-18T20:09:41.626" v="10" actId="20577"/>
          <ac:spMkLst>
            <pc:docMk/>
            <pc:sldMk cId="0" sldId="327"/>
            <ac:spMk id="9" creationId="{3072C985-1B9B-4BDD-9204-91D61E909C9C}"/>
          </ac:spMkLst>
        </pc:spChg>
        <pc:spChg chg="mod">
          <ac:chgData name="WILLIAM RICARDO AGUILAR PIÑA" userId="25538c52-b196-49fc-9025-2dd86a54f18a" providerId="ADAL" clId="{ABB17BE9-DCD4-4881-A135-7EAE530C9042}" dt="2019-03-18T20:09:34.166" v="8" actId="6549"/>
          <ac:spMkLst>
            <pc:docMk/>
            <pc:sldMk cId="0" sldId="327"/>
            <ac:spMk id="17" creationId="{CF602DD4-6CD6-45A5-8387-11EC9AEA487E}"/>
          </ac:spMkLst>
        </pc:spChg>
      </pc:sldChg>
      <pc:sldChg chg="del">
        <pc:chgData name="WILLIAM RICARDO AGUILAR PIÑA" userId="25538c52-b196-49fc-9025-2dd86a54f18a" providerId="ADAL" clId="{ABB17BE9-DCD4-4881-A135-7EAE530C9042}" dt="2019-03-18T20:08:49.953" v="0" actId="2696"/>
        <pc:sldMkLst>
          <pc:docMk/>
          <pc:sldMk cId="1100490243" sldId="335"/>
        </pc:sldMkLst>
      </pc:sldChg>
      <pc:sldChg chg="addSp delSp modSp add">
        <pc:chgData name="WILLIAM RICARDO AGUILAR PIÑA" userId="25538c52-b196-49fc-9025-2dd86a54f18a" providerId="ADAL" clId="{ABB17BE9-DCD4-4881-A135-7EAE530C9042}" dt="2019-03-18T20:37:56.377" v="597" actId="6549"/>
        <pc:sldMkLst>
          <pc:docMk/>
          <pc:sldMk cId="1616861817" sldId="385"/>
        </pc:sldMkLst>
        <pc:spChg chg="mod">
          <ac:chgData name="WILLIAM RICARDO AGUILAR PIÑA" userId="25538c52-b196-49fc-9025-2dd86a54f18a" providerId="ADAL" clId="{ABB17BE9-DCD4-4881-A135-7EAE530C9042}" dt="2019-03-18T20:37:56.377" v="597" actId="6549"/>
          <ac:spMkLst>
            <pc:docMk/>
            <pc:sldMk cId="1616861817" sldId="385"/>
            <ac:spMk id="6" creationId="{3572065F-81C1-454C-8E77-453E36FB65E9}"/>
          </ac:spMkLst>
        </pc:spChg>
        <pc:picChg chg="add del">
          <ac:chgData name="WILLIAM RICARDO AGUILAR PIÑA" userId="25538c52-b196-49fc-9025-2dd86a54f18a" providerId="ADAL" clId="{ABB17BE9-DCD4-4881-A135-7EAE530C9042}" dt="2019-03-18T20:13:34.477" v="51" actId="478"/>
          <ac:picMkLst>
            <pc:docMk/>
            <pc:sldMk cId="1616861817" sldId="385"/>
            <ac:picMk id="5" creationId="{5BC7406E-BDDE-45CB-8A27-414892AA0A7D}"/>
          </ac:picMkLst>
        </pc:picChg>
      </pc:sldChg>
      <pc:sldChg chg="addSp delSp modSp add">
        <pc:chgData name="WILLIAM RICARDO AGUILAR PIÑA" userId="25538c52-b196-49fc-9025-2dd86a54f18a" providerId="ADAL" clId="{ABB17BE9-DCD4-4881-A135-7EAE530C9042}" dt="2019-03-18T20:34:10.964" v="506" actId="1076"/>
        <pc:sldMkLst>
          <pc:docMk/>
          <pc:sldMk cId="2165470487" sldId="386"/>
        </pc:sldMkLst>
        <pc:spChg chg="mod">
          <ac:chgData name="WILLIAM RICARDO AGUILAR PIÑA" userId="25538c52-b196-49fc-9025-2dd86a54f18a" providerId="ADAL" clId="{ABB17BE9-DCD4-4881-A135-7EAE530C9042}" dt="2019-03-18T20:31:56.219" v="479" actId="1076"/>
          <ac:spMkLst>
            <pc:docMk/>
            <pc:sldMk cId="2165470487" sldId="386"/>
            <ac:spMk id="8" creationId="{00000000-0000-0000-0000-000000000000}"/>
          </ac:spMkLst>
        </pc:spChg>
        <pc:spChg chg="del mod">
          <ac:chgData name="WILLIAM RICARDO AGUILAR PIÑA" userId="25538c52-b196-49fc-9025-2dd86a54f18a" providerId="ADAL" clId="{ABB17BE9-DCD4-4881-A135-7EAE530C9042}" dt="2019-03-18T20:16:14.815" v="133" actId="478"/>
          <ac:spMkLst>
            <pc:docMk/>
            <pc:sldMk cId="2165470487" sldId="386"/>
            <ac:spMk id="10" creationId="{00000000-0000-0000-0000-000000000000}"/>
          </ac:spMkLst>
        </pc:spChg>
        <pc:spChg chg="add mod">
          <ac:chgData name="WILLIAM RICARDO AGUILAR PIÑA" userId="25538c52-b196-49fc-9025-2dd86a54f18a" providerId="ADAL" clId="{ABB17BE9-DCD4-4881-A135-7EAE530C9042}" dt="2019-03-18T20:17:44.813" v="175"/>
          <ac:spMkLst>
            <pc:docMk/>
            <pc:sldMk cId="2165470487" sldId="386"/>
            <ac:spMk id="13" creationId="{B8F12243-D1FB-4EFC-AF50-AACEAC046D21}"/>
          </ac:spMkLst>
        </pc:spChg>
        <pc:spChg chg="add mod ord">
          <ac:chgData name="WILLIAM RICARDO AGUILAR PIÑA" userId="25538c52-b196-49fc-9025-2dd86a54f18a" providerId="ADAL" clId="{ABB17BE9-DCD4-4881-A135-7EAE530C9042}" dt="2019-03-18T20:31:59.573" v="480" actId="14100"/>
          <ac:spMkLst>
            <pc:docMk/>
            <pc:sldMk cId="2165470487" sldId="386"/>
            <ac:spMk id="14" creationId="{EF2738B5-992F-4729-BFF2-AA0C549060E4}"/>
          </ac:spMkLst>
        </pc:spChg>
        <pc:spChg chg="del mod">
          <ac:chgData name="WILLIAM RICARDO AGUILAR PIÑA" userId="25538c52-b196-49fc-9025-2dd86a54f18a" providerId="ADAL" clId="{ABB17BE9-DCD4-4881-A135-7EAE530C9042}" dt="2019-03-18T20:16:14.815" v="133" actId="478"/>
          <ac:spMkLst>
            <pc:docMk/>
            <pc:sldMk cId="2165470487" sldId="386"/>
            <ac:spMk id="20" creationId="{00000000-0000-0000-0000-000000000000}"/>
          </ac:spMkLst>
        </pc:spChg>
        <pc:picChg chg="mod">
          <ac:chgData name="WILLIAM RICARDO AGUILAR PIÑA" userId="25538c52-b196-49fc-9025-2dd86a54f18a" providerId="ADAL" clId="{ABB17BE9-DCD4-4881-A135-7EAE530C9042}" dt="2019-03-18T20:32:06.971" v="482" actId="14100"/>
          <ac:picMkLst>
            <pc:docMk/>
            <pc:sldMk cId="2165470487" sldId="386"/>
            <ac:picMk id="5" creationId="{00000000-0000-0000-0000-000000000000}"/>
          </ac:picMkLst>
        </pc:picChg>
        <pc:picChg chg="del mod">
          <ac:chgData name="WILLIAM RICARDO AGUILAR PIÑA" userId="25538c52-b196-49fc-9025-2dd86a54f18a" providerId="ADAL" clId="{ABB17BE9-DCD4-4881-A135-7EAE530C9042}" dt="2019-03-18T20:16:14.815" v="133" actId="478"/>
          <ac:picMkLst>
            <pc:docMk/>
            <pc:sldMk cId="2165470487" sldId="386"/>
            <ac:picMk id="7" creationId="{00000000-0000-0000-0000-000000000000}"/>
          </ac:picMkLst>
        </pc:picChg>
        <pc:picChg chg="del mod">
          <ac:chgData name="WILLIAM RICARDO AGUILAR PIÑA" userId="25538c52-b196-49fc-9025-2dd86a54f18a" providerId="ADAL" clId="{ABB17BE9-DCD4-4881-A135-7EAE530C9042}" dt="2019-03-18T20:16:14.815" v="133" actId="478"/>
          <ac:picMkLst>
            <pc:docMk/>
            <pc:sldMk cId="2165470487" sldId="386"/>
            <ac:picMk id="9" creationId="{00000000-0000-0000-0000-000000000000}"/>
          </ac:picMkLst>
        </pc:picChg>
        <pc:picChg chg="mod">
          <ac:chgData name="WILLIAM RICARDO AGUILAR PIÑA" userId="25538c52-b196-49fc-9025-2dd86a54f18a" providerId="ADAL" clId="{ABB17BE9-DCD4-4881-A135-7EAE530C9042}" dt="2019-03-18T20:32:09.086" v="483" actId="1076"/>
          <ac:picMkLst>
            <pc:docMk/>
            <pc:sldMk cId="2165470487" sldId="386"/>
            <ac:picMk id="11" creationId="{00000000-0000-0000-0000-000000000000}"/>
          </ac:picMkLst>
        </pc:picChg>
        <pc:picChg chg="add mod">
          <ac:chgData name="WILLIAM RICARDO AGUILAR PIÑA" userId="25538c52-b196-49fc-9025-2dd86a54f18a" providerId="ADAL" clId="{ABB17BE9-DCD4-4881-A135-7EAE530C9042}" dt="2019-03-18T20:34:10.964" v="506" actId="1076"/>
          <ac:picMkLst>
            <pc:docMk/>
            <pc:sldMk cId="2165470487" sldId="386"/>
            <ac:picMk id="15" creationId="{B27E8015-CBA4-4916-AA39-5FA1DEC645CF}"/>
          </ac:picMkLst>
        </pc:picChg>
      </pc:sldChg>
      <pc:sldChg chg="addSp delSp modSp add">
        <pc:chgData name="WILLIAM RICARDO AGUILAR PIÑA" userId="25538c52-b196-49fc-9025-2dd86a54f18a" providerId="ADAL" clId="{ABB17BE9-DCD4-4881-A135-7EAE530C9042}" dt="2019-03-18T20:29:54.462" v="453" actId="20577"/>
        <pc:sldMkLst>
          <pc:docMk/>
          <pc:sldMk cId="3895588443" sldId="387"/>
        </pc:sldMkLst>
        <pc:spChg chg="del">
          <ac:chgData name="WILLIAM RICARDO AGUILAR PIÑA" userId="25538c52-b196-49fc-9025-2dd86a54f18a" providerId="ADAL" clId="{ABB17BE9-DCD4-4881-A135-7EAE530C9042}" dt="2019-03-18T20:16:55.341" v="158" actId="478"/>
          <ac:spMkLst>
            <pc:docMk/>
            <pc:sldMk cId="3895588443" sldId="387"/>
            <ac:spMk id="8" creationId="{00000000-0000-0000-0000-000000000000}"/>
          </ac:spMkLst>
        </pc:spChg>
        <pc:spChg chg="mod">
          <ac:chgData name="WILLIAM RICARDO AGUILAR PIÑA" userId="25538c52-b196-49fc-9025-2dd86a54f18a" providerId="ADAL" clId="{ABB17BE9-DCD4-4881-A135-7EAE530C9042}" dt="2019-03-18T20:17:10.297" v="165" actId="14100"/>
          <ac:spMkLst>
            <pc:docMk/>
            <pc:sldMk cId="3895588443" sldId="387"/>
            <ac:spMk id="10" creationId="{00000000-0000-0000-0000-000000000000}"/>
          </ac:spMkLst>
        </pc:spChg>
        <pc:spChg chg="add">
          <ac:chgData name="WILLIAM RICARDO AGUILAR PIÑA" userId="25538c52-b196-49fc-9025-2dd86a54f18a" providerId="ADAL" clId="{ABB17BE9-DCD4-4881-A135-7EAE530C9042}" dt="2019-03-18T20:17:47.051" v="176"/>
          <ac:spMkLst>
            <pc:docMk/>
            <pc:sldMk cId="3895588443" sldId="387"/>
            <ac:spMk id="13" creationId="{4D88DCFE-2209-4567-A554-3E4A244A9F95}"/>
          </ac:spMkLst>
        </pc:spChg>
        <pc:spChg chg="mod">
          <ac:chgData name="WILLIAM RICARDO AGUILAR PIÑA" userId="25538c52-b196-49fc-9025-2dd86a54f18a" providerId="ADAL" clId="{ABB17BE9-DCD4-4881-A135-7EAE530C9042}" dt="2019-03-18T20:29:54.462" v="453" actId="20577"/>
          <ac:spMkLst>
            <pc:docMk/>
            <pc:sldMk cId="3895588443" sldId="387"/>
            <ac:spMk id="20" creationId="{00000000-0000-0000-0000-000000000000}"/>
          </ac:spMkLst>
        </pc:spChg>
        <pc:picChg chg="del">
          <ac:chgData name="WILLIAM RICARDO AGUILAR PIÑA" userId="25538c52-b196-49fc-9025-2dd86a54f18a" providerId="ADAL" clId="{ABB17BE9-DCD4-4881-A135-7EAE530C9042}" dt="2019-03-18T20:16:55.341" v="158" actId="478"/>
          <ac:picMkLst>
            <pc:docMk/>
            <pc:sldMk cId="3895588443" sldId="387"/>
            <ac:picMk id="5" creationId="{00000000-0000-0000-0000-000000000000}"/>
          </ac:picMkLst>
        </pc:picChg>
        <pc:picChg chg="mod">
          <ac:chgData name="WILLIAM RICARDO AGUILAR PIÑA" userId="25538c52-b196-49fc-9025-2dd86a54f18a" providerId="ADAL" clId="{ABB17BE9-DCD4-4881-A135-7EAE530C9042}" dt="2019-03-18T20:17:06.070" v="163" actId="1076"/>
          <ac:picMkLst>
            <pc:docMk/>
            <pc:sldMk cId="3895588443" sldId="387"/>
            <ac:picMk id="7" creationId="{00000000-0000-0000-0000-000000000000}"/>
          </ac:picMkLst>
        </pc:picChg>
        <pc:picChg chg="mod">
          <ac:chgData name="WILLIAM RICARDO AGUILAR PIÑA" userId="25538c52-b196-49fc-9025-2dd86a54f18a" providerId="ADAL" clId="{ABB17BE9-DCD4-4881-A135-7EAE530C9042}" dt="2019-03-18T20:17:24.250" v="170" actId="1076"/>
          <ac:picMkLst>
            <pc:docMk/>
            <pc:sldMk cId="3895588443" sldId="387"/>
            <ac:picMk id="9" creationId="{00000000-0000-0000-0000-000000000000}"/>
          </ac:picMkLst>
        </pc:picChg>
        <pc:picChg chg="del">
          <ac:chgData name="WILLIAM RICARDO AGUILAR PIÑA" userId="25538c52-b196-49fc-9025-2dd86a54f18a" providerId="ADAL" clId="{ABB17BE9-DCD4-4881-A135-7EAE530C9042}" dt="2019-03-18T20:16:55.341" v="158" actId="478"/>
          <ac:picMkLst>
            <pc:docMk/>
            <pc:sldMk cId="3895588443" sldId="387"/>
            <ac:picMk id="11" creationId="{00000000-0000-0000-0000-000000000000}"/>
          </ac:picMkLst>
        </pc:picChg>
      </pc:sldChg>
      <pc:sldChg chg="modSp add">
        <pc:chgData name="WILLIAM RICARDO AGUILAR PIÑA" userId="25538c52-b196-49fc-9025-2dd86a54f18a" providerId="ADAL" clId="{ABB17BE9-DCD4-4881-A135-7EAE530C9042}" dt="2019-03-18T20:32:48.110" v="489" actId="1076"/>
        <pc:sldMkLst>
          <pc:docMk/>
          <pc:sldMk cId="1687958692" sldId="388"/>
        </pc:sldMkLst>
        <pc:spChg chg="mod">
          <ac:chgData name="WILLIAM RICARDO AGUILAR PIÑA" userId="25538c52-b196-49fc-9025-2dd86a54f18a" providerId="ADAL" clId="{ABB17BE9-DCD4-4881-A135-7EAE530C9042}" dt="2019-03-18T20:32:48.110" v="489" actId="1076"/>
          <ac:spMkLst>
            <pc:docMk/>
            <pc:sldMk cId="1687958692" sldId="388"/>
            <ac:spMk id="8" creationId="{00000000-0000-0000-0000-000000000000}"/>
          </ac:spMkLst>
        </pc:spChg>
      </pc:sldChg>
      <pc:sldChg chg="add del">
        <pc:chgData name="WILLIAM RICARDO AGUILAR PIÑA" userId="25538c52-b196-49fc-9025-2dd86a54f18a" providerId="ADAL" clId="{ABB17BE9-DCD4-4881-A135-7EAE530C9042}" dt="2019-03-18T20:18:22.805" v="197" actId="2696"/>
        <pc:sldMkLst>
          <pc:docMk/>
          <pc:sldMk cId="404837343" sldId="389"/>
        </pc:sldMkLst>
      </pc:sldChg>
      <pc:sldChg chg="addSp delSp modSp add">
        <pc:chgData name="WILLIAM RICARDO AGUILAR PIÑA" userId="25538c52-b196-49fc-9025-2dd86a54f18a" providerId="ADAL" clId="{ABB17BE9-DCD4-4881-A135-7EAE530C9042}" dt="2019-03-18T20:33:01.517" v="492" actId="20577"/>
        <pc:sldMkLst>
          <pc:docMk/>
          <pc:sldMk cId="1871683691" sldId="389"/>
        </pc:sldMkLst>
        <pc:spChg chg="del">
          <ac:chgData name="WILLIAM RICARDO AGUILAR PIÑA" userId="25538c52-b196-49fc-9025-2dd86a54f18a" providerId="ADAL" clId="{ABB17BE9-DCD4-4881-A135-7EAE530C9042}" dt="2019-03-18T20:19:37.523" v="226" actId="478"/>
          <ac:spMkLst>
            <pc:docMk/>
            <pc:sldMk cId="1871683691" sldId="389"/>
            <ac:spMk id="8" creationId="{00000000-0000-0000-0000-000000000000}"/>
          </ac:spMkLst>
        </pc:spChg>
        <pc:spChg chg="mod">
          <ac:chgData name="WILLIAM RICARDO AGUILAR PIÑA" userId="25538c52-b196-49fc-9025-2dd86a54f18a" providerId="ADAL" clId="{ABB17BE9-DCD4-4881-A135-7EAE530C9042}" dt="2019-03-18T20:20:16.769" v="251" actId="14100"/>
          <ac:spMkLst>
            <pc:docMk/>
            <pc:sldMk cId="1871683691" sldId="389"/>
            <ac:spMk id="10" creationId="{00000000-0000-0000-0000-000000000000}"/>
          </ac:spMkLst>
        </pc:spChg>
        <pc:spChg chg="add mod">
          <ac:chgData name="WILLIAM RICARDO AGUILAR PIÑA" userId="25538c52-b196-49fc-9025-2dd86a54f18a" providerId="ADAL" clId="{ABB17BE9-DCD4-4881-A135-7EAE530C9042}" dt="2019-03-18T20:20:55.973" v="261"/>
          <ac:spMkLst>
            <pc:docMk/>
            <pc:sldMk cId="1871683691" sldId="389"/>
            <ac:spMk id="12" creationId="{6493D73D-F78D-40CF-963B-CF1A0580D5FF}"/>
          </ac:spMkLst>
        </pc:spChg>
        <pc:spChg chg="mod">
          <ac:chgData name="WILLIAM RICARDO AGUILAR PIÑA" userId="25538c52-b196-49fc-9025-2dd86a54f18a" providerId="ADAL" clId="{ABB17BE9-DCD4-4881-A135-7EAE530C9042}" dt="2019-03-18T20:33:01.517" v="492" actId="20577"/>
          <ac:spMkLst>
            <pc:docMk/>
            <pc:sldMk cId="1871683691" sldId="389"/>
            <ac:spMk id="20" creationId="{00000000-0000-0000-0000-000000000000}"/>
          </ac:spMkLst>
        </pc:spChg>
        <pc:picChg chg="del">
          <ac:chgData name="WILLIAM RICARDO AGUILAR PIÑA" userId="25538c52-b196-49fc-9025-2dd86a54f18a" providerId="ADAL" clId="{ABB17BE9-DCD4-4881-A135-7EAE530C9042}" dt="2019-03-18T20:19:37.523" v="226" actId="478"/>
          <ac:picMkLst>
            <pc:docMk/>
            <pc:sldMk cId="1871683691" sldId="389"/>
            <ac:picMk id="2" creationId="{00000000-0000-0000-0000-000000000000}"/>
          </ac:picMkLst>
        </pc:picChg>
        <pc:picChg chg="mod">
          <ac:chgData name="WILLIAM RICARDO AGUILAR PIÑA" userId="25538c52-b196-49fc-9025-2dd86a54f18a" providerId="ADAL" clId="{ABB17BE9-DCD4-4881-A135-7EAE530C9042}" dt="2019-03-18T20:20:11.438" v="249" actId="1037"/>
          <ac:picMkLst>
            <pc:docMk/>
            <pc:sldMk cId="1871683691" sldId="389"/>
            <ac:picMk id="3" creationId="{00000000-0000-0000-0000-000000000000}"/>
          </ac:picMkLst>
        </pc:picChg>
        <pc:picChg chg="del">
          <ac:chgData name="WILLIAM RICARDO AGUILAR PIÑA" userId="25538c52-b196-49fc-9025-2dd86a54f18a" providerId="ADAL" clId="{ABB17BE9-DCD4-4881-A135-7EAE530C9042}" dt="2019-03-18T20:19:37.523" v="226" actId="478"/>
          <ac:picMkLst>
            <pc:docMk/>
            <pc:sldMk cId="1871683691" sldId="389"/>
            <ac:picMk id="4" creationId="{00000000-0000-0000-0000-000000000000}"/>
          </ac:picMkLst>
        </pc:picChg>
        <pc:picChg chg="mod">
          <ac:chgData name="WILLIAM RICARDO AGUILAR PIÑA" userId="25538c52-b196-49fc-9025-2dd86a54f18a" providerId="ADAL" clId="{ABB17BE9-DCD4-4881-A135-7EAE530C9042}" dt="2019-03-18T20:20:07.144" v="246" actId="1037"/>
          <ac:picMkLst>
            <pc:docMk/>
            <pc:sldMk cId="1871683691" sldId="389"/>
            <ac:picMk id="9" creationId="{00000000-0000-0000-0000-000000000000}"/>
          </ac:picMkLst>
        </pc:picChg>
      </pc:sldChg>
      <pc:sldChg chg="addSp delSp modSp add">
        <pc:chgData name="WILLIAM RICARDO AGUILAR PIÑA" userId="25538c52-b196-49fc-9025-2dd86a54f18a" providerId="ADAL" clId="{ABB17BE9-DCD4-4881-A135-7EAE530C9042}" dt="2019-03-18T20:33:09.415" v="495" actId="1076"/>
        <pc:sldMkLst>
          <pc:docMk/>
          <pc:sldMk cId="3820826146" sldId="390"/>
        </pc:sldMkLst>
        <pc:spChg chg="add del">
          <ac:chgData name="WILLIAM RICARDO AGUILAR PIÑA" userId="25538c52-b196-49fc-9025-2dd86a54f18a" providerId="ADAL" clId="{ABB17BE9-DCD4-4881-A135-7EAE530C9042}" dt="2019-03-18T20:26:05.860" v="375" actId="478"/>
          <ac:spMkLst>
            <pc:docMk/>
            <pc:sldMk cId="3820826146" sldId="390"/>
            <ac:spMk id="4" creationId="{58047176-7855-4649-BAC1-D282638A8504}"/>
          </ac:spMkLst>
        </pc:spChg>
        <pc:spChg chg="mod">
          <ac:chgData name="WILLIAM RICARDO AGUILAR PIÑA" userId="25538c52-b196-49fc-9025-2dd86a54f18a" providerId="ADAL" clId="{ABB17BE9-DCD4-4881-A135-7EAE530C9042}" dt="2019-03-18T20:33:09.415" v="495" actId="1076"/>
          <ac:spMkLst>
            <pc:docMk/>
            <pc:sldMk cId="3820826146" sldId="390"/>
            <ac:spMk id="8" creationId="{00000000-0000-0000-0000-000000000000}"/>
          </ac:spMkLst>
        </pc:spChg>
      </pc:sldChg>
      <pc:sldChg chg="addSp delSp modSp add">
        <pc:chgData name="WILLIAM RICARDO AGUILAR PIÑA" userId="25538c52-b196-49fc-9025-2dd86a54f18a" providerId="ADAL" clId="{ABB17BE9-DCD4-4881-A135-7EAE530C9042}" dt="2019-03-18T20:36:39.846" v="536" actId="1035"/>
        <pc:sldMkLst>
          <pc:docMk/>
          <pc:sldMk cId="2822230567" sldId="391"/>
        </pc:sldMkLst>
        <pc:spChg chg="add mod ord">
          <ac:chgData name="WILLIAM RICARDO AGUILAR PIÑA" userId="25538c52-b196-49fc-9025-2dd86a54f18a" providerId="ADAL" clId="{ABB17BE9-DCD4-4881-A135-7EAE530C9042}" dt="2019-03-18T20:36:39.846" v="536" actId="1035"/>
          <ac:spMkLst>
            <pc:docMk/>
            <pc:sldMk cId="2822230567" sldId="391"/>
            <ac:spMk id="2" creationId="{68104658-E529-444C-B96F-3696FB063F24}"/>
          </ac:spMkLst>
        </pc:spChg>
        <pc:spChg chg="del mod">
          <ac:chgData name="WILLIAM RICARDO AGUILAR PIÑA" userId="25538c52-b196-49fc-9025-2dd86a54f18a" providerId="ADAL" clId="{ABB17BE9-DCD4-4881-A135-7EAE530C9042}" dt="2019-03-18T20:22:59.891" v="305" actId="478"/>
          <ac:spMkLst>
            <pc:docMk/>
            <pc:sldMk cId="2822230567" sldId="391"/>
            <ac:spMk id="8" creationId="{00000000-0000-0000-0000-000000000000}"/>
          </ac:spMkLst>
        </pc:spChg>
        <pc:spChg chg="mod">
          <ac:chgData name="WILLIAM RICARDO AGUILAR PIÑA" userId="25538c52-b196-49fc-9025-2dd86a54f18a" providerId="ADAL" clId="{ABB17BE9-DCD4-4881-A135-7EAE530C9042}" dt="2019-03-18T20:36:39.846" v="536" actId="1035"/>
          <ac:spMkLst>
            <pc:docMk/>
            <pc:sldMk cId="2822230567" sldId="391"/>
            <ac:spMk id="10" creationId="{00000000-0000-0000-0000-000000000000}"/>
          </ac:spMkLst>
        </pc:spChg>
        <pc:spChg chg="add">
          <ac:chgData name="WILLIAM RICARDO AGUILAR PIÑA" userId="25538c52-b196-49fc-9025-2dd86a54f18a" providerId="ADAL" clId="{ABB17BE9-DCD4-4881-A135-7EAE530C9042}" dt="2019-03-18T20:26:17.645" v="378"/>
          <ac:spMkLst>
            <pc:docMk/>
            <pc:sldMk cId="2822230567" sldId="391"/>
            <ac:spMk id="13" creationId="{4E255BBB-C5B8-41C6-81B1-E4C627EC7E63}"/>
          </ac:spMkLst>
        </pc:spChg>
        <pc:spChg chg="mod">
          <ac:chgData name="WILLIAM RICARDO AGUILAR PIÑA" userId="25538c52-b196-49fc-9025-2dd86a54f18a" providerId="ADAL" clId="{ABB17BE9-DCD4-4881-A135-7EAE530C9042}" dt="2019-03-18T20:36:39.846" v="536" actId="1035"/>
          <ac:spMkLst>
            <pc:docMk/>
            <pc:sldMk cId="2822230567" sldId="391"/>
            <ac:spMk id="20" creationId="{00000000-0000-0000-0000-000000000000}"/>
          </ac:spMkLst>
        </pc:spChg>
        <pc:picChg chg="del mod">
          <ac:chgData name="WILLIAM RICARDO AGUILAR PIÑA" userId="25538c52-b196-49fc-9025-2dd86a54f18a" providerId="ADAL" clId="{ABB17BE9-DCD4-4881-A135-7EAE530C9042}" dt="2019-03-18T20:22:59.891" v="305" actId="478"/>
          <ac:picMkLst>
            <pc:docMk/>
            <pc:sldMk cId="2822230567" sldId="391"/>
            <ac:picMk id="5" creationId="{00000000-0000-0000-0000-000000000000}"/>
          </ac:picMkLst>
        </pc:picChg>
        <pc:picChg chg="del">
          <ac:chgData name="WILLIAM RICARDO AGUILAR PIÑA" userId="25538c52-b196-49fc-9025-2dd86a54f18a" providerId="ADAL" clId="{ABB17BE9-DCD4-4881-A135-7EAE530C9042}" dt="2019-03-18T20:22:59.891" v="305" actId="478"/>
          <ac:picMkLst>
            <pc:docMk/>
            <pc:sldMk cId="2822230567" sldId="391"/>
            <ac:picMk id="7" creationId="{00000000-0000-0000-0000-000000000000}"/>
          </ac:picMkLst>
        </pc:picChg>
        <pc:picChg chg="mod">
          <ac:chgData name="WILLIAM RICARDO AGUILAR PIÑA" userId="25538c52-b196-49fc-9025-2dd86a54f18a" providerId="ADAL" clId="{ABB17BE9-DCD4-4881-A135-7EAE530C9042}" dt="2019-03-18T20:36:39.846" v="536" actId="1035"/>
          <ac:picMkLst>
            <pc:docMk/>
            <pc:sldMk cId="2822230567" sldId="391"/>
            <ac:picMk id="9" creationId="{00000000-0000-0000-0000-000000000000}"/>
          </ac:picMkLst>
        </pc:picChg>
        <pc:picChg chg="mod">
          <ac:chgData name="WILLIAM RICARDO AGUILAR PIÑA" userId="25538c52-b196-49fc-9025-2dd86a54f18a" providerId="ADAL" clId="{ABB17BE9-DCD4-4881-A135-7EAE530C9042}" dt="2019-03-18T20:36:39.846" v="536" actId="1035"/>
          <ac:picMkLst>
            <pc:docMk/>
            <pc:sldMk cId="2822230567" sldId="391"/>
            <ac:picMk id="11" creationId="{00000000-0000-0000-0000-000000000000}"/>
          </ac:picMkLst>
        </pc:picChg>
      </pc:sldChg>
      <pc:sldChg chg="modSp add">
        <pc:chgData name="WILLIAM RICARDO AGUILAR PIÑA" userId="25538c52-b196-49fc-9025-2dd86a54f18a" providerId="ADAL" clId="{ABB17BE9-DCD4-4881-A135-7EAE530C9042}" dt="2019-03-18T20:35:01.384" v="511" actId="1076"/>
        <pc:sldMkLst>
          <pc:docMk/>
          <pc:sldMk cId="3162036040" sldId="392"/>
        </pc:sldMkLst>
        <pc:spChg chg="mod">
          <ac:chgData name="WILLIAM RICARDO AGUILAR PIÑA" userId="25538c52-b196-49fc-9025-2dd86a54f18a" providerId="ADAL" clId="{ABB17BE9-DCD4-4881-A135-7EAE530C9042}" dt="2019-03-18T20:35:01.384" v="511" actId="1076"/>
          <ac:spMkLst>
            <pc:docMk/>
            <pc:sldMk cId="3162036040" sldId="392"/>
            <ac:spMk id="8" creationId="{00000000-0000-0000-0000-000000000000}"/>
          </ac:spMkLst>
        </pc:spChg>
      </pc:sldChg>
      <pc:sldChg chg="modSp add">
        <pc:chgData name="WILLIAM RICARDO AGUILAR PIÑA" userId="25538c52-b196-49fc-9025-2dd86a54f18a" providerId="ADAL" clId="{ABB17BE9-DCD4-4881-A135-7EAE530C9042}" dt="2019-03-18T20:35:31.867" v="520" actId="1076"/>
        <pc:sldMkLst>
          <pc:docMk/>
          <pc:sldMk cId="1341748494" sldId="393"/>
        </pc:sldMkLst>
        <pc:spChg chg="mod">
          <ac:chgData name="WILLIAM RICARDO AGUILAR PIÑA" userId="25538c52-b196-49fc-9025-2dd86a54f18a" providerId="ADAL" clId="{ABB17BE9-DCD4-4881-A135-7EAE530C9042}" dt="2019-03-18T20:35:31.867" v="520" actId="1076"/>
          <ac:spMkLst>
            <pc:docMk/>
            <pc:sldMk cId="1341748494" sldId="393"/>
            <ac:spMk id="8" creationId="{00000000-0000-0000-0000-000000000000}"/>
          </ac:spMkLst>
        </pc:spChg>
      </pc:sldChg>
      <pc:sldMasterChg chg="modSp setBg modSldLayout">
        <pc:chgData name="WILLIAM RICARDO AGUILAR PIÑA" userId="25538c52-b196-49fc-9025-2dd86a54f18a" providerId="ADAL" clId="{ABB17BE9-DCD4-4881-A135-7EAE530C9042}" dt="2019-03-18T20:08:57.707" v="3"/>
        <pc:sldMasterMkLst>
          <pc:docMk/>
          <pc:sldMasterMk cId="0" sldId="2147483648"/>
        </pc:sldMasterMkLst>
        <pc:spChg chg="mod">
          <ac:chgData name="WILLIAM RICARDO AGUILAR PIÑA" userId="25538c52-b196-49fc-9025-2dd86a54f18a" providerId="ADAL" clId="{ABB17BE9-DCD4-4881-A135-7EAE530C9042}" dt="2019-03-18T20:08:57.707" v="3"/>
          <ac:spMkLst>
            <pc:docMk/>
            <pc:sldMasterMk cId="0" sldId="2147483648"/>
            <ac:spMk id="2"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ac:spMk id="3"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ac:spMk id="4"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ac:spMk id="5"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ac:spMk id="6" creationId="{00000000-0000-0000-0000-000000000000}"/>
          </ac:spMkLst>
        </pc:spChg>
        <pc:sldLayoutChg chg="modSp setBg">
          <pc:chgData name="WILLIAM RICARDO AGUILAR PIÑA" userId="25538c52-b196-49fc-9025-2dd86a54f18a" providerId="ADAL" clId="{ABB17BE9-DCD4-4881-A135-7EAE530C9042}" dt="2019-03-18T20:08:57.707" v="3"/>
          <pc:sldLayoutMkLst>
            <pc:docMk/>
            <pc:sldMasterMk cId="0" sldId="2147483648"/>
            <pc:sldLayoutMk cId="0" sldId="2147483649"/>
          </pc:sldLayoutMkLst>
          <pc:spChg chg="mod">
            <ac:chgData name="WILLIAM RICARDO AGUILAR PIÑA" userId="25538c52-b196-49fc-9025-2dd86a54f18a" providerId="ADAL" clId="{ABB17BE9-DCD4-4881-A135-7EAE530C9042}" dt="2019-03-18T20:08:57.707" v="3"/>
            <ac:spMkLst>
              <pc:docMk/>
              <pc:sldMasterMk cId="0" sldId="2147483648"/>
              <pc:sldLayoutMk cId="0" sldId="2147483649"/>
              <ac:spMk id="2"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49"/>
              <ac:spMk id="3" creationId="{00000000-0000-0000-0000-000000000000}"/>
            </ac:spMkLst>
          </pc:spChg>
        </pc:sldLayoutChg>
        <pc:sldLayoutChg chg="setBg">
          <pc:chgData name="WILLIAM RICARDO AGUILAR PIÑA" userId="25538c52-b196-49fc-9025-2dd86a54f18a" providerId="ADAL" clId="{ABB17BE9-DCD4-4881-A135-7EAE530C9042}" dt="2019-03-18T20:08:55.083" v="2"/>
          <pc:sldLayoutMkLst>
            <pc:docMk/>
            <pc:sldMasterMk cId="0" sldId="2147483648"/>
            <pc:sldLayoutMk cId="0" sldId="2147483650"/>
          </pc:sldLayoutMkLst>
        </pc:sldLayoutChg>
        <pc:sldLayoutChg chg="modSp setBg">
          <pc:chgData name="WILLIAM RICARDO AGUILAR PIÑA" userId="25538c52-b196-49fc-9025-2dd86a54f18a" providerId="ADAL" clId="{ABB17BE9-DCD4-4881-A135-7EAE530C9042}" dt="2019-03-18T20:08:57.707" v="3"/>
          <pc:sldLayoutMkLst>
            <pc:docMk/>
            <pc:sldMasterMk cId="0" sldId="2147483648"/>
            <pc:sldLayoutMk cId="0" sldId="2147483651"/>
          </pc:sldLayoutMkLst>
          <pc:spChg chg="mod">
            <ac:chgData name="WILLIAM RICARDO AGUILAR PIÑA" userId="25538c52-b196-49fc-9025-2dd86a54f18a" providerId="ADAL" clId="{ABB17BE9-DCD4-4881-A135-7EAE530C9042}" dt="2019-03-18T20:08:57.707" v="3"/>
            <ac:spMkLst>
              <pc:docMk/>
              <pc:sldMasterMk cId="0" sldId="2147483648"/>
              <pc:sldLayoutMk cId="0" sldId="2147483651"/>
              <ac:spMk id="2"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1"/>
              <ac:spMk id="3" creationId="{00000000-0000-0000-0000-000000000000}"/>
            </ac:spMkLst>
          </pc:spChg>
        </pc:sldLayoutChg>
        <pc:sldLayoutChg chg="modSp setBg">
          <pc:chgData name="WILLIAM RICARDO AGUILAR PIÑA" userId="25538c52-b196-49fc-9025-2dd86a54f18a" providerId="ADAL" clId="{ABB17BE9-DCD4-4881-A135-7EAE530C9042}" dt="2019-03-18T20:08:57.707" v="3"/>
          <pc:sldLayoutMkLst>
            <pc:docMk/>
            <pc:sldMasterMk cId="0" sldId="2147483648"/>
            <pc:sldLayoutMk cId="0" sldId="2147483652"/>
          </pc:sldLayoutMkLst>
          <pc:spChg chg="mod">
            <ac:chgData name="WILLIAM RICARDO AGUILAR PIÑA" userId="25538c52-b196-49fc-9025-2dd86a54f18a" providerId="ADAL" clId="{ABB17BE9-DCD4-4881-A135-7EAE530C9042}" dt="2019-03-18T20:08:57.707" v="3"/>
            <ac:spMkLst>
              <pc:docMk/>
              <pc:sldMasterMk cId="0" sldId="2147483648"/>
              <pc:sldLayoutMk cId="0" sldId="2147483652"/>
              <ac:spMk id="3"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2"/>
              <ac:spMk id="4" creationId="{00000000-0000-0000-0000-000000000000}"/>
            </ac:spMkLst>
          </pc:spChg>
        </pc:sldLayoutChg>
        <pc:sldLayoutChg chg="modSp setBg">
          <pc:chgData name="WILLIAM RICARDO AGUILAR PIÑA" userId="25538c52-b196-49fc-9025-2dd86a54f18a" providerId="ADAL" clId="{ABB17BE9-DCD4-4881-A135-7EAE530C9042}" dt="2019-03-18T20:08:57.707" v="3"/>
          <pc:sldLayoutMkLst>
            <pc:docMk/>
            <pc:sldMasterMk cId="0" sldId="2147483648"/>
            <pc:sldLayoutMk cId="0" sldId="2147483653"/>
          </pc:sldLayoutMkLst>
          <pc:spChg chg="mod">
            <ac:chgData name="WILLIAM RICARDO AGUILAR PIÑA" userId="25538c52-b196-49fc-9025-2dd86a54f18a" providerId="ADAL" clId="{ABB17BE9-DCD4-4881-A135-7EAE530C9042}" dt="2019-03-18T20:08:57.707" v="3"/>
            <ac:spMkLst>
              <pc:docMk/>
              <pc:sldMasterMk cId="0" sldId="2147483648"/>
              <pc:sldLayoutMk cId="0" sldId="2147483653"/>
              <ac:spMk id="3"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3"/>
              <ac:spMk id="4"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3"/>
              <ac:spMk id="5"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3"/>
              <ac:spMk id="6" creationId="{00000000-0000-0000-0000-000000000000}"/>
            </ac:spMkLst>
          </pc:spChg>
        </pc:sldLayoutChg>
        <pc:sldLayoutChg chg="setBg">
          <pc:chgData name="WILLIAM RICARDO AGUILAR PIÑA" userId="25538c52-b196-49fc-9025-2dd86a54f18a" providerId="ADAL" clId="{ABB17BE9-DCD4-4881-A135-7EAE530C9042}" dt="2019-03-18T20:08:55.083" v="2"/>
          <pc:sldLayoutMkLst>
            <pc:docMk/>
            <pc:sldMasterMk cId="0" sldId="2147483648"/>
            <pc:sldLayoutMk cId="0" sldId="2147483654"/>
          </pc:sldLayoutMkLst>
        </pc:sldLayoutChg>
        <pc:sldLayoutChg chg="setBg">
          <pc:chgData name="WILLIAM RICARDO AGUILAR PIÑA" userId="25538c52-b196-49fc-9025-2dd86a54f18a" providerId="ADAL" clId="{ABB17BE9-DCD4-4881-A135-7EAE530C9042}" dt="2019-03-18T20:08:55.083" v="2"/>
          <pc:sldLayoutMkLst>
            <pc:docMk/>
            <pc:sldMasterMk cId="0" sldId="2147483648"/>
            <pc:sldLayoutMk cId="0" sldId="2147483655"/>
          </pc:sldLayoutMkLst>
        </pc:sldLayoutChg>
        <pc:sldLayoutChg chg="modSp setBg">
          <pc:chgData name="WILLIAM RICARDO AGUILAR PIÑA" userId="25538c52-b196-49fc-9025-2dd86a54f18a" providerId="ADAL" clId="{ABB17BE9-DCD4-4881-A135-7EAE530C9042}" dt="2019-03-18T20:08:57.707" v="3"/>
          <pc:sldLayoutMkLst>
            <pc:docMk/>
            <pc:sldMasterMk cId="0" sldId="2147483648"/>
            <pc:sldLayoutMk cId="0" sldId="2147483656"/>
          </pc:sldLayoutMkLst>
          <pc:spChg chg="mod">
            <ac:chgData name="WILLIAM RICARDO AGUILAR PIÑA" userId="25538c52-b196-49fc-9025-2dd86a54f18a" providerId="ADAL" clId="{ABB17BE9-DCD4-4881-A135-7EAE530C9042}" dt="2019-03-18T20:08:57.707" v="3"/>
            <ac:spMkLst>
              <pc:docMk/>
              <pc:sldMasterMk cId="0" sldId="2147483648"/>
              <pc:sldLayoutMk cId="0" sldId="2147483656"/>
              <ac:spMk id="2"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6"/>
              <ac:spMk id="3"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6"/>
              <ac:spMk id="4" creationId="{00000000-0000-0000-0000-000000000000}"/>
            </ac:spMkLst>
          </pc:spChg>
        </pc:sldLayoutChg>
        <pc:sldLayoutChg chg="modSp setBg">
          <pc:chgData name="WILLIAM RICARDO AGUILAR PIÑA" userId="25538c52-b196-49fc-9025-2dd86a54f18a" providerId="ADAL" clId="{ABB17BE9-DCD4-4881-A135-7EAE530C9042}" dt="2019-03-18T20:08:57.707" v="3"/>
          <pc:sldLayoutMkLst>
            <pc:docMk/>
            <pc:sldMasterMk cId="0" sldId="2147483648"/>
            <pc:sldLayoutMk cId="0" sldId="2147483657"/>
          </pc:sldLayoutMkLst>
          <pc:spChg chg="mod">
            <ac:chgData name="WILLIAM RICARDO AGUILAR PIÑA" userId="25538c52-b196-49fc-9025-2dd86a54f18a" providerId="ADAL" clId="{ABB17BE9-DCD4-4881-A135-7EAE530C9042}" dt="2019-03-18T20:08:57.707" v="3"/>
            <ac:spMkLst>
              <pc:docMk/>
              <pc:sldMasterMk cId="0" sldId="2147483648"/>
              <pc:sldLayoutMk cId="0" sldId="2147483657"/>
              <ac:spMk id="2"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7"/>
              <ac:spMk id="3"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7"/>
              <ac:spMk id="4" creationId="{00000000-0000-0000-0000-000000000000}"/>
            </ac:spMkLst>
          </pc:spChg>
        </pc:sldLayoutChg>
        <pc:sldLayoutChg chg="setBg">
          <pc:chgData name="WILLIAM RICARDO AGUILAR PIÑA" userId="25538c52-b196-49fc-9025-2dd86a54f18a" providerId="ADAL" clId="{ABB17BE9-DCD4-4881-A135-7EAE530C9042}" dt="2019-03-18T20:08:55.083" v="2"/>
          <pc:sldLayoutMkLst>
            <pc:docMk/>
            <pc:sldMasterMk cId="0" sldId="2147483648"/>
            <pc:sldLayoutMk cId="0" sldId="2147483658"/>
          </pc:sldLayoutMkLst>
        </pc:sldLayoutChg>
        <pc:sldLayoutChg chg="modSp setBg">
          <pc:chgData name="WILLIAM RICARDO AGUILAR PIÑA" userId="25538c52-b196-49fc-9025-2dd86a54f18a" providerId="ADAL" clId="{ABB17BE9-DCD4-4881-A135-7EAE530C9042}" dt="2019-03-18T20:08:57.707" v="3"/>
          <pc:sldLayoutMkLst>
            <pc:docMk/>
            <pc:sldMasterMk cId="0" sldId="2147483648"/>
            <pc:sldLayoutMk cId="0" sldId="2147483659"/>
          </pc:sldLayoutMkLst>
          <pc:spChg chg="mod">
            <ac:chgData name="WILLIAM RICARDO AGUILAR PIÑA" userId="25538c52-b196-49fc-9025-2dd86a54f18a" providerId="ADAL" clId="{ABB17BE9-DCD4-4881-A135-7EAE530C9042}" dt="2019-03-18T20:08:57.707" v="3"/>
            <ac:spMkLst>
              <pc:docMk/>
              <pc:sldMasterMk cId="0" sldId="2147483648"/>
              <pc:sldLayoutMk cId="0" sldId="2147483659"/>
              <ac:spMk id="2" creationId="{00000000-0000-0000-0000-000000000000}"/>
            </ac:spMkLst>
          </pc:spChg>
          <pc:spChg chg="mod">
            <ac:chgData name="WILLIAM RICARDO AGUILAR PIÑA" userId="25538c52-b196-49fc-9025-2dd86a54f18a" providerId="ADAL" clId="{ABB17BE9-DCD4-4881-A135-7EAE530C9042}" dt="2019-03-18T20:08:57.707" v="3"/>
            <ac:spMkLst>
              <pc:docMk/>
              <pc:sldMasterMk cId="0" sldId="2147483648"/>
              <pc:sldLayoutMk cId="0"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30/07/2025</a:t>
            </a:fld>
            <a:endParaRPr lang="es-CO" dirty="0"/>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dirty="0"/>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8" name="7 Marcador de pie de página"/>
          <p:cNvSpPr>
            <a:spLocks noGrp="1"/>
          </p:cNvSpPr>
          <p:nvPr>
            <p:ph type="ftr" sz="quarter" idx="11"/>
          </p:nvPr>
        </p:nvSpPr>
        <p:spPr/>
        <p:txBody>
          <a:bodyPr/>
          <a:lstStyle/>
          <a:p>
            <a:endParaRPr lang="es-CO" dirty="0"/>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4" name="3 Marcador de pie de página"/>
          <p:cNvSpPr>
            <a:spLocks noGrp="1"/>
          </p:cNvSpPr>
          <p:nvPr>
            <p:ph type="ftr" sz="quarter" idx="11"/>
          </p:nvPr>
        </p:nvSpPr>
        <p:spPr/>
        <p:txBody>
          <a:bodyPr/>
          <a:lstStyle/>
          <a:p>
            <a:endParaRPr lang="es-CO" dirty="0"/>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3" name="2 Marcador de pie de página"/>
          <p:cNvSpPr>
            <a:spLocks noGrp="1"/>
          </p:cNvSpPr>
          <p:nvPr>
            <p:ph type="ftr" sz="quarter" idx="11"/>
          </p:nvPr>
        </p:nvSpPr>
        <p:spPr/>
        <p:txBody>
          <a:bodyPr/>
          <a:lstStyle/>
          <a:p>
            <a:endParaRPr lang="es-CO" dirty="0"/>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30/07/2025</a:t>
            </a:fld>
            <a:endParaRPr lang="es-CO" dirty="0"/>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v.20250730</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baalkara@gmail.com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ES" sz="1200" dirty="0">
                <a:latin typeface="Segoe UI Light" panose="020B0502040204020203" pitchFamily="34" charset="0"/>
                <a:cs typeface="Segoe UI Light" panose="020B0502040204020203" pitchFamily="34" charset="0"/>
              </a:rPr>
              <a:t>Trazado de ejes y construcción del modelo 3D</a:t>
            </a:r>
          </a:p>
          <a:p>
            <a:r>
              <a:rPr lang="es-ES" sz="1600" dirty="0">
                <a:latin typeface="Segoe UI Light" panose="020B0502040204020203" pitchFamily="34" charset="0"/>
                <a:cs typeface="Segoe UI Light" panose="020B0502040204020203" pitchFamily="34" charset="0"/>
              </a:rPr>
              <a:t>Modelo de terreno combinado (valle, cauce sinuoso diseñado y cauces laterales)</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781361D0-6105-442E-9AE6-5476189DE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107668" y="1874728"/>
            <a:ext cx="5976664" cy="3108543"/>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Objetivo</a:t>
            </a:r>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 </a:t>
            </a:r>
          </a:p>
          <a:p>
            <a:pPr algn="just"/>
            <a:r>
              <a:rPr lang="es-CO" sz="1600" dirty="0">
                <a:latin typeface="Segoe UI Light" panose="020B0502040204020203" pitchFamily="34" charset="0"/>
                <a:cs typeface="Segoe UI Light" panose="020B0502040204020203" pitchFamily="34" charset="0"/>
              </a:rPr>
              <a:t>Crear el modelo de terreno combinado para el canal, incluyendo el valle y el cauce sinuoso.</a:t>
            </a:r>
          </a:p>
          <a:p>
            <a:pPr algn="just"/>
            <a:endParaRPr lang="es-CO" sz="1600" dirty="0">
              <a:latin typeface="Segoe UI Light" panose="020B0502040204020203" pitchFamily="34" charset="0"/>
              <a:cs typeface="Segoe UI Light" panose="020B0502040204020203" pitchFamily="34" charset="0"/>
            </a:endParaRPr>
          </a:p>
          <a:p>
            <a:pPr algn="just"/>
            <a:endParaRPr lang="es-CO" sz="1600" dirty="0">
              <a:latin typeface="Segoe UI Light" panose="020B0502040204020203" pitchFamily="34" charset="0"/>
              <a:cs typeface="Segoe UI Light" panose="020B0502040204020203" pitchFamily="34" charset="0"/>
            </a:endParaRPr>
          </a:p>
          <a:p>
            <a:pPr algn="just"/>
            <a:endParaRPr lang="es-CO" sz="1600" dirty="0">
              <a:latin typeface="Segoe UI Light" panose="020B0502040204020203" pitchFamily="34" charset="0"/>
              <a:cs typeface="Segoe UI Light" panose="020B0502040204020203" pitchFamily="34" charset="0"/>
            </a:endParaRPr>
          </a:p>
          <a:p>
            <a:r>
              <a:rPr lang="es-CO" dirty="0">
                <a:latin typeface="Segoe UI Light" panose="020B0502040204020203" pitchFamily="34" charset="0"/>
                <a:cs typeface="Segoe UI Light" panose="020B0502040204020203" pitchFamily="34" charset="0"/>
              </a:rPr>
              <a:t>Herramientas computacionales requeridas</a:t>
            </a:r>
          </a:p>
          <a:p>
            <a:r>
              <a:rPr lang="es-CO" sz="1600" dirty="0">
                <a:latin typeface="Segoe UI Light" panose="020B0502040204020203" pitchFamily="34" charset="0"/>
                <a:cs typeface="Segoe UI Light" panose="020B0502040204020203" pitchFamily="34" charset="0"/>
              </a:rPr>
              <a:t> </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Autodesk AutoCAD ®.</a:t>
            </a:r>
          </a:p>
          <a:p>
            <a:pPr algn="just"/>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Autodesk Civil ®3D.</a:t>
            </a:r>
          </a:p>
        </p:txBody>
      </p:sp>
      <p:pic>
        <p:nvPicPr>
          <p:cNvPr id="4" name="Imagen 3">
            <a:extLst>
              <a:ext uri="{FF2B5EF4-FFF2-40B4-BE49-F238E27FC236}">
                <a16:creationId xmlns:a16="http://schemas.microsoft.com/office/drawing/2014/main" id="{BCEFCFFE-86B3-413D-A0C8-C4BE23178E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5219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567187" y="3105834"/>
            <a:ext cx="3057626"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1: Exportar el sólido generado para el valle</a:t>
            </a:r>
          </a:p>
        </p:txBody>
      </p:sp>
      <p:pic>
        <p:nvPicPr>
          <p:cNvPr id="12" name="Imagen 11">
            <a:extLst>
              <a:ext uri="{FF2B5EF4-FFF2-40B4-BE49-F238E27FC236}">
                <a16:creationId xmlns:a16="http://schemas.microsoft.com/office/drawing/2014/main" id="{D2A2E34C-27D0-4BD7-B88B-26FBF3EAA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812452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EF2738B5-992F-4729-BFF2-AA0C549060E4}"/>
              </a:ext>
            </a:extLst>
          </p:cNvPr>
          <p:cNvSpPr/>
          <p:nvPr/>
        </p:nvSpPr>
        <p:spPr>
          <a:xfrm>
            <a:off x="1" y="1229483"/>
            <a:ext cx="12192000" cy="5439877"/>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476815" y="503541"/>
            <a:ext cx="11238370"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Partiendo del corredor generado para el valle ../../file/</a:t>
            </a:r>
            <a:r>
              <a:rPr lang="es-CO" sz="1600" dirty="0" err="1">
                <a:latin typeface="Segoe UI Light" panose="020B0502040204020203" pitchFamily="34" charset="0"/>
                <a:cs typeface="Segoe UI Light" panose="020B0502040204020203" pitchFamily="34" charset="0"/>
              </a:rPr>
              <a:t>cad</a:t>
            </a:r>
            <a:r>
              <a:rPr lang="es-CO" sz="1600" dirty="0">
                <a:latin typeface="Segoe UI Light" panose="020B0502040204020203" pitchFamily="34" charset="0"/>
                <a:cs typeface="Segoe UI Light" panose="020B0502040204020203" pitchFamily="34" charset="0"/>
              </a:rPr>
              <a:t>/civil/Civil3D_MDT_CorredorValle_v1.dwg, se realiza la exportación a un nuevo archivo temporal de AutoCAD de los objetos que lo componen, incluyendo las líneas de corte definidas anteriormente.</a:t>
            </a:r>
          </a:p>
        </p:txBody>
      </p:sp>
      <p:pic>
        <p:nvPicPr>
          <p:cNvPr id="5" name="Imagen 4"/>
          <p:cNvPicPr>
            <a:picLocks noChangeAspect="1"/>
          </p:cNvPicPr>
          <p:nvPr/>
        </p:nvPicPr>
        <p:blipFill rotWithShape="1">
          <a:blip r:embed="rId2">
            <a:clrChange>
              <a:clrFrom>
                <a:srgbClr val="FFFFFF"/>
              </a:clrFrom>
              <a:clrTo>
                <a:srgbClr val="FFFFFF">
                  <a:alpha val="0"/>
                </a:srgbClr>
              </a:clrTo>
            </a:clrChange>
          </a:blip>
          <a:srcRect l="10624" r="28739" b="8497"/>
          <a:stretch/>
        </p:blipFill>
        <p:spPr>
          <a:xfrm>
            <a:off x="184884" y="1412776"/>
            <a:ext cx="6160685" cy="5040560"/>
          </a:xfrm>
          <a:prstGeom prst="rect">
            <a:avLst/>
          </a:prstGeom>
        </p:spPr>
      </p:pic>
      <p:pic>
        <p:nvPicPr>
          <p:cNvPr id="11" name="Imagen 10"/>
          <p:cNvPicPr>
            <a:picLocks noChangeAspect="1"/>
          </p:cNvPicPr>
          <p:nvPr/>
        </p:nvPicPr>
        <p:blipFill rotWithShape="1">
          <a:blip r:embed="rId3"/>
          <a:srcRect l="7476" t="17129" r="22438" b="12217"/>
          <a:stretch/>
        </p:blipFill>
        <p:spPr>
          <a:xfrm>
            <a:off x="6548139" y="2043478"/>
            <a:ext cx="5241448" cy="3633011"/>
          </a:xfrm>
          <a:prstGeom prst="rect">
            <a:avLst/>
          </a:prstGeom>
        </p:spPr>
      </p:pic>
      <p:pic>
        <p:nvPicPr>
          <p:cNvPr id="12" name="Imagen 11">
            <a:extLst>
              <a:ext uri="{FF2B5EF4-FFF2-40B4-BE49-F238E27FC236}">
                <a16:creationId xmlns:a16="http://schemas.microsoft.com/office/drawing/2014/main" id="{D2A2E34C-27D0-4BD7-B88B-26FBF3EAA6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B8F12243-D1FB-4EFC-AF50-AACEAC046D2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Exportar el sólido generado para el valle</a:t>
            </a:r>
          </a:p>
        </p:txBody>
      </p:sp>
      <p:pic>
        <p:nvPicPr>
          <p:cNvPr id="15" name="Imagen 14">
            <a:extLst>
              <a:ext uri="{FF2B5EF4-FFF2-40B4-BE49-F238E27FC236}">
                <a16:creationId xmlns:a16="http://schemas.microsoft.com/office/drawing/2014/main" id="{B27E8015-CBA4-4916-AA39-5FA1DEC645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11824" y="1863478"/>
            <a:ext cx="360000" cy="360000"/>
          </a:xfrm>
          <a:prstGeom prst="rect">
            <a:avLst/>
          </a:prstGeom>
        </p:spPr>
      </p:pic>
    </p:spTree>
    <p:extLst>
      <p:ext uri="{BB962C8B-B14F-4D97-AF65-F5344CB8AC3E}">
        <p14:creationId xmlns:p14="http://schemas.microsoft.com/office/powerpoint/2010/main" val="2165470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7 CuadroTexto"/>
          <p:cNvSpPr txBox="1"/>
          <p:nvPr/>
        </p:nvSpPr>
        <p:spPr>
          <a:xfrm>
            <a:off x="767407" y="1037603"/>
            <a:ext cx="4933759"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2. Añadir todas las líneas de corte definidas, esto garantiza que se exporten todos los límites de corredor.</a:t>
            </a:r>
          </a:p>
        </p:txBody>
      </p:sp>
      <p:sp>
        <p:nvSpPr>
          <p:cNvPr id="20" name="7 CuadroTexto"/>
          <p:cNvSpPr txBox="1"/>
          <p:nvPr/>
        </p:nvSpPr>
        <p:spPr>
          <a:xfrm>
            <a:off x="6490836" y="1037603"/>
            <a:ext cx="4984116" cy="584775"/>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3. Seleccionar la ruta para guardar el archivo, posteriormente abrirlo en AutoCAD.</a:t>
            </a:r>
          </a:p>
        </p:txBody>
      </p:sp>
      <p:pic>
        <p:nvPicPr>
          <p:cNvPr id="7" name="Imagen 6"/>
          <p:cNvPicPr>
            <a:picLocks noChangeAspect="1"/>
          </p:cNvPicPr>
          <p:nvPr/>
        </p:nvPicPr>
        <p:blipFill>
          <a:blip r:embed="rId2"/>
          <a:stretch>
            <a:fillRect/>
          </a:stretch>
        </p:blipFill>
        <p:spPr>
          <a:xfrm>
            <a:off x="767408" y="2099047"/>
            <a:ext cx="4933759" cy="3312368"/>
          </a:xfrm>
          <a:prstGeom prst="rect">
            <a:avLst/>
          </a:prstGeom>
        </p:spPr>
      </p:pic>
      <p:pic>
        <p:nvPicPr>
          <p:cNvPr id="9" name="Imagen 8"/>
          <p:cNvPicPr>
            <a:picLocks noChangeAspect="1"/>
          </p:cNvPicPr>
          <p:nvPr/>
        </p:nvPicPr>
        <p:blipFill>
          <a:blip r:embed="rId3"/>
          <a:stretch>
            <a:fillRect/>
          </a:stretch>
        </p:blipFill>
        <p:spPr>
          <a:xfrm>
            <a:off x="6490835" y="2065238"/>
            <a:ext cx="4984117" cy="3346177"/>
          </a:xfrm>
          <a:prstGeom prst="rect">
            <a:avLst/>
          </a:prstGeom>
        </p:spPr>
      </p:pic>
      <p:pic>
        <p:nvPicPr>
          <p:cNvPr id="12" name="Imagen 11">
            <a:extLst>
              <a:ext uri="{FF2B5EF4-FFF2-40B4-BE49-F238E27FC236}">
                <a16:creationId xmlns:a16="http://schemas.microsoft.com/office/drawing/2014/main" id="{D2A2E34C-27D0-4BD7-B88B-26FBF3EAA6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8" name="1 Título">
            <a:extLst>
              <a:ext uri="{FF2B5EF4-FFF2-40B4-BE49-F238E27FC236}">
                <a16:creationId xmlns:a16="http://schemas.microsoft.com/office/drawing/2014/main" id="{B1B2493F-2F4F-4607-A720-F3BBCC5589D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Exportar el sólido generado para el valle</a:t>
            </a:r>
          </a:p>
        </p:txBody>
      </p:sp>
    </p:spTree>
    <p:extLst>
      <p:ext uri="{BB962C8B-B14F-4D97-AF65-F5344CB8AC3E}">
        <p14:creationId xmlns:p14="http://schemas.microsoft.com/office/powerpoint/2010/main" val="3895588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405169" y="3105834"/>
            <a:ext cx="3381662"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2: Exportar el sólido generado para el cauce sinuoso</a:t>
            </a:r>
          </a:p>
        </p:txBody>
      </p:sp>
      <p:pic>
        <p:nvPicPr>
          <p:cNvPr id="12" name="Imagen 11">
            <a:extLst>
              <a:ext uri="{FF2B5EF4-FFF2-40B4-BE49-F238E27FC236}">
                <a16:creationId xmlns:a16="http://schemas.microsoft.com/office/drawing/2014/main" id="{D2A2E34C-27D0-4BD7-B88B-26FBF3EAA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687958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4E50F673-73E2-4B92-B953-37039F8F6106}"/>
              </a:ext>
            </a:extLst>
          </p:cNvPr>
          <p:cNvSpPr/>
          <p:nvPr/>
        </p:nvSpPr>
        <p:spPr>
          <a:xfrm>
            <a:off x="1" y="1807008"/>
            <a:ext cx="12192000" cy="4142272"/>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1523492" y="876233"/>
            <a:ext cx="9145016"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Partiendo del corredor generado </a:t>
            </a:r>
            <a:r>
              <a:rPr lang="pt-BR" sz="1600" dirty="0">
                <a:latin typeface="Segoe UI Light" panose="020B0502040204020203" pitchFamily="34" charset="0"/>
                <a:cs typeface="Segoe UI Light" panose="020B0502040204020203" pitchFamily="34" charset="0"/>
              </a:rPr>
              <a:t>../../file/cad/civil/Civil3D_MDT_CorredorValleRio_v1.dwg </a:t>
            </a:r>
            <a:r>
              <a:rPr lang="es-CO" sz="1600" dirty="0">
                <a:latin typeface="Segoe UI Light" panose="020B0502040204020203" pitchFamily="34" charset="0"/>
                <a:cs typeface="Segoe UI Light" panose="020B0502040204020203" pitchFamily="34" charset="0"/>
              </a:rPr>
              <a:t>para el cauce sinuoso, se realiza la exportación a un nuevo archivo temporal de AutoCAD, de los objetos que lo componen, incluyendo las líneas de corte definidas anteriormente.</a:t>
            </a:r>
            <a:endParaRPr lang="es-CO" sz="1200" dirty="0">
              <a:latin typeface="Segoe UI Light" panose="020B0502040204020203" pitchFamily="34" charset="0"/>
              <a:cs typeface="Segoe UI Light" panose="020B0502040204020203" pitchFamily="34" charset="0"/>
            </a:endParaRPr>
          </a:p>
        </p:txBody>
      </p:sp>
      <p:pic>
        <p:nvPicPr>
          <p:cNvPr id="2" name="Imagen 1"/>
          <p:cNvPicPr>
            <a:picLocks noChangeAspect="1"/>
          </p:cNvPicPr>
          <p:nvPr/>
        </p:nvPicPr>
        <p:blipFill rotWithShape="1">
          <a:blip r:embed="rId2"/>
          <a:srcRect l="2750" t="20936" r="24801" b="7857"/>
          <a:stretch/>
        </p:blipFill>
        <p:spPr>
          <a:xfrm>
            <a:off x="218531" y="1914234"/>
            <a:ext cx="7317629" cy="3897434"/>
          </a:xfrm>
          <a:prstGeom prst="rect">
            <a:avLst/>
          </a:prstGeom>
        </p:spPr>
      </p:pic>
      <p:pic>
        <p:nvPicPr>
          <p:cNvPr id="4" name="Imagen 3"/>
          <p:cNvPicPr>
            <a:picLocks noChangeAspect="1"/>
          </p:cNvPicPr>
          <p:nvPr/>
        </p:nvPicPr>
        <p:blipFill rotWithShape="1">
          <a:blip r:embed="rId3"/>
          <a:srcRect l="24013" t="18046" r="13775" b="6427"/>
          <a:stretch/>
        </p:blipFill>
        <p:spPr>
          <a:xfrm>
            <a:off x="7536160" y="1892687"/>
            <a:ext cx="3750438" cy="3918980"/>
          </a:xfrm>
          <a:prstGeom prst="rect">
            <a:avLst/>
          </a:prstGeom>
        </p:spPr>
      </p:pic>
      <p:sp>
        <p:nvSpPr>
          <p:cNvPr id="13" name="1 Título">
            <a:extLst>
              <a:ext uri="{FF2B5EF4-FFF2-40B4-BE49-F238E27FC236}">
                <a16:creationId xmlns:a16="http://schemas.microsoft.com/office/drawing/2014/main" id="{79ADF789-07F9-4E5E-A79E-EFE43B5AAC2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Exportar el sólido generado para el cauce sinuoso</a:t>
            </a:r>
          </a:p>
        </p:txBody>
      </p:sp>
      <p:pic>
        <p:nvPicPr>
          <p:cNvPr id="15" name="Imagen 14">
            <a:extLst>
              <a:ext uri="{FF2B5EF4-FFF2-40B4-BE49-F238E27FC236}">
                <a16:creationId xmlns:a16="http://schemas.microsoft.com/office/drawing/2014/main" id="{9563BD2E-29A9-4821-A3E7-04ABCD8E30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781529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7 CuadroTexto"/>
          <p:cNvSpPr txBox="1"/>
          <p:nvPr/>
        </p:nvSpPr>
        <p:spPr>
          <a:xfrm>
            <a:off x="407368" y="1268760"/>
            <a:ext cx="5516960"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2. Añadir todas las líneas de corte definidas, esto garantiza que se exporten todos los límites de corredor.</a:t>
            </a:r>
          </a:p>
        </p:txBody>
      </p:sp>
      <p:sp>
        <p:nvSpPr>
          <p:cNvPr id="20" name="7 CuadroTexto"/>
          <p:cNvSpPr txBox="1"/>
          <p:nvPr/>
        </p:nvSpPr>
        <p:spPr>
          <a:xfrm>
            <a:off x="6384032" y="1274777"/>
            <a:ext cx="5516960" cy="584775"/>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3. Seleccionar la ruta para guardar el archivo, posteriormente abrirlo en AutoCAD.</a:t>
            </a:r>
          </a:p>
        </p:txBody>
      </p:sp>
      <p:pic>
        <p:nvPicPr>
          <p:cNvPr id="9" name="Imagen 8"/>
          <p:cNvPicPr>
            <a:picLocks noChangeAspect="1"/>
          </p:cNvPicPr>
          <p:nvPr/>
        </p:nvPicPr>
        <p:blipFill>
          <a:blip r:embed="rId2"/>
          <a:stretch>
            <a:fillRect/>
          </a:stretch>
        </p:blipFill>
        <p:spPr>
          <a:xfrm>
            <a:off x="6384032" y="2099756"/>
            <a:ext cx="5516960" cy="3703911"/>
          </a:xfrm>
          <a:prstGeom prst="rect">
            <a:avLst/>
          </a:prstGeom>
        </p:spPr>
      </p:pic>
      <p:pic>
        <p:nvPicPr>
          <p:cNvPr id="3" name="Imagen 2"/>
          <p:cNvPicPr>
            <a:picLocks noChangeAspect="1"/>
          </p:cNvPicPr>
          <p:nvPr/>
        </p:nvPicPr>
        <p:blipFill>
          <a:blip r:embed="rId3"/>
          <a:stretch>
            <a:fillRect/>
          </a:stretch>
        </p:blipFill>
        <p:spPr>
          <a:xfrm>
            <a:off x="407368" y="2101352"/>
            <a:ext cx="5516962" cy="3703912"/>
          </a:xfrm>
          <a:prstGeom prst="rect">
            <a:avLst/>
          </a:prstGeom>
        </p:spPr>
      </p:pic>
      <p:pic>
        <p:nvPicPr>
          <p:cNvPr id="11" name="Imagen 10">
            <a:extLst>
              <a:ext uri="{FF2B5EF4-FFF2-40B4-BE49-F238E27FC236}">
                <a16:creationId xmlns:a16="http://schemas.microsoft.com/office/drawing/2014/main" id="{66EF874C-3264-4DC7-983A-6EA925050C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8" name="1 Título">
            <a:extLst>
              <a:ext uri="{FF2B5EF4-FFF2-40B4-BE49-F238E27FC236}">
                <a16:creationId xmlns:a16="http://schemas.microsoft.com/office/drawing/2014/main" id="{75CDCA15-3608-40DD-97C6-9F2757F39DF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Exportar el sólido generado para el cauce sinuoso</a:t>
            </a:r>
          </a:p>
        </p:txBody>
      </p:sp>
    </p:spTree>
    <p:extLst>
      <p:ext uri="{BB962C8B-B14F-4D97-AF65-F5344CB8AC3E}">
        <p14:creationId xmlns:p14="http://schemas.microsoft.com/office/powerpoint/2010/main" val="1871683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71453" y="3105834"/>
            <a:ext cx="4049093"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3: Cortar las líneas del valle con el contorno del cauce sinuoso</a:t>
            </a:r>
          </a:p>
        </p:txBody>
      </p:sp>
      <p:pic>
        <p:nvPicPr>
          <p:cNvPr id="12" name="Imagen 11">
            <a:extLst>
              <a:ext uri="{FF2B5EF4-FFF2-40B4-BE49-F238E27FC236}">
                <a16:creationId xmlns:a16="http://schemas.microsoft.com/office/drawing/2014/main" id="{D2A2E34C-27D0-4BD7-B88B-26FBF3EAA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820826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C9CA9236-87C3-4FF6-B388-CC56CF66EA79}"/>
              </a:ext>
            </a:extLst>
          </p:cNvPr>
          <p:cNvSpPr/>
          <p:nvPr/>
        </p:nvSpPr>
        <p:spPr>
          <a:xfrm>
            <a:off x="1" y="1903161"/>
            <a:ext cx="12192000" cy="3974111"/>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4190783" y="949735"/>
            <a:ext cx="3744416" cy="584775"/>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Generar el contorno del corredor del eje del valle y del cauce sinuoso. </a:t>
            </a:r>
          </a:p>
        </p:txBody>
      </p:sp>
      <p:pic>
        <p:nvPicPr>
          <p:cNvPr id="5" name="Imagen 4"/>
          <p:cNvPicPr>
            <a:picLocks noChangeAspect="1"/>
          </p:cNvPicPr>
          <p:nvPr/>
        </p:nvPicPr>
        <p:blipFill rotWithShape="1">
          <a:blip r:embed="rId2">
            <a:clrChange>
              <a:clrFrom>
                <a:srgbClr val="FFFFFF"/>
              </a:clrFrom>
              <a:clrTo>
                <a:srgbClr val="FFFFFF">
                  <a:alpha val="0"/>
                </a:srgbClr>
              </a:clrTo>
            </a:clrChange>
          </a:blip>
          <a:srcRect r="79925" b="54521"/>
          <a:stretch/>
        </p:blipFill>
        <p:spPr>
          <a:xfrm>
            <a:off x="158335" y="1988840"/>
            <a:ext cx="5904656" cy="3762169"/>
          </a:xfrm>
          <a:prstGeom prst="rect">
            <a:avLst/>
          </a:prstGeom>
        </p:spPr>
      </p:pic>
      <p:pic>
        <p:nvPicPr>
          <p:cNvPr id="7" name="Imagen 6"/>
          <p:cNvPicPr>
            <a:picLocks noChangeAspect="1"/>
          </p:cNvPicPr>
          <p:nvPr/>
        </p:nvPicPr>
        <p:blipFill rotWithShape="1">
          <a:blip r:embed="rId3"/>
          <a:srcRect l="5378" t="27601" r="57875" b="10800"/>
          <a:stretch/>
        </p:blipFill>
        <p:spPr>
          <a:xfrm>
            <a:off x="6254869" y="2492896"/>
            <a:ext cx="5803988" cy="2736304"/>
          </a:xfrm>
          <a:prstGeom prst="rect">
            <a:avLst/>
          </a:prstGeom>
        </p:spPr>
      </p:pic>
      <p:pic>
        <p:nvPicPr>
          <p:cNvPr id="12" name="Imagen 11">
            <a:extLst>
              <a:ext uri="{FF2B5EF4-FFF2-40B4-BE49-F238E27FC236}">
                <a16:creationId xmlns:a16="http://schemas.microsoft.com/office/drawing/2014/main" id="{C9CCF480-1F4F-4CE1-BEDA-AF8C037C74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0DB31D3E-579B-4F5F-9342-11E8522A00A6}"/>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Cortar las líneas del valle con el contorno del cauce sinuoso</a:t>
            </a:r>
          </a:p>
        </p:txBody>
      </p:sp>
      <p:pic>
        <p:nvPicPr>
          <p:cNvPr id="15" name="Imagen 14">
            <a:extLst>
              <a:ext uri="{FF2B5EF4-FFF2-40B4-BE49-F238E27FC236}">
                <a16:creationId xmlns:a16="http://schemas.microsoft.com/office/drawing/2014/main" id="{6AA76AB4-4313-4615-B745-2443BE0B57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75720" y="3847940"/>
            <a:ext cx="360000" cy="360000"/>
          </a:xfrm>
          <a:prstGeom prst="rect">
            <a:avLst/>
          </a:prstGeom>
        </p:spPr>
      </p:pic>
    </p:spTree>
    <p:extLst>
      <p:ext uri="{BB962C8B-B14F-4D97-AF65-F5344CB8AC3E}">
        <p14:creationId xmlns:p14="http://schemas.microsoft.com/office/powerpoint/2010/main" val="3112124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8104658-E529-444C-B96F-3696FB063F24}"/>
              </a:ext>
            </a:extLst>
          </p:cNvPr>
          <p:cNvSpPr/>
          <p:nvPr/>
        </p:nvSpPr>
        <p:spPr>
          <a:xfrm>
            <a:off x="1" y="2475567"/>
            <a:ext cx="12192000" cy="2808312"/>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Segoe UI Light" panose="020B0502040204020203" pitchFamily="34" charset="0"/>
              <a:cs typeface="Segoe UI Light" panose="020B0502040204020203" pitchFamily="34" charset="0"/>
            </a:endParaRPr>
          </a:p>
        </p:txBody>
      </p:sp>
      <p:sp>
        <p:nvSpPr>
          <p:cNvPr id="10" name="7 CuadroTexto"/>
          <p:cNvSpPr txBox="1"/>
          <p:nvPr/>
        </p:nvSpPr>
        <p:spPr>
          <a:xfrm>
            <a:off x="672852" y="1484784"/>
            <a:ext cx="4752528" cy="830997"/>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2. Copiar y pegar el borde del corredor del cauce sinuoso en el archivo donde se exportaron las líneas del valle y recortar el valle.</a:t>
            </a:r>
          </a:p>
        </p:txBody>
      </p:sp>
      <p:sp>
        <p:nvSpPr>
          <p:cNvPr id="20" name="7 CuadroTexto"/>
          <p:cNvSpPr txBox="1"/>
          <p:nvPr/>
        </p:nvSpPr>
        <p:spPr>
          <a:xfrm>
            <a:off x="7188939" y="1487332"/>
            <a:ext cx="4176465" cy="830997"/>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3. En el mismo archivo pegar los elementos que componen el cauce principal en el mismo archivo. </a:t>
            </a:r>
          </a:p>
        </p:txBody>
      </p:sp>
      <p:pic>
        <p:nvPicPr>
          <p:cNvPr id="9" name="Imagen 8"/>
          <p:cNvPicPr>
            <a:picLocks noChangeAspect="1"/>
          </p:cNvPicPr>
          <p:nvPr/>
        </p:nvPicPr>
        <p:blipFill rotWithShape="1">
          <a:blip r:embed="rId2"/>
          <a:srcRect l="9446" t="18047" r="4421" b="7879"/>
          <a:stretch/>
        </p:blipFill>
        <p:spPr>
          <a:xfrm>
            <a:off x="218257" y="2571912"/>
            <a:ext cx="5661719" cy="2639959"/>
          </a:xfrm>
          <a:prstGeom prst="rect">
            <a:avLst/>
          </a:prstGeom>
        </p:spPr>
      </p:pic>
      <p:pic>
        <p:nvPicPr>
          <p:cNvPr id="11" name="Imagen 10"/>
          <p:cNvPicPr>
            <a:picLocks noChangeAspect="1"/>
          </p:cNvPicPr>
          <p:nvPr/>
        </p:nvPicPr>
        <p:blipFill rotWithShape="1">
          <a:blip r:embed="rId3"/>
          <a:srcRect l="1964" t="18047" r="12201" b="7879"/>
          <a:stretch/>
        </p:blipFill>
        <p:spPr>
          <a:xfrm>
            <a:off x="6456040" y="2571912"/>
            <a:ext cx="5642265" cy="2639959"/>
          </a:xfrm>
          <a:prstGeom prst="rect">
            <a:avLst/>
          </a:prstGeom>
        </p:spPr>
      </p:pic>
      <p:pic>
        <p:nvPicPr>
          <p:cNvPr id="12" name="Imagen 11">
            <a:extLst>
              <a:ext uri="{FF2B5EF4-FFF2-40B4-BE49-F238E27FC236}">
                <a16:creationId xmlns:a16="http://schemas.microsoft.com/office/drawing/2014/main" id="{C9CCF480-1F4F-4CE1-BEDA-AF8C037C74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4" name="1 Título">
            <a:extLst>
              <a:ext uri="{FF2B5EF4-FFF2-40B4-BE49-F238E27FC236}">
                <a16:creationId xmlns:a16="http://schemas.microsoft.com/office/drawing/2014/main" id="{BB8DEB64-9FC2-4DC4-8AD7-DD15EB44C94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Cortar las líneas del valle con el contorno del cauce sinuoso</a:t>
            </a:r>
          </a:p>
        </p:txBody>
      </p:sp>
    </p:spTree>
    <p:extLst>
      <p:ext uri="{BB962C8B-B14F-4D97-AF65-F5344CB8AC3E}">
        <p14:creationId xmlns:p14="http://schemas.microsoft.com/office/powerpoint/2010/main" val="2822230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237632" y="3105834"/>
            <a:ext cx="3716735" cy="646331"/>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4: Generación del modelo de terreno combinado para el canal</a:t>
            </a:r>
          </a:p>
        </p:txBody>
      </p:sp>
      <p:pic>
        <p:nvPicPr>
          <p:cNvPr id="12" name="Imagen 11">
            <a:extLst>
              <a:ext uri="{FF2B5EF4-FFF2-40B4-BE49-F238E27FC236}">
                <a16:creationId xmlns:a16="http://schemas.microsoft.com/office/drawing/2014/main" id="{D2A2E34C-27D0-4BD7-B88B-26FBF3EAA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162036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DB768E3-D380-48F6-A902-EF88F8A25C44}"/>
              </a:ext>
            </a:extLst>
          </p:cNvPr>
          <p:cNvSpPr/>
          <p:nvPr/>
        </p:nvSpPr>
        <p:spPr>
          <a:xfrm>
            <a:off x="1" y="1700809"/>
            <a:ext cx="12192000" cy="4627631"/>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1703512" y="764704"/>
            <a:ext cx="8784976" cy="830997"/>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Se recomienda que los elementos se encuentren en una misma capa, se deben eliminar los triángulos interpolados que no hagan parte del canal. Guarde el archivo combinado de los dos corredores como un archivo de AutoCAD en la ruta </a:t>
            </a:r>
            <a:r>
              <a:rPr lang="es-CO" sz="1600" i="1" dirty="0">
                <a:latin typeface="Segoe UI Light" panose="020B0502040204020203" pitchFamily="34" charset="0"/>
                <a:cs typeface="Segoe UI Light" panose="020B0502040204020203" pitchFamily="34" charset="0"/>
              </a:rPr>
              <a:t>/file/</a:t>
            </a:r>
            <a:r>
              <a:rPr lang="es-CO" sz="1600" i="1" dirty="0" err="1">
                <a:latin typeface="Segoe UI Light" panose="020B0502040204020203" pitchFamily="34" charset="0"/>
                <a:cs typeface="Segoe UI Light" panose="020B0502040204020203" pitchFamily="34" charset="0"/>
              </a:rPr>
              <a:t>cad</a:t>
            </a:r>
            <a:r>
              <a:rPr lang="es-CO" sz="1600" i="1" dirty="0">
                <a:latin typeface="Segoe UI Light" panose="020B0502040204020203" pitchFamily="34" charset="0"/>
                <a:cs typeface="Segoe UI Light" panose="020B0502040204020203" pitchFamily="34" charset="0"/>
              </a:rPr>
              <a:t>/</a:t>
            </a:r>
            <a:r>
              <a:rPr lang="es-CO" sz="1600" i="1" dirty="0" err="1">
                <a:latin typeface="Segoe UI Light" panose="020B0502040204020203" pitchFamily="34" charset="0"/>
                <a:cs typeface="Segoe UI Light" panose="020B0502040204020203" pitchFamily="34" charset="0"/>
              </a:rPr>
              <a:t>acad</a:t>
            </a:r>
            <a:r>
              <a:rPr lang="es-CO" sz="1600" i="1" dirty="0">
                <a:latin typeface="Segoe UI Light" panose="020B0502040204020203" pitchFamily="34" charset="0"/>
                <a:cs typeface="Segoe UI Light" panose="020B0502040204020203" pitchFamily="34" charset="0"/>
              </a:rPr>
              <a:t>/Civil3D_MDT_ValleRio_v0.dwg.</a:t>
            </a:r>
            <a:endParaRPr lang="es-CO" sz="1400" i="1" dirty="0">
              <a:latin typeface="Segoe UI Light" panose="020B0502040204020203" pitchFamily="34" charset="0"/>
              <a:cs typeface="Segoe UI Light" panose="020B0502040204020203" pitchFamily="34" charset="0"/>
            </a:endParaRPr>
          </a:p>
        </p:txBody>
      </p:sp>
      <p:pic>
        <p:nvPicPr>
          <p:cNvPr id="3" name="Imagen 2"/>
          <p:cNvPicPr>
            <a:picLocks noChangeAspect="1"/>
          </p:cNvPicPr>
          <p:nvPr/>
        </p:nvPicPr>
        <p:blipFill rotWithShape="1">
          <a:blip r:embed="rId2"/>
          <a:srcRect l="1176" t="31109" r="2750" b="19483"/>
          <a:stretch/>
        </p:blipFill>
        <p:spPr>
          <a:xfrm>
            <a:off x="1631504" y="1700809"/>
            <a:ext cx="8784976" cy="2448273"/>
          </a:xfrm>
          <a:prstGeom prst="rect">
            <a:avLst/>
          </a:prstGeom>
        </p:spPr>
      </p:pic>
      <p:pic>
        <p:nvPicPr>
          <p:cNvPr id="12" name="Imagen 11"/>
          <p:cNvPicPr>
            <a:picLocks noChangeAspect="1"/>
          </p:cNvPicPr>
          <p:nvPr/>
        </p:nvPicPr>
        <p:blipFill rotWithShape="1">
          <a:blip r:embed="rId3"/>
          <a:srcRect l="1162" t="34876" r="2765" b="19690"/>
          <a:stretch/>
        </p:blipFill>
        <p:spPr>
          <a:xfrm>
            <a:off x="1631504" y="4077072"/>
            <a:ext cx="8784976" cy="2251368"/>
          </a:xfrm>
          <a:prstGeom prst="rect">
            <a:avLst/>
          </a:prstGeom>
        </p:spPr>
      </p:pic>
      <p:pic>
        <p:nvPicPr>
          <p:cNvPr id="6" name="Imagen 5">
            <a:extLst>
              <a:ext uri="{FF2B5EF4-FFF2-40B4-BE49-F238E27FC236}">
                <a16:creationId xmlns:a16="http://schemas.microsoft.com/office/drawing/2014/main" id="{26E44880-8DC8-4081-BA85-7D940159C7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41077C07-F268-40DB-9C10-2DEB25A50F7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Generación del modelo de terreno combinado para el canal</a:t>
            </a:r>
          </a:p>
        </p:txBody>
      </p:sp>
    </p:spTree>
    <p:extLst>
      <p:ext uri="{BB962C8B-B14F-4D97-AF65-F5344CB8AC3E}">
        <p14:creationId xmlns:p14="http://schemas.microsoft.com/office/powerpoint/2010/main" val="1727347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841588" y="3244334"/>
            <a:ext cx="4508823" cy="369332"/>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5: Edición del modelo de terreno </a:t>
            </a:r>
          </a:p>
        </p:txBody>
      </p:sp>
      <p:pic>
        <p:nvPicPr>
          <p:cNvPr id="12" name="Imagen 11">
            <a:extLst>
              <a:ext uri="{FF2B5EF4-FFF2-40B4-BE49-F238E27FC236}">
                <a16:creationId xmlns:a16="http://schemas.microsoft.com/office/drawing/2014/main" id="{D2A2E34C-27D0-4BD7-B88B-26FBF3EAA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341748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0F66F114-D3BF-4215-B43C-3D7E2E45A0AE}"/>
              </a:ext>
            </a:extLst>
          </p:cNvPr>
          <p:cNvSpPr/>
          <p:nvPr/>
        </p:nvSpPr>
        <p:spPr>
          <a:xfrm>
            <a:off x="1" y="1412777"/>
            <a:ext cx="12192000" cy="4464495"/>
          </a:xfrm>
          <a:prstGeom prst="rect">
            <a:avLst/>
          </a:prstGeom>
          <a:solidFill>
            <a:srgbClr val="21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3197678" y="646779"/>
            <a:ext cx="5796644" cy="584775"/>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Se debe seleccionar el estilo de modo tal que se muestren los triángulos y poder realizar la edición del TIN.</a:t>
            </a:r>
          </a:p>
        </p:txBody>
      </p:sp>
      <p:pic>
        <p:nvPicPr>
          <p:cNvPr id="2" name="Imagen 1"/>
          <p:cNvPicPr>
            <a:picLocks noChangeAspect="1"/>
          </p:cNvPicPr>
          <p:nvPr/>
        </p:nvPicPr>
        <p:blipFill rotWithShape="1">
          <a:blip r:embed="rId2"/>
          <a:srcRect l="23432" t="36331" r="15931" b="37511"/>
          <a:stretch/>
        </p:blipFill>
        <p:spPr>
          <a:xfrm>
            <a:off x="4520799" y="1640841"/>
            <a:ext cx="7480898" cy="1748781"/>
          </a:xfrm>
          <a:prstGeom prst="rect">
            <a:avLst/>
          </a:prstGeom>
        </p:spPr>
      </p:pic>
      <p:pic>
        <p:nvPicPr>
          <p:cNvPr id="4" name="Imagen 3"/>
          <p:cNvPicPr>
            <a:picLocks noChangeAspect="1"/>
          </p:cNvPicPr>
          <p:nvPr/>
        </p:nvPicPr>
        <p:blipFill rotWithShape="1">
          <a:blip r:embed="rId3">
            <a:clrChange>
              <a:clrFrom>
                <a:srgbClr val="FFFFFF"/>
              </a:clrFrom>
              <a:clrTo>
                <a:srgbClr val="FFFFFF">
                  <a:alpha val="0"/>
                </a:srgbClr>
              </a:clrTo>
            </a:clrChange>
          </a:blip>
          <a:srcRect r="81500" b="35436"/>
          <a:stretch/>
        </p:blipFill>
        <p:spPr>
          <a:xfrm>
            <a:off x="191344" y="1496824"/>
            <a:ext cx="4328414" cy="4248472"/>
          </a:xfrm>
          <a:prstGeom prst="rect">
            <a:avLst/>
          </a:prstGeom>
        </p:spPr>
      </p:pic>
      <p:pic>
        <p:nvPicPr>
          <p:cNvPr id="5" name="Imagen 4"/>
          <p:cNvPicPr>
            <a:picLocks noChangeAspect="1"/>
          </p:cNvPicPr>
          <p:nvPr/>
        </p:nvPicPr>
        <p:blipFill rotWithShape="1">
          <a:blip r:embed="rId4"/>
          <a:srcRect l="12988" t="31948" r="56300" b="40932"/>
          <a:stretch/>
        </p:blipFill>
        <p:spPr>
          <a:xfrm>
            <a:off x="4519757" y="3861048"/>
            <a:ext cx="7538367" cy="1872208"/>
          </a:xfrm>
          <a:prstGeom prst="rect">
            <a:avLst/>
          </a:prstGeom>
        </p:spPr>
      </p:pic>
      <p:pic>
        <p:nvPicPr>
          <p:cNvPr id="7" name="Imagen 6">
            <a:extLst>
              <a:ext uri="{FF2B5EF4-FFF2-40B4-BE49-F238E27FC236}">
                <a16:creationId xmlns:a16="http://schemas.microsoft.com/office/drawing/2014/main" id="{5EE0C5AF-5DAF-4D4B-8F69-767B15C60A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10B89DBB-3132-4CD4-A8A3-A55C7AE6BB5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5: Edición del modelo de terreno </a:t>
            </a:r>
          </a:p>
        </p:txBody>
      </p:sp>
      <p:pic>
        <p:nvPicPr>
          <p:cNvPr id="11" name="Imagen 10">
            <a:extLst>
              <a:ext uri="{FF2B5EF4-FFF2-40B4-BE49-F238E27FC236}">
                <a16:creationId xmlns:a16="http://schemas.microsoft.com/office/drawing/2014/main" id="{6CBC5FED-E8DE-44D5-97A1-F1AE1A86D1B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71664" y="2242159"/>
            <a:ext cx="360000" cy="360000"/>
          </a:xfrm>
          <a:prstGeom prst="rect">
            <a:avLst/>
          </a:prstGeom>
        </p:spPr>
      </p:pic>
      <p:pic>
        <p:nvPicPr>
          <p:cNvPr id="12" name="Imagen 11">
            <a:extLst>
              <a:ext uri="{FF2B5EF4-FFF2-40B4-BE49-F238E27FC236}">
                <a16:creationId xmlns:a16="http://schemas.microsoft.com/office/drawing/2014/main" id="{5A85CF19-1F8E-40A7-9830-3C449D24709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04312" y="2170212"/>
            <a:ext cx="360000" cy="360000"/>
          </a:xfrm>
          <a:prstGeom prst="rect">
            <a:avLst/>
          </a:prstGeom>
        </p:spPr>
      </p:pic>
    </p:spTree>
    <p:extLst>
      <p:ext uri="{BB962C8B-B14F-4D97-AF65-F5344CB8AC3E}">
        <p14:creationId xmlns:p14="http://schemas.microsoft.com/office/powerpoint/2010/main" val="755413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7 CuadroTexto">
            <a:extLst>
              <a:ext uri="{FF2B5EF4-FFF2-40B4-BE49-F238E27FC236}">
                <a16:creationId xmlns:a16="http://schemas.microsoft.com/office/drawing/2014/main" id="{3572065F-81C1-454C-8E77-453E36FB65E9}"/>
              </a:ext>
            </a:extLst>
          </p:cNvPr>
          <p:cNvSpPr txBox="1"/>
          <p:nvPr/>
        </p:nvSpPr>
        <p:spPr>
          <a:xfrm>
            <a:off x="4331804" y="3305889"/>
            <a:ext cx="3528392" cy="246221"/>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baalkara@gmail.com</a:t>
            </a:r>
          </a:p>
        </p:txBody>
      </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7011</TotalTime>
  <Words>544</Words>
  <Application>Microsoft Office PowerPoint</Application>
  <PresentationFormat>Widescreen</PresentationFormat>
  <Paragraphs>41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HCMC_2_4_3</dc:title>
  <dc:creator>master</dc:creator>
  <cp:lastModifiedBy>WILLIAM RICARDO AGUILAR PIÑA</cp:lastModifiedBy>
  <cp:revision>506</cp:revision>
  <dcterms:created xsi:type="dcterms:W3CDTF">2010-05-17T13:13:34Z</dcterms:created>
  <dcterms:modified xsi:type="dcterms:W3CDTF">2025-07-30T19:40:37Z</dcterms:modified>
</cp:coreProperties>
</file>