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386" r:id="rId2"/>
    <p:sldId id="352" r:id="rId3"/>
    <p:sldId id="353" r:id="rId4"/>
    <p:sldId id="355" r:id="rId5"/>
    <p:sldId id="312" r:id="rId6"/>
    <p:sldId id="299" r:id="rId7"/>
    <p:sldId id="385" r:id="rId8"/>
    <p:sldId id="304" r:id="rId9"/>
    <p:sldId id="307" r:id="rId10"/>
    <p:sldId id="300" r:id="rId11"/>
    <p:sldId id="306" r:id="rId12"/>
    <p:sldId id="313" r:id="rId13"/>
    <p:sldId id="308" r:id="rId14"/>
    <p:sldId id="309" r:id="rId15"/>
    <p:sldId id="314" r:id="rId16"/>
    <p:sldId id="311" r:id="rId17"/>
    <p:sldId id="310" r:id="rId18"/>
    <p:sldId id="387" r:id="rId19"/>
    <p:sldId id="305" r:id="rId20"/>
    <p:sldId id="388" r:id="rId21"/>
    <p:sldId id="389" r:id="rId22"/>
    <p:sldId id="390" r:id="rId23"/>
    <p:sldId id="301" r:id="rId24"/>
    <p:sldId id="391" r:id="rId25"/>
    <p:sldId id="302" r:id="rId26"/>
    <p:sldId id="303" r:id="rId27"/>
    <p:sldId id="392" r:id="rId28"/>
    <p:sldId id="393" r:id="rId29"/>
    <p:sldId id="384" r:id="rId30"/>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0F0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53" autoAdjust="0"/>
    <p:restoredTop sz="96416" autoAdjust="0"/>
  </p:normalViewPr>
  <p:slideViewPr>
    <p:cSldViewPr>
      <p:cViewPr varScale="1">
        <p:scale>
          <a:sx n="116" d="100"/>
          <a:sy n="116" d="100"/>
        </p:scale>
        <p:origin x="270" y="90"/>
      </p:cViewPr>
      <p:guideLst>
        <p:guide orient="horz" pos="2160"/>
        <p:guide pos="3840"/>
      </p:guideLst>
    </p:cSldViewPr>
  </p:slideViewPr>
  <p:notesTextViewPr>
    <p:cViewPr>
      <p:scale>
        <a:sx n="125" d="100"/>
        <a:sy n="125" d="100"/>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ILLIAM RICARDO AGUILAR PIÑA" userId="25538c52-b196-49fc-9025-2dd86a54f18a" providerId="ADAL" clId="{F17B431F-F149-468B-AAEE-F0B8EA094F38}"/>
    <pc:docChg chg="undo custSel addSld delSld modSld sldOrd">
      <pc:chgData name="WILLIAM RICARDO AGUILAR PIÑA" userId="25538c52-b196-49fc-9025-2dd86a54f18a" providerId="ADAL" clId="{F17B431F-F149-468B-AAEE-F0B8EA094F38}" dt="2018-09-10T20:49:33.928" v="190" actId="207"/>
      <pc:docMkLst>
        <pc:docMk/>
      </pc:docMkLst>
      <pc:sldChg chg="modSp">
        <pc:chgData name="WILLIAM RICARDO AGUILAR PIÑA" userId="25538c52-b196-49fc-9025-2dd86a54f18a" providerId="ADAL" clId="{F17B431F-F149-468B-AAEE-F0B8EA094F38}" dt="2018-09-10T20:49:33.928" v="190" actId="207"/>
        <pc:sldMkLst>
          <pc:docMk/>
          <pc:sldMk cId="0" sldId="256"/>
        </pc:sldMkLst>
        <pc:spChg chg="mod">
          <ac:chgData name="WILLIAM RICARDO AGUILAR PIÑA" userId="25538c52-b196-49fc-9025-2dd86a54f18a" providerId="ADAL" clId="{F17B431F-F149-468B-AAEE-F0B8EA094F38}" dt="2018-09-10T16:20:34.867" v="49" actId="14100"/>
          <ac:spMkLst>
            <pc:docMk/>
            <pc:sldMk cId="0" sldId="256"/>
            <ac:spMk id="7" creationId="{00000000-0000-0000-0000-000000000000}"/>
          </ac:spMkLst>
        </pc:spChg>
        <pc:spChg chg="mod">
          <ac:chgData name="WILLIAM RICARDO AGUILAR PIÑA" userId="25538c52-b196-49fc-9025-2dd86a54f18a" providerId="ADAL" clId="{F17B431F-F149-468B-AAEE-F0B8EA094F38}" dt="2018-09-10T20:49:33.928" v="190" actId="207"/>
          <ac:spMkLst>
            <pc:docMk/>
            <pc:sldMk cId="0" sldId="256"/>
            <ac:spMk id="8" creationId="{00000000-0000-0000-0000-000000000000}"/>
          </ac:spMkLst>
        </pc:spChg>
      </pc:sldChg>
    </pc:docChg>
  </pc:docChgLst>
  <pc:docChgLst>
    <pc:chgData name="WILLIAM RICARDO AGUILAR PIÑA" userId="25538c52-b196-49fc-9025-2dd86a54f18a" providerId="ADAL" clId="{7B02A175-094B-4BC9-A820-041D15B153AC}"/>
    <pc:docChg chg="undo custSel addSld modSld">
      <pc:chgData name="WILLIAM RICARDO AGUILAR PIÑA" userId="25538c52-b196-49fc-9025-2dd86a54f18a" providerId="ADAL" clId="{7B02A175-094B-4BC9-A820-041D15B153AC}" dt="2018-10-12T14:37:21.796" v="341" actId="1076"/>
      <pc:docMkLst>
        <pc:docMk/>
      </pc:docMkLst>
      <pc:sldChg chg="modSp">
        <pc:chgData name="WILLIAM RICARDO AGUILAR PIÑA" userId="25538c52-b196-49fc-9025-2dd86a54f18a" providerId="ADAL" clId="{7B02A175-094B-4BC9-A820-041D15B153AC}" dt="2018-10-12T13:17:31.962" v="128"/>
        <pc:sldMkLst>
          <pc:docMk/>
          <pc:sldMk cId="0" sldId="256"/>
        </pc:sldMkLst>
        <pc:spChg chg="mod">
          <ac:chgData name="WILLIAM RICARDO AGUILAR PIÑA" userId="25538c52-b196-49fc-9025-2dd86a54f18a" providerId="ADAL" clId="{7B02A175-094B-4BC9-A820-041D15B153AC}" dt="2018-10-12T13:08:21.790" v="4" actId="255"/>
          <ac:spMkLst>
            <pc:docMk/>
            <pc:sldMk cId="0" sldId="256"/>
            <ac:spMk id="8" creationId="{00000000-0000-0000-0000-000000000000}"/>
          </ac:spMkLst>
        </pc:spChg>
        <pc:spChg chg="mod">
          <ac:chgData name="WILLIAM RICARDO AGUILAR PIÑA" userId="25538c52-b196-49fc-9025-2dd86a54f18a" providerId="ADAL" clId="{7B02A175-094B-4BC9-A820-041D15B153AC}" dt="2018-10-12T13:17:31.962" v="128"/>
          <ac:spMkLst>
            <pc:docMk/>
            <pc:sldMk cId="0" sldId="256"/>
            <ac:spMk id="9" creationId="{ACC46523-F69E-4664-A425-9648BC1F23B9}"/>
          </ac:spMkLst>
        </pc:spChg>
      </pc:sldChg>
      <pc:sldChg chg="addSp delSp">
        <pc:chgData name="WILLIAM RICARDO AGUILAR PIÑA" userId="25538c52-b196-49fc-9025-2dd86a54f18a" providerId="ADAL" clId="{7B02A175-094B-4BC9-A820-041D15B153AC}" dt="2018-10-12T13:18:49.208" v="160"/>
        <pc:sldMkLst>
          <pc:docMk/>
          <pc:sldMk cId="655422725" sldId="298"/>
        </pc:sldMkLst>
        <pc:spChg chg="del">
          <ac:chgData name="WILLIAM RICARDO AGUILAR PIÑA" userId="25538c52-b196-49fc-9025-2dd86a54f18a" providerId="ADAL" clId="{7B02A175-094B-4BC9-A820-041D15B153AC}" dt="2018-10-12T13:18:48.893" v="159" actId="478"/>
          <ac:spMkLst>
            <pc:docMk/>
            <pc:sldMk cId="655422725" sldId="298"/>
            <ac:spMk id="10" creationId="{D6785755-1437-4D5A-9C94-373277D1F6A1}"/>
          </ac:spMkLst>
        </pc:spChg>
        <pc:spChg chg="add">
          <ac:chgData name="WILLIAM RICARDO AGUILAR PIÑA" userId="25538c52-b196-49fc-9025-2dd86a54f18a" providerId="ADAL" clId="{7B02A175-094B-4BC9-A820-041D15B153AC}" dt="2018-10-12T13:18:49.208" v="160"/>
          <ac:spMkLst>
            <pc:docMk/>
            <pc:sldMk cId="655422725" sldId="298"/>
            <ac:spMk id="11" creationId="{70E63F43-478C-4856-B85E-52B2BF27D230}"/>
          </ac:spMkLst>
        </pc:spChg>
      </pc:sldChg>
    </pc:docChg>
  </pc:docChgLst>
  <pc:docChgLst>
    <pc:chgData name="WILLIAM RICARDO AGUILAR PIÑA" userId="25538c52-b196-49fc-9025-2dd86a54f18a" providerId="ADAL" clId="{D8376793-9136-447B-91AA-03F99FB3A623}"/>
    <pc:docChg chg="undo custSel addSld delSld modSld">
      <pc:chgData name="WILLIAM RICARDO AGUILAR PIÑA" userId="25538c52-b196-49fc-9025-2dd86a54f18a" providerId="ADAL" clId="{D8376793-9136-447B-91AA-03F99FB3A623}" dt="2018-11-21T19:22:03.666" v="178" actId="6549"/>
      <pc:docMkLst>
        <pc:docMk/>
      </pc:docMkLst>
      <pc:sldChg chg="addSp modSp">
        <pc:chgData name="WILLIAM RICARDO AGUILAR PIÑA" userId="25538c52-b196-49fc-9025-2dd86a54f18a" providerId="ADAL" clId="{D8376793-9136-447B-91AA-03F99FB3A623}" dt="2018-11-21T19:08:00.989" v="35" actId="1076"/>
        <pc:sldMkLst>
          <pc:docMk/>
          <pc:sldMk cId="0" sldId="256"/>
        </pc:sldMkLst>
        <pc:spChg chg="mod">
          <ac:chgData name="WILLIAM RICARDO AGUILAR PIÑA" userId="25538c52-b196-49fc-9025-2dd86a54f18a" providerId="ADAL" clId="{D8376793-9136-447B-91AA-03F99FB3A623}" dt="2018-11-21T19:02:41.942" v="4" actId="20577"/>
          <ac:spMkLst>
            <pc:docMk/>
            <pc:sldMk cId="0" sldId="256"/>
            <ac:spMk id="8" creationId="{00000000-0000-0000-0000-000000000000}"/>
          </ac:spMkLst>
        </pc:spChg>
        <pc:spChg chg="add">
          <ac:chgData name="WILLIAM RICARDO AGUILAR PIÑA" userId="25538c52-b196-49fc-9025-2dd86a54f18a" providerId="ADAL" clId="{D8376793-9136-447B-91AA-03F99FB3A623}" dt="2018-11-21T19:02:30.171" v="0"/>
          <ac:spMkLst>
            <pc:docMk/>
            <pc:sldMk cId="0" sldId="256"/>
            <ac:spMk id="10" creationId="{8B20467A-742C-4A3E-8B39-C27EEAF1ADCE}"/>
          </ac:spMkLst>
        </pc:spChg>
        <pc:grpChg chg="add">
          <ac:chgData name="WILLIAM RICARDO AGUILAR PIÑA" userId="25538c52-b196-49fc-9025-2dd86a54f18a" providerId="ADAL" clId="{D8376793-9136-447B-91AA-03F99FB3A623}" dt="2018-11-21T19:02:33.170" v="1"/>
          <ac:grpSpMkLst>
            <pc:docMk/>
            <pc:sldMk cId="0" sldId="256"/>
            <ac:grpSpMk id="12" creationId="{1DBB0CF7-6DC8-4829-A742-1A547945207F}"/>
          </ac:grpSpMkLst>
        </pc:grpChg>
        <pc:grpChg chg="add mod">
          <ac:chgData name="WILLIAM RICARDO AGUILAR PIÑA" userId="25538c52-b196-49fc-9025-2dd86a54f18a" providerId="ADAL" clId="{D8376793-9136-447B-91AA-03F99FB3A623}" dt="2018-11-21T19:08:00.989" v="35" actId="1076"/>
          <ac:grpSpMkLst>
            <pc:docMk/>
            <pc:sldMk cId="0" sldId="256"/>
            <ac:grpSpMk id="15" creationId="{61B2571F-605F-4520-9E87-CB6DEE4D3FC3}"/>
          </ac:grpSpMkLst>
        </pc:grpChg>
        <pc:picChg chg="add">
          <ac:chgData name="WILLIAM RICARDO AGUILAR PIÑA" userId="25538c52-b196-49fc-9025-2dd86a54f18a" providerId="ADAL" clId="{D8376793-9136-447B-91AA-03F99FB3A623}" dt="2018-11-21T19:02:30.171" v="0"/>
          <ac:picMkLst>
            <pc:docMk/>
            <pc:sldMk cId="0" sldId="256"/>
            <ac:picMk id="9" creationId="{E7C69EB6-5A45-4185-BBDF-3F2CF6010B8C}"/>
          </ac:picMkLst>
        </pc:picChg>
      </pc:sldChg>
      <pc:sldChg chg="addSp modSp del">
        <pc:chgData name="WILLIAM RICARDO AGUILAR PIÑA" userId="25538c52-b196-49fc-9025-2dd86a54f18a" providerId="ADAL" clId="{D8376793-9136-447B-91AA-03F99FB3A623}" dt="2018-11-21T19:02:57.688" v="7" actId="2696"/>
        <pc:sldMkLst>
          <pc:docMk/>
          <pc:sldMk cId="1805327859" sldId="289"/>
        </pc:sldMkLst>
        <pc:spChg chg="mod">
          <ac:chgData name="WILLIAM RICARDO AGUILAR PIÑA" userId="25538c52-b196-49fc-9025-2dd86a54f18a" providerId="ADAL" clId="{D8376793-9136-447B-91AA-03F99FB3A623}" dt="2018-11-21T19:02:55.506" v="6" actId="1076"/>
          <ac:spMkLst>
            <pc:docMk/>
            <pc:sldMk cId="1805327859" sldId="289"/>
            <ac:spMk id="9" creationId="{AD6FE7A8-B140-450C-8DC1-C58D3BD7382B}"/>
          </ac:spMkLst>
        </pc:spChg>
        <pc:picChg chg="add">
          <ac:chgData name="WILLIAM RICARDO AGUILAR PIÑA" userId="25538c52-b196-49fc-9025-2dd86a54f18a" providerId="ADAL" clId="{D8376793-9136-447B-91AA-03F99FB3A623}" dt="2018-11-21T19:02:47.457" v="5"/>
          <ac:picMkLst>
            <pc:docMk/>
            <pc:sldMk cId="1805327859" sldId="289"/>
            <ac:picMk id="6" creationId="{06A5029B-B3CA-4EBF-8ED1-1E4CB23323A8}"/>
          </ac:picMkLst>
        </pc:picChg>
      </pc:sldChg>
      <pc:sldChg chg="addSp delSp modSp">
        <pc:chgData name="WILLIAM RICARDO AGUILAR PIÑA" userId="25538c52-b196-49fc-9025-2dd86a54f18a" providerId="ADAL" clId="{D8376793-9136-447B-91AA-03F99FB3A623}" dt="2018-11-21T19:11:06.987" v="80" actId="6549"/>
        <pc:sldMkLst>
          <pc:docMk/>
          <pc:sldMk cId="655422725" sldId="298"/>
        </pc:sldMkLst>
        <pc:spChg chg="del">
          <ac:chgData name="WILLIAM RICARDO AGUILAR PIÑA" userId="25538c52-b196-49fc-9025-2dd86a54f18a" providerId="ADAL" clId="{D8376793-9136-447B-91AA-03F99FB3A623}" dt="2018-11-21T19:11:04.520" v="78" actId="478"/>
          <ac:spMkLst>
            <pc:docMk/>
            <pc:sldMk cId="655422725" sldId="298"/>
            <ac:spMk id="13" creationId="{613272EA-218E-44DD-819D-1162D8AAE976}"/>
          </ac:spMkLst>
        </pc:spChg>
        <pc:spChg chg="add mod">
          <ac:chgData name="WILLIAM RICARDO AGUILAR PIÑA" userId="25538c52-b196-49fc-9025-2dd86a54f18a" providerId="ADAL" clId="{D8376793-9136-447B-91AA-03F99FB3A623}" dt="2018-11-21T19:11:06.987" v="80" actId="6549"/>
          <ac:spMkLst>
            <pc:docMk/>
            <pc:sldMk cId="655422725" sldId="298"/>
            <ac:spMk id="16" creationId="{83325E07-8BF7-4514-90A4-4C01B7CD8BBF}"/>
          </ac:spMkLst>
        </pc:spChg>
        <pc:picChg chg="add">
          <ac:chgData name="WILLIAM RICARDO AGUILAR PIÑA" userId="25538c52-b196-49fc-9025-2dd86a54f18a" providerId="ADAL" clId="{D8376793-9136-447B-91AA-03F99FB3A623}" dt="2018-11-21T19:07:22.760" v="33"/>
          <ac:picMkLst>
            <pc:docMk/>
            <pc:sldMk cId="655422725" sldId="298"/>
            <ac:picMk id="15" creationId="{4BE5CA24-FABE-4DC5-8213-59F2678B61E9}"/>
          </ac:picMkLst>
        </pc:picChg>
      </pc:sldChg>
      <pc:sldChg chg="addSp delSp modSp">
        <pc:chgData name="WILLIAM RICARDO AGUILAR PIÑA" userId="25538c52-b196-49fc-9025-2dd86a54f18a" providerId="ADAL" clId="{D8376793-9136-447B-91AA-03F99FB3A623}" dt="2018-11-21T19:21:36.694" v="161" actId="14100"/>
        <pc:sldMkLst>
          <pc:docMk/>
          <pc:sldMk cId="3111998350" sldId="299"/>
        </pc:sldMkLst>
        <pc:spChg chg="mod">
          <ac:chgData name="WILLIAM RICARDO AGUILAR PIÑA" userId="25538c52-b196-49fc-9025-2dd86a54f18a" providerId="ADAL" clId="{D8376793-9136-447B-91AA-03F99FB3A623}" dt="2018-11-21T19:21:31.838" v="160" actId="1035"/>
          <ac:spMkLst>
            <pc:docMk/>
            <pc:sldMk cId="3111998350" sldId="299"/>
            <ac:spMk id="7" creationId="{6110D0F8-75D5-4F37-8629-CA4581F4837B}"/>
          </ac:spMkLst>
        </pc:spChg>
        <pc:spChg chg="mod">
          <ac:chgData name="WILLIAM RICARDO AGUILAR PIÑA" userId="25538c52-b196-49fc-9025-2dd86a54f18a" providerId="ADAL" clId="{D8376793-9136-447B-91AA-03F99FB3A623}" dt="2018-11-21T19:21:36.694" v="161" actId="14100"/>
          <ac:spMkLst>
            <pc:docMk/>
            <pc:sldMk cId="3111998350" sldId="299"/>
            <ac:spMk id="8" creationId="{00000000-0000-0000-0000-000000000000}"/>
          </ac:spMkLst>
        </pc:spChg>
        <pc:spChg chg="mod">
          <ac:chgData name="WILLIAM RICARDO AGUILAR PIÑA" userId="25538c52-b196-49fc-9025-2dd86a54f18a" providerId="ADAL" clId="{D8376793-9136-447B-91AA-03F99FB3A623}" dt="2018-11-21T19:21:31.838" v="160" actId="1035"/>
          <ac:spMkLst>
            <pc:docMk/>
            <pc:sldMk cId="3111998350" sldId="299"/>
            <ac:spMk id="9" creationId="{9BEA0FC8-D2B9-4946-9A63-B55A3E9053A9}"/>
          </ac:spMkLst>
        </pc:spChg>
        <pc:spChg chg="del">
          <ac:chgData name="WILLIAM RICARDO AGUILAR PIÑA" userId="25538c52-b196-49fc-9025-2dd86a54f18a" providerId="ADAL" clId="{D8376793-9136-447B-91AA-03F99FB3A623}" dt="2018-11-21T19:06:27.936" v="12" actId="478"/>
          <ac:spMkLst>
            <pc:docMk/>
            <pc:sldMk cId="3111998350" sldId="299"/>
            <ac:spMk id="10" creationId="{9F19BAF0-ABE1-434A-AEDB-B49336568980}"/>
          </ac:spMkLst>
        </pc:spChg>
        <pc:spChg chg="add mod">
          <ac:chgData name="WILLIAM RICARDO AGUILAR PIÑA" userId="25538c52-b196-49fc-9025-2dd86a54f18a" providerId="ADAL" clId="{D8376793-9136-447B-91AA-03F99FB3A623}" dt="2018-11-21T19:06:43.915" v="20" actId="6549"/>
          <ac:spMkLst>
            <pc:docMk/>
            <pc:sldMk cId="3111998350" sldId="299"/>
            <ac:spMk id="11" creationId="{BDB7F980-F4EE-4869-9FE7-BCAA4A1035C8}"/>
          </ac:spMkLst>
        </pc:spChg>
        <pc:picChg chg="add">
          <ac:chgData name="WILLIAM RICARDO AGUILAR PIÑA" userId="25538c52-b196-49fc-9025-2dd86a54f18a" providerId="ADAL" clId="{D8376793-9136-447B-91AA-03F99FB3A623}" dt="2018-11-21T19:06:28.245" v="13"/>
          <ac:picMkLst>
            <pc:docMk/>
            <pc:sldMk cId="3111998350" sldId="299"/>
            <ac:picMk id="12" creationId="{9D9E3825-AE39-4992-AF92-F9A775FC453E}"/>
          </ac:picMkLst>
        </pc:picChg>
      </pc:sldChg>
      <pc:sldChg chg="addSp delSp modSp">
        <pc:chgData name="WILLIAM RICARDO AGUILAR PIÑA" userId="25538c52-b196-49fc-9025-2dd86a54f18a" providerId="ADAL" clId="{D8376793-9136-447B-91AA-03F99FB3A623}" dt="2018-11-21T19:19:58.460" v="154" actId="790"/>
        <pc:sldMkLst>
          <pc:docMk/>
          <pc:sldMk cId="1170432930" sldId="300"/>
        </pc:sldMkLst>
        <pc:spChg chg="mod">
          <ac:chgData name="WILLIAM RICARDO AGUILAR PIÑA" userId="25538c52-b196-49fc-9025-2dd86a54f18a" providerId="ADAL" clId="{D8376793-9136-447B-91AA-03F99FB3A623}" dt="2018-11-21T19:19:58.460" v="154" actId="790"/>
          <ac:spMkLst>
            <pc:docMk/>
            <pc:sldMk cId="1170432930" sldId="300"/>
            <ac:spMk id="8" creationId="{00000000-0000-0000-0000-000000000000}"/>
          </ac:spMkLst>
        </pc:spChg>
        <pc:spChg chg="del">
          <ac:chgData name="WILLIAM RICARDO AGUILAR PIÑA" userId="25538c52-b196-49fc-9025-2dd86a54f18a" providerId="ADAL" clId="{D8376793-9136-447B-91AA-03F99FB3A623}" dt="2018-11-21T19:09:00.048" v="45" actId="478"/>
          <ac:spMkLst>
            <pc:docMk/>
            <pc:sldMk cId="1170432930" sldId="300"/>
            <ac:spMk id="11" creationId="{A89BE1F5-6E1A-455D-9E9E-DB9777E31950}"/>
          </ac:spMkLst>
        </pc:spChg>
        <pc:spChg chg="add mod">
          <ac:chgData name="WILLIAM RICARDO AGUILAR PIÑA" userId="25538c52-b196-49fc-9025-2dd86a54f18a" providerId="ADAL" clId="{D8376793-9136-447B-91AA-03F99FB3A623}" dt="2018-11-21T19:19:58.460" v="154" actId="790"/>
          <ac:spMkLst>
            <pc:docMk/>
            <pc:sldMk cId="1170432930" sldId="300"/>
            <ac:spMk id="12" creationId="{02D65749-9A7A-41AA-B836-DC5D35FC14E2}"/>
          </ac:spMkLst>
        </pc:spChg>
        <pc:spChg chg="mod">
          <ac:chgData name="WILLIAM RICARDO AGUILAR PIÑA" userId="25538c52-b196-49fc-9025-2dd86a54f18a" providerId="ADAL" clId="{D8376793-9136-447B-91AA-03F99FB3A623}" dt="2018-11-21T19:19:58.460" v="154" actId="790"/>
          <ac:spMkLst>
            <pc:docMk/>
            <pc:sldMk cId="1170432930" sldId="300"/>
            <ac:spMk id="22530" creationId="{00000000-0000-0000-0000-000000000000}"/>
          </ac:spMkLst>
        </pc:spChg>
        <pc:picChg chg="mod">
          <ac:chgData name="WILLIAM RICARDO AGUILAR PIÑA" userId="25538c52-b196-49fc-9025-2dd86a54f18a" providerId="ADAL" clId="{D8376793-9136-447B-91AA-03F99FB3A623}" dt="2018-11-21T19:17:29.911" v="150" actId="1037"/>
          <ac:picMkLst>
            <pc:docMk/>
            <pc:sldMk cId="1170432930" sldId="300"/>
            <ac:picMk id="2" creationId="{6C7E2CF3-DF80-469F-92AB-49ABC10CE83D}"/>
          </ac:picMkLst>
        </pc:picChg>
        <pc:picChg chg="mod">
          <ac:chgData name="WILLIAM RICARDO AGUILAR PIÑA" userId="25538c52-b196-49fc-9025-2dd86a54f18a" providerId="ADAL" clId="{D8376793-9136-447B-91AA-03F99FB3A623}" dt="2018-11-21T19:17:29.911" v="150" actId="1037"/>
          <ac:picMkLst>
            <pc:docMk/>
            <pc:sldMk cId="1170432930" sldId="300"/>
            <ac:picMk id="5" creationId="{B808E903-2E92-4088-B4F3-BAD23158D4E5}"/>
          </ac:picMkLst>
        </pc:picChg>
        <pc:picChg chg="del mod">
          <ac:chgData name="WILLIAM RICARDO AGUILAR PIÑA" userId="25538c52-b196-49fc-9025-2dd86a54f18a" providerId="ADAL" clId="{D8376793-9136-447B-91AA-03F99FB3A623}" dt="2018-11-21T19:17:00.326" v="133" actId="478"/>
          <ac:picMkLst>
            <pc:docMk/>
            <pc:sldMk cId="1170432930" sldId="300"/>
            <ac:picMk id="9" creationId="{1484BC84-387B-481E-B204-770CAB6F5D7F}"/>
          </ac:picMkLst>
        </pc:picChg>
        <pc:picChg chg="add">
          <ac:chgData name="WILLIAM RICARDO AGUILAR PIÑA" userId="25538c52-b196-49fc-9025-2dd86a54f18a" providerId="ADAL" clId="{D8376793-9136-447B-91AA-03F99FB3A623}" dt="2018-11-21T19:07:15.669" v="25"/>
          <ac:picMkLst>
            <pc:docMk/>
            <pc:sldMk cId="1170432930" sldId="300"/>
            <ac:picMk id="10" creationId="{6AD1F826-DF84-4723-A2CD-BA7B63FE7967}"/>
          </ac:picMkLst>
        </pc:picChg>
        <pc:picChg chg="mod">
          <ac:chgData name="WILLIAM RICARDO AGUILAR PIÑA" userId="25538c52-b196-49fc-9025-2dd86a54f18a" providerId="ADAL" clId="{D8376793-9136-447B-91AA-03F99FB3A623}" dt="2018-11-21T19:17:29.911" v="150" actId="1037"/>
          <ac:picMkLst>
            <pc:docMk/>
            <pc:sldMk cId="1170432930" sldId="300"/>
            <ac:picMk id="13" creationId="{90917BBC-A9DB-4BC6-9CB1-0D429B521D16}"/>
          </ac:picMkLst>
        </pc:picChg>
      </pc:sldChg>
      <pc:sldChg chg="addSp delSp modSp">
        <pc:chgData name="WILLIAM RICARDO AGUILAR PIÑA" userId="25538c52-b196-49fc-9025-2dd86a54f18a" providerId="ADAL" clId="{D8376793-9136-447B-91AA-03F99FB3A623}" dt="2018-11-21T19:12:43.787" v="114" actId="1076"/>
        <pc:sldMkLst>
          <pc:docMk/>
          <pc:sldMk cId="2935404958" sldId="304"/>
        </pc:sldMkLst>
        <pc:spChg chg="del">
          <ac:chgData name="WILLIAM RICARDO AGUILAR PIÑA" userId="25538c52-b196-49fc-9025-2dd86a54f18a" providerId="ADAL" clId="{D8376793-9136-447B-91AA-03F99FB3A623}" dt="2018-11-21T19:08:29.912" v="36" actId="478"/>
          <ac:spMkLst>
            <pc:docMk/>
            <pc:sldMk cId="2935404958" sldId="304"/>
            <ac:spMk id="7" creationId="{A585FC37-7C03-4EB2-98DC-070C4F8C1711}"/>
          </ac:spMkLst>
        </pc:spChg>
        <pc:spChg chg="mod">
          <ac:chgData name="WILLIAM RICARDO AGUILAR PIÑA" userId="25538c52-b196-49fc-9025-2dd86a54f18a" providerId="ADAL" clId="{D8376793-9136-447B-91AA-03F99FB3A623}" dt="2018-11-21T19:12:43.787" v="114" actId="1076"/>
          <ac:spMkLst>
            <pc:docMk/>
            <pc:sldMk cId="2935404958" sldId="304"/>
            <ac:spMk id="8" creationId="{00000000-0000-0000-0000-000000000000}"/>
          </ac:spMkLst>
        </pc:spChg>
        <pc:spChg chg="add">
          <ac:chgData name="WILLIAM RICARDO AGUILAR PIÑA" userId="25538c52-b196-49fc-9025-2dd86a54f18a" providerId="ADAL" clId="{D8376793-9136-447B-91AA-03F99FB3A623}" dt="2018-11-21T19:08:30.243" v="37"/>
          <ac:spMkLst>
            <pc:docMk/>
            <pc:sldMk cId="2935404958" sldId="304"/>
            <ac:spMk id="9" creationId="{F6E3626E-87D1-4CF7-AEE0-2B798DB2D035}"/>
          </ac:spMkLst>
        </pc:spChg>
        <pc:picChg chg="mod">
          <ac:chgData name="WILLIAM RICARDO AGUILAR PIÑA" userId="25538c52-b196-49fc-9025-2dd86a54f18a" providerId="ADAL" clId="{D8376793-9136-447B-91AA-03F99FB3A623}" dt="2018-11-21T19:12:43.787" v="114" actId="1076"/>
          <ac:picMkLst>
            <pc:docMk/>
            <pc:sldMk cId="2935404958" sldId="304"/>
            <ac:picMk id="5" creationId="{AB145EE9-7BA0-4AB0-8604-09D5DD6BD53E}"/>
          </ac:picMkLst>
        </pc:picChg>
        <pc:picChg chg="add">
          <ac:chgData name="WILLIAM RICARDO AGUILAR PIÑA" userId="25538c52-b196-49fc-9025-2dd86a54f18a" providerId="ADAL" clId="{D8376793-9136-447B-91AA-03F99FB3A623}" dt="2018-11-21T19:07:14.152" v="23"/>
          <ac:picMkLst>
            <pc:docMk/>
            <pc:sldMk cId="2935404958" sldId="304"/>
            <ac:picMk id="6" creationId="{C4203F37-D75D-463A-A55A-3ED910409AED}"/>
          </ac:picMkLst>
        </pc:picChg>
      </pc:sldChg>
      <pc:sldChg chg="addSp delSp modSp">
        <pc:chgData name="WILLIAM RICARDO AGUILAR PIÑA" userId="25538c52-b196-49fc-9025-2dd86a54f18a" providerId="ADAL" clId="{D8376793-9136-447B-91AA-03F99FB3A623}" dt="2018-11-21T19:12:57.239" v="117" actId="1038"/>
        <pc:sldMkLst>
          <pc:docMk/>
          <pc:sldMk cId="3958047317" sldId="306"/>
        </pc:sldMkLst>
        <pc:spChg chg="del">
          <ac:chgData name="WILLIAM RICARDO AGUILAR PIÑA" userId="25538c52-b196-49fc-9025-2dd86a54f18a" providerId="ADAL" clId="{D8376793-9136-447B-91AA-03F99FB3A623}" dt="2018-11-21T19:09:13.824" v="47" actId="478"/>
          <ac:spMkLst>
            <pc:docMk/>
            <pc:sldMk cId="3958047317" sldId="306"/>
            <ac:spMk id="7" creationId="{BD946BF1-542A-4ACA-A432-541B3B063358}"/>
          </ac:spMkLst>
        </pc:spChg>
        <pc:spChg chg="mod">
          <ac:chgData name="WILLIAM RICARDO AGUILAR PIÑA" userId="25538c52-b196-49fc-9025-2dd86a54f18a" providerId="ADAL" clId="{D8376793-9136-447B-91AA-03F99FB3A623}" dt="2018-11-21T19:12:57.239" v="117" actId="1038"/>
          <ac:spMkLst>
            <pc:docMk/>
            <pc:sldMk cId="3958047317" sldId="306"/>
            <ac:spMk id="8" creationId="{00000000-0000-0000-0000-000000000000}"/>
          </ac:spMkLst>
        </pc:spChg>
        <pc:spChg chg="add mod">
          <ac:chgData name="WILLIAM RICARDO AGUILAR PIÑA" userId="25538c52-b196-49fc-9025-2dd86a54f18a" providerId="ADAL" clId="{D8376793-9136-447B-91AA-03F99FB3A623}" dt="2018-11-21T19:09:17.562" v="49" actId="6549"/>
          <ac:spMkLst>
            <pc:docMk/>
            <pc:sldMk cId="3958047317" sldId="306"/>
            <ac:spMk id="9" creationId="{26636DFF-84E7-4108-BD5A-DD81196C8C92}"/>
          </ac:spMkLst>
        </pc:spChg>
        <pc:picChg chg="mod">
          <ac:chgData name="WILLIAM RICARDO AGUILAR PIÑA" userId="25538c52-b196-49fc-9025-2dd86a54f18a" providerId="ADAL" clId="{D8376793-9136-447B-91AA-03F99FB3A623}" dt="2018-11-21T19:12:57.239" v="117" actId="1038"/>
          <ac:picMkLst>
            <pc:docMk/>
            <pc:sldMk cId="3958047317" sldId="306"/>
            <ac:picMk id="3" creationId="{BCF486FB-1774-4B6F-9EDD-CD4C24C14AC3}"/>
          </ac:picMkLst>
        </pc:picChg>
        <pc:picChg chg="add">
          <ac:chgData name="WILLIAM RICARDO AGUILAR PIÑA" userId="25538c52-b196-49fc-9025-2dd86a54f18a" providerId="ADAL" clId="{D8376793-9136-447B-91AA-03F99FB3A623}" dt="2018-11-21T19:07:16.675" v="26"/>
          <ac:picMkLst>
            <pc:docMk/>
            <pc:sldMk cId="3958047317" sldId="306"/>
            <ac:picMk id="6" creationId="{5BBB8C26-A5C3-47DB-92BB-8390ACDAB918}"/>
          </ac:picMkLst>
        </pc:picChg>
      </pc:sldChg>
      <pc:sldChg chg="addSp delSp modSp">
        <pc:chgData name="WILLIAM RICARDO AGUILAR PIÑA" userId="25538c52-b196-49fc-9025-2dd86a54f18a" providerId="ADAL" clId="{D8376793-9136-447B-91AA-03F99FB3A623}" dt="2018-11-21T19:18:05.258" v="152" actId="790"/>
        <pc:sldMkLst>
          <pc:docMk/>
          <pc:sldMk cId="10351624" sldId="307"/>
        </pc:sldMkLst>
        <pc:spChg chg="mod">
          <ac:chgData name="WILLIAM RICARDO AGUILAR PIÑA" userId="25538c52-b196-49fc-9025-2dd86a54f18a" providerId="ADAL" clId="{D8376793-9136-447B-91AA-03F99FB3A623}" dt="2018-11-21T19:18:05.258" v="152" actId="790"/>
          <ac:spMkLst>
            <pc:docMk/>
            <pc:sldMk cId="10351624" sldId="307"/>
            <ac:spMk id="8" creationId="{00000000-0000-0000-0000-000000000000}"/>
          </ac:spMkLst>
        </pc:spChg>
        <pc:spChg chg="del">
          <ac:chgData name="WILLIAM RICARDO AGUILAR PIÑA" userId="25538c52-b196-49fc-9025-2dd86a54f18a" providerId="ADAL" clId="{D8376793-9136-447B-91AA-03F99FB3A623}" dt="2018-11-21T19:08:41.327" v="38" actId="478"/>
          <ac:spMkLst>
            <pc:docMk/>
            <pc:sldMk cId="10351624" sldId="307"/>
            <ac:spMk id="11" creationId="{92AC3315-487F-4163-82F0-1128F02FAAAC}"/>
          </ac:spMkLst>
        </pc:spChg>
        <pc:spChg chg="add mod">
          <ac:chgData name="WILLIAM RICARDO AGUILAR PIÑA" userId="25538c52-b196-49fc-9025-2dd86a54f18a" providerId="ADAL" clId="{D8376793-9136-447B-91AA-03F99FB3A623}" dt="2018-11-21T19:18:05.258" v="152" actId="790"/>
          <ac:spMkLst>
            <pc:docMk/>
            <pc:sldMk cId="10351624" sldId="307"/>
            <ac:spMk id="13" creationId="{8BE43A41-5D43-49A6-81FC-C6D6F8856471}"/>
          </ac:spMkLst>
        </pc:spChg>
        <pc:spChg chg="mod">
          <ac:chgData name="WILLIAM RICARDO AGUILAR PIÑA" userId="25538c52-b196-49fc-9025-2dd86a54f18a" providerId="ADAL" clId="{D8376793-9136-447B-91AA-03F99FB3A623}" dt="2018-11-21T19:18:05.258" v="152" actId="790"/>
          <ac:spMkLst>
            <pc:docMk/>
            <pc:sldMk cId="10351624" sldId="307"/>
            <ac:spMk id="22530" creationId="{00000000-0000-0000-0000-000000000000}"/>
          </ac:spMkLst>
        </pc:spChg>
        <pc:picChg chg="add">
          <ac:chgData name="WILLIAM RICARDO AGUILAR PIÑA" userId="25538c52-b196-49fc-9025-2dd86a54f18a" providerId="ADAL" clId="{D8376793-9136-447B-91AA-03F99FB3A623}" dt="2018-11-21T19:07:14.949" v="24"/>
          <ac:picMkLst>
            <pc:docMk/>
            <pc:sldMk cId="10351624" sldId="307"/>
            <ac:picMk id="12" creationId="{49DD6582-1B05-488E-A429-2A21319F54DB}"/>
          </ac:picMkLst>
        </pc:picChg>
      </pc:sldChg>
      <pc:sldChg chg="addSp delSp">
        <pc:chgData name="WILLIAM RICARDO AGUILAR PIÑA" userId="25538c52-b196-49fc-9025-2dd86a54f18a" providerId="ADAL" clId="{D8376793-9136-447B-91AA-03F99FB3A623}" dt="2018-11-21T19:09:42.726" v="59"/>
        <pc:sldMkLst>
          <pc:docMk/>
          <pc:sldMk cId="121725647" sldId="308"/>
        </pc:sldMkLst>
        <pc:spChg chg="del">
          <ac:chgData name="WILLIAM RICARDO AGUILAR PIÑA" userId="25538c52-b196-49fc-9025-2dd86a54f18a" providerId="ADAL" clId="{D8376793-9136-447B-91AA-03F99FB3A623}" dt="2018-11-21T19:09:41.872" v="58" actId="478"/>
          <ac:spMkLst>
            <pc:docMk/>
            <pc:sldMk cId="121725647" sldId="308"/>
            <ac:spMk id="16" creationId="{FB8BBEC5-7AAF-4FF0-9B7D-5B2D3BDF819E}"/>
          </ac:spMkLst>
        </pc:spChg>
        <pc:spChg chg="add">
          <ac:chgData name="WILLIAM RICARDO AGUILAR PIÑA" userId="25538c52-b196-49fc-9025-2dd86a54f18a" providerId="ADAL" clId="{D8376793-9136-447B-91AA-03F99FB3A623}" dt="2018-11-21T19:09:42.726" v="59"/>
          <ac:spMkLst>
            <pc:docMk/>
            <pc:sldMk cId="121725647" sldId="308"/>
            <ac:spMk id="17" creationId="{5B56C788-A4A1-44D4-983D-49C0F80EE88A}"/>
          </ac:spMkLst>
        </pc:spChg>
        <pc:picChg chg="add">
          <ac:chgData name="WILLIAM RICARDO AGUILAR PIÑA" userId="25538c52-b196-49fc-9025-2dd86a54f18a" providerId="ADAL" clId="{D8376793-9136-447B-91AA-03F99FB3A623}" dt="2018-11-21T19:07:18.386" v="28"/>
          <ac:picMkLst>
            <pc:docMk/>
            <pc:sldMk cId="121725647" sldId="308"/>
            <ac:picMk id="14" creationId="{CFA458A0-87EB-4F97-8386-5ADE7D648BDF}"/>
          </ac:picMkLst>
        </pc:picChg>
      </pc:sldChg>
      <pc:sldChg chg="addSp delSp modSp">
        <pc:chgData name="WILLIAM RICARDO AGUILAR PIÑA" userId="25538c52-b196-49fc-9025-2dd86a54f18a" providerId="ADAL" clId="{D8376793-9136-447B-91AA-03F99FB3A623}" dt="2018-11-21T19:13:05.966" v="120" actId="1038"/>
        <pc:sldMkLst>
          <pc:docMk/>
          <pc:sldMk cId="4131427892" sldId="309"/>
        </pc:sldMkLst>
        <pc:spChg chg="del">
          <ac:chgData name="WILLIAM RICARDO AGUILAR PIÑA" userId="25538c52-b196-49fc-9025-2dd86a54f18a" providerId="ADAL" clId="{D8376793-9136-447B-91AA-03F99FB3A623}" dt="2018-11-21T19:09:44.855" v="60" actId="478"/>
          <ac:spMkLst>
            <pc:docMk/>
            <pc:sldMk cId="4131427892" sldId="309"/>
            <ac:spMk id="7" creationId="{08A03202-C899-4E2A-A988-10708804F342}"/>
          </ac:spMkLst>
        </pc:spChg>
        <pc:spChg chg="mod">
          <ac:chgData name="WILLIAM RICARDO AGUILAR PIÑA" userId="25538c52-b196-49fc-9025-2dd86a54f18a" providerId="ADAL" clId="{D8376793-9136-447B-91AA-03F99FB3A623}" dt="2018-11-21T19:13:05.966" v="120" actId="1038"/>
          <ac:spMkLst>
            <pc:docMk/>
            <pc:sldMk cId="4131427892" sldId="309"/>
            <ac:spMk id="8" creationId="{00000000-0000-0000-0000-000000000000}"/>
          </ac:spMkLst>
        </pc:spChg>
        <pc:spChg chg="add mod">
          <ac:chgData name="WILLIAM RICARDO AGUILAR PIÑA" userId="25538c52-b196-49fc-9025-2dd86a54f18a" providerId="ADAL" clId="{D8376793-9136-447B-91AA-03F99FB3A623}" dt="2018-11-21T19:10:37.540" v="72" actId="6549"/>
          <ac:spMkLst>
            <pc:docMk/>
            <pc:sldMk cId="4131427892" sldId="309"/>
            <ac:spMk id="9" creationId="{65DF3FC9-3604-4BA9-A373-719638530668}"/>
          </ac:spMkLst>
        </pc:spChg>
        <pc:picChg chg="add">
          <ac:chgData name="WILLIAM RICARDO AGUILAR PIÑA" userId="25538c52-b196-49fc-9025-2dd86a54f18a" providerId="ADAL" clId="{D8376793-9136-447B-91AA-03F99FB3A623}" dt="2018-11-21T19:07:19.106" v="29"/>
          <ac:picMkLst>
            <pc:docMk/>
            <pc:sldMk cId="4131427892" sldId="309"/>
            <ac:picMk id="6" creationId="{6E2BDD63-2F0A-48E3-ABA6-F6452FE76C40}"/>
          </ac:picMkLst>
        </pc:picChg>
        <pc:picChg chg="mod">
          <ac:chgData name="WILLIAM RICARDO AGUILAR PIÑA" userId="25538c52-b196-49fc-9025-2dd86a54f18a" providerId="ADAL" clId="{D8376793-9136-447B-91AA-03F99FB3A623}" dt="2018-11-21T19:13:05.966" v="120" actId="1038"/>
          <ac:picMkLst>
            <pc:docMk/>
            <pc:sldMk cId="4131427892" sldId="309"/>
            <ac:picMk id="7170" creationId="{2CFA1E7F-82D6-4D3B-A237-DF519080F40F}"/>
          </ac:picMkLst>
        </pc:picChg>
      </pc:sldChg>
      <pc:sldChg chg="addSp delSp modSp">
        <pc:chgData name="WILLIAM RICARDO AGUILAR PIÑA" userId="25538c52-b196-49fc-9025-2dd86a54f18a" providerId="ADAL" clId="{D8376793-9136-447B-91AA-03F99FB3A623}" dt="2018-11-21T19:20:41.245" v="155" actId="313"/>
        <pc:sldMkLst>
          <pc:docMk/>
          <pc:sldMk cId="2127893289" sldId="310"/>
        </pc:sldMkLst>
        <pc:spChg chg="mod">
          <ac:chgData name="WILLIAM RICARDO AGUILAR PIÑA" userId="25538c52-b196-49fc-9025-2dd86a54f18a" providerId="ADAL" clId="{D8376793-9136-447B-91AA-03F99FB3A623}" dt="2018-11-21T19:20:41.245" v="155" actId="313"/>
          <ac:spMkLst>
            <pc:docMk/>
            <pc:sldMk cId="2127893289" sldId="310"/>
            <ac:spMk id="8" creationId="{00000000-0000-0000-0000-000000000000}"/>
          </ac:spMkLst>
        </pc:spChg>
        <pc:spChg chg="add">
          <ac:chgData name="WILLIAM RICARDO AGUILAR PIÑA" userId="25538c52-b196-49fc-9025-2dd86a54f18a" providerId="ADAL" clId="{D8376793-9136-447B-91AA-03F99FB3A623}" dt="2018-11-21T19:10:58.371" v="77"/>
          <ac:spMkLst>
            <pc:docMk/>
            <pc:sldMk cId="2127893289" sldId="310"/>
            <ac:spMk id="11" creationId="{C3880CFD-7CE8-4E23-A143-36C6B19A6F77}"/>
          </ac:spMkLst>
        </pc:spChg>
        <pc:spChg chg="del">
          <ac:chgData name="WILLIAM RICARDO AGUILAR PIÑA" userId="25538c52-b196-49fc-9025-2dd86a54f18a" providerId="ADAL" clId="{D8376793-9136-447B-91AA-03F99FB3A623}" dt="2018-11-21T19:10:58.096" v="76" actId="478"/>
          <ac:spMkLst>
            <pc:docMk/>
            <pc:sldMk cId="2127893289" sldId="310"/>
            <ac:spMk id="12" creationId="{E6933C70-8470-4912-8444-27524B1297DF}"/>
          </ac:spMkLst>
        </pc:spChg>
        <pc:picChg chg="add">
          <ac:chgData name="WILLIAM RICARDO AGUILAR PIÑA" userId="25538c52-b196-49fc-9025-2dd86a54f18a" providerId="ADAL" clId="{D8376793-9136-447B-91AA-03F99FB3A623}" dt="2018-11-21T19:07:21.934" v="32"/>
          <ac:picMkLst>
            <pc:docMk/>
            <pc:sldMk cId="2127893289" sldId="310"/>
            <ac:picMk id="9" creationId="{5CEF76DC-71FD-4457-B607-F9D5BE3C09B6}"/>
          </ac:picMkLst>
        </pc:picChg>
      </pc:sldChg>
      <pc:sldChg chg="addSp delSp">
        <pc:chgData name="WILLIAM RICARDO AGUILAR PIÑA" userId="25538c52-b196-49fc-9025-2dd86a54f18a" providerId="ADAL" clId="{D8376793-9136-447B-91AA-03F99FB3A623}" dt="2018-11-21T19:10:55.404" v="75"/>
        <pc:sldMkLst>
          <pc:docMk/>
          <pc:sldMk cId="1487319178" sldId="311"/>
        </pc:sldMkLst>
        <pc:spChg chg="del">
          <ac:chgData name="WILLIAM RICARDO AGUILAR PIÑA" userId="25538c52-b196-49fc-9025-2dd86a54f18a" providerId="ADAL" clId="{D8376793-9136-447B-91AA-03F99FB3A623}" dt="2018-11-21T19:10:55.120" v="74" actId="478"/>
          <ac:spMkLst>
            <pc:docMk/>
            <pc:sldMk cId="1487319178" sldId="311"/>
            <ac:spMk id="7" creationId="{08A03202-C899-4E2A-A988-10708804F342}"/>
          </ac:spMkLst>
        </pc:spChg>
        <pc:spChg chg="add">
          <ac:chgData name="WILLIAM RICARDO AGUILAR PIÑA" userId="25538c52-b196-49fc-9025-2dd86a54f18a" providerId="ADAL" clId="{D8376793-9136-447B-91AA-03F99FB3A623}" dt="2018-11-21T19:10:55.404" v="75"/>
          <ac:spMkLst>
            <pc:docMk/>
            <pc:sldMk cId="1487319178" sldId="311"/>
            <ac:spMk id="10" creationId="{EAC88070-F558-49ED-8F7A-5F6FFE930999}"/>
          </ac:spMkLst>
        </pc:spChg>
        <pc:picChg chg="add">
          <ac:chgData name="WILLIAM RICARDO AGUILAR PIÑA" userId="25538c52-b196-49fc-9025-2dd86a54f18a" providerId="ADAL" clId="{D8376793-9136-447B-91AA-03F99FB3A623}" dt="2018-11-21T19:07:20.644" v="31"/>
          <ac:picMkLst>
            <pc:docMk/>
            <pc:sldMk cId="1487319178" sldId="311"/>
            <ac:picMk id="9" creationId="{F4B0CD18-E252-4E9F-AEA5-AD8AA65825DF}"/>
          </ac:picMkLst>
        </pc:picChg>
      </pc:sldChg>
      <pc:sldChg chg="addSp delSp modSp">
        <pc:chgData name="WILLIAM RICARDO AGUILAR PIÑA" userId="25538c52-b196-49fc-9025-2dd86a54f18a" providerId="ADAL" clId="{D8376793-9136-447B-91AA-03F99FB3A623}" dt="2018-11-21T19:06:50.116" v="21" actId="20577"/>
        <pc:sldMkLst>
          <pc:docMk/>
          <pc:sldMk cId="4208786267" sldId="312"/>
        </pc:sldMkLst>
        <pc:spChg chg="add mod">
          <ac:chgData name="WILLIAM RICARDO AGUILAR PIÑA" userId="25538c52-b196-49fc-9025-2dd86a54f18a" providerId="ADAL" clId="{D8376793-9136-447B-91AA-03F99FB3A623}" dt="2018-11-21T19:06:50.116" v="21" actId="20577"/>
          <ac:spMkLst>
            <pc:docMk/>
            <pc:sldMk cId="4208786267" sldId="312"/>
            <ac:spMk id="6" creationId="{458EB2B9-FD58-4A92-B86A-FFFAEB1477D0}"/>
          </ac:spMkLst>
        </pc:spChg>
        <pc:spChg chg="del">
          <ac:chgData name="WILLIAM RICARDO AGUILAR PIÑA" userId="25538c52-b196-49fc-9025-2dd86a54f18a" providerId="ADAL" clId="{D8376793-9136-447B-91AA-03F99FB3A623}" dt="2018-11-21T19:06:13.144" v="10" actId="478"/>
          <ac:spMkLst>
            <pc:docMk/>
            <pc:sldMk cId="4208786267" sldId="312"/>
            <ac:spMk id="10" creationId="{9F19BAF0-ABE1-434A-AEDB-B49336568980}"/>
          </ac:spMkLst>
        </pc:spChg>
        <pc:picChg chg="add">
          <ac:chgData name="WILLIAM RICARDO AGUILAR PIÑA" userId="25538c52-b196-49fc-9025-2dd86a54f18a" providerId="ADAL" clId="{D8376793-9136-447B-91AA-03F99FB3A623}" dt="2018-11-21T19:06:16.915" v="11"/>
          <ac:picMkLst>
            <pc:docMk/>
            <pc:sldMk cId="4208786267" sldId="312"/>
            <ac:picMk id="7" creationId="{BC05A5D9-FA23-40C4-8C85-D28A45FEE184}"/>
          </ac:picMkLst>
        </pc:picChg>
      </pc:sldChg>
      <pc:sldChg chg="addSp delSp modSp">
        <pc:chgData name="WILLIAM RICARDO AGUILAR PIÑA" userId="25538c52-b196-49fc-9025-2dd86a54f18a" providerId="ADAL" clId="{D8376793-9136-447B-91AA-03F99FB3A623}" dt="2018-11-21T19:09:36.036" v="57" actId="6549"/>
        <pc:sldMkLst>
          <pc:docMk/>
          <pc:sldMk cId="992673029" sldId="313"/>
        </pc:sldMkLst>
        <pc:spChg chg="del">
          <ac:chgData name="WILLIAM RICARDO AGUILAR PIÑA" userId="25538c52-b196-49fc-9025-2dd86a54f18a" providerId="ADAL" clId="{D8376793-9136-447B-91AA-03F99FB3A623}" dt="2018-11-21T19:09:22.623" v="50" actId="478"/>
          <ac:spMkLst>
            <pc:docMk/>
            <pc:sldMk cId="992673029" sldId="313"/>
            <ac:spMk id="7" creationId="{BD946BF1-542A-4ACA-A432-541B3B063358}"/>
          </ac:spMkLst>
        </pc:spChg>
        <pc:spChg chg="add mod">
          <ac:chgData name="WILLIAM RICARDO AGUILAR PIÑA" userId="25538c52-b196-49fc-9025-2dd86a54f18a" providerId="ADAL" clId="{D8376793-9136-447B-91AA-03F99FB3A623}" dt="2018-11-21T19:09:36.036" v="57" actId="6549"/>
          <ac:spMkLst>
            <pc:docMk/>
            <pc:sldMk cId="992673029" sldId="313"/>
            <ac:spMk id="13" creationId="{023E9C82-CEDA-4E43-9C0F-FB819D59ECE0}"/>
          </ac:spMkLst>
        </pc:spChg>
        <pc:picChg chg="add">
          <ac:chgData name="WILLIAM RICARDO AGUILAR PIÑA" userId="25538c52-b196-49fc-9025-2dd86a54f18a" providerId="ADAL" clId="{D8376793-9136-447B-91AA-03F99FB3A623}" dt="2018-11-21T19:07:17.602" v="27"/>
          <ac:picMkLst>
            <pc:docMk/>
            <pc:sldMk cId="992673029" sldId="313"/>
            <ac:picMk id="12" creationId="{051D431F-1DAA-4285-9D86-AB8861D0CB1C}"/>
          </ac:picMkLst>
        </pc:picChg>
      </pc:sldChg>
      <pc:sldChg chg="addSp delSp modSp">
        <pc:chgData name="WILLIAM RICARDO AGUILAR PIÑA" userId="25538c52-b196-49fc-9025-2dd86a54f18a" providerId="ADAL" clId="{D8376793-9136-447B-91AA-03F99FB3A623}" dt="2018-11-21T19:22:03.666" v="178" actId="6549"/>
        <pc:sldMkLst>
          <pc:docMk/>
          <pc:sldMk cId="3663624047" sldId="314"/>
        </pc:sldMkLst>
        <pc:spChg chg="del">
          <ac:chgData name="WILLIAM RICARDO AGUILAR PIÑA" userId="25538c52-b196-49fc-9025-2dd86a54f18a" providerId="ADAL" clId="{D8376793-9136-447B-91AA-03F99FB3A623}" dt="2018-11-21T19:09:52.087" v="63" actId="478"/>
          <ac:spMkLst>
            <pc:docMk/>
            <pc:sldMk cId="3663624047" sldId="314"/>
            <ac:spMk id="7" creationId="{08A03202-C899-4E2A-A988-10708804F342}"/>
          </ac:spMkLst>
        </pc:spChg>
        <pc:spChg chg="mod">
          <ac:chgData name="WILLIAM RICARDO AGUILAR PIÑA" userId="25538c52-b196-49fc-9025-2dd86a54f18a" providerId="ADAL" clId="{D8376793-9136-447B-91AA-03F99FB3A623}" dt="2018-11-21T19:22:03.666" v="178" actId="6549"/>
          <ac:spMkLst>
            <pc:docMk/>
            <pc:sldMk cId="3663624047" sldId="314"/>
            <ac:spMk id="8" creationId="{00000000-0000-0000-0000-000000000000}"/>
          </ac:spMkLst>
        </pc:spChg>
        <pc:spChg chg="add del">
          <ac:chgData name="WILLIAM RICARDO AGUILAR PIÑA" userId="25538c52-b196-49fc-9025-2dd86a54f18a" providerId="ADAL" clId="{D8376793-9136-447B-91AA-03F99FB3A623}" dt="2018-11-21T19:10:30.759" v="70" actId="478"/>
          <ac:spMkLst>
            <pc:docMk/>
            <pc:sldMk cId="3663624047" sldId="314"/>
            <ac:spMk id="9" creationId="{D81A9ECD-21C1-46FE-976B-0E0D5436A47B}"/>
          </ac:spMkLst>
        </pc:spChg>
        <pc:spChg chg="add mod">
          <ac:chgData name="WILLIAM RICARDO AGUILAR PIÑA" userId="25538c52-b196-49fc-9025-2dd86a54f18a" providerId="ADAL" clId="{D8376793-9136-447B-91AA-03F99FB3A623}" dt="2018-11-21T19:10:43.370" v="73" actId="20577"/>
          <ac:spMkLst>
            <pc:docMk/>
            <pc:sldMk cId="3663624047" sldId="314"/>
            <ac:spMk id="10" creationId="{7FF11BE7-7230-40F2-84FB-9EA0721EF2C7}"/>
          </ac:spMkLst>
        </pc:spChg>
        <pc:picChg chg="add">
          <ac:chgData name="WILLIAM RICARDO AGUILAR PIÑA" userId="25538c52-b196-49fc-9025-2dd86a54f18a" providerId="ADAL" clId="{D8376793-9136-447B-91AA-03F99FB3A623}" dt="2018-11-21T19:07:19.892" v="30"/>
          <ac:picMkLst>
            <pc:docMk/>
            <pc:sldMk cId="3663624047" sldId="314"/>
            <ac:picMk id="6" creationId="{F2DE5AAE-08F0-4241-848C-6EE9FFEFCF96}"/>
          </ac:picMkLst>
        </pc:picChg>
      </pc:sldChg>
      <pc:sldChg chg="modSp add">
        <pc:chgData name="WILLIAM RICARDO AGUILAR PIÑA" userId="25538c52-b196-49fc-9025-2dd86a54f18a" providerId="ADAL" clId="{D8376793-9136-447B-91AA-03F99FB3A623}" dt="2018-11-21T19:06:53.420" v="22" actId="20577"/>
        <pc:sldMkLst>
          <pc:docMk/>
          <pc:sldMk cId="159271927" sldId="351"/>
        </pc:sldMkLst>
        <pc:spChg chg="mod">
          <ac:chgData name="WILLIAM RICARDO AGUILAR PIÑA" userId="25538c52-b196-49fc-9025-2dd86a54f18a" providerId="ADAL" clId="{D8376793-9136-447B-91AA-03F99FB3A623}" dt="2018-11-21T19:06:53.420" v="22" actId="20577"/>
          <ac:spMkLst>
            <pc:docMk/>
            <pc:sldMk cId="159271927" sldId="351"/>
            <ac:spMk id="6" creationId="{00ADA126-3FB2-40CE-98D5-A785B41EC83E}"/>
          </ac:spMkLst>
        </pc:spChg>
      </pc:sldChg>
    </pc:docChg>
  </pc:docChgLst>
  <pc:docChgLst>
    <pc:chgData name="WILLIAM RICARDO AGUILAR PIÑA" userId="25538c52-b196-49fc-9025-2dd86a54f18a" providerId="ADAL" clId="{A5981BCF-8B90-4D68-85DB-BB0CFE666AA4}"/>
    <pc:docChg chg="modSld">
      <pc:chgData name="WILLIAM RICARDO AGUILAR PIÑA" userId="25538c52-b196-49fc-9025-2dd86a54f18a" providerId="ADAL" clId="{A5981BCF-8B90-4D68-85DB-BB0CFE666AA4}" dt="2023-12-01T13:03:01.797" v="5" actId="20577"/>
      <pc:docMkLst>
        <pc:docMk/>
      </pc:docMkLst>
      <pc:sldChg chg="modSp mod">
        <pc:chgData name="WILLIAM RICARDO AGUILAR PIÑA" userId="25538c52-b196-49fc-9025-2dd86a54f18a" providerId="ADAL" clId="{A5981BCF-8B90-4D68-85DB-BB0CFE666AA4}" dt="2023-12-01T13:03:01.797" v="5" actId="20577"/>
        <pc:sldMkLst>
          <pc:docMk/>
          <pc:sldMk cId="1170432930" sldId="300"/>
        </pc:sldMkLst>
        <pc:spChg chg="mod">
          <ac:chgData name="WILLIAM RICARDO AGUILAR PIÑA" userId="25538c52-b196-49fc-9025-2dd86a54f18a" providerId="ADAL" clId="{A5981BCF-8B90-4D68-85DB-BB0CFE666AA4}" dt="2023-12-01T13:03:01.797" v="5" actId="20577"/>
          <ac:spMkLst>
            <pc:docMk/>
            <pc:sldMk cId="1170432930" sldId="300"/>
            <ac:spMk id="8" creationId="{00000000-0000-0000-0000-000000000000}"/>
          </ac:spMkLst>
        </pc:spChg>
      </pc:sldChg>
      <pc:sldChg chg="modSp mod">
        <pc:chgData name="WILLIAM RICARDO AGUILAR PIÑA" userId="25538c52-b196-49fc-9025-2dd86a54f18a" providerId="ADAL" clId="{A5981BCF-8B90-4D68-85DB-BB0CFE666AA4}" dt="2023-12-01T12:57:55.735" v="2" actId="20577"/>
        <pc:sldMkLst>
          <pc:docMk/>
          <pc:sldMk cId="3914816109" sldId="355"/>
        </pc:sldMkLst>
        <pc:spChg chg="mod">
          <ac:chgData name="WILLIAM RICARDO AGUILAR PIÑA" userId="25538c52-b196-49fc-9025-2dd86a54f18a" providerId="ADAL" clId="{A5981BCF-8B90-4D68-85DB-BB0CFE666AA4}" dt="2023-12-01T12:57:55.735" v="2" actId="20577"/>
          <ac:spMkLst>
            <pc:docMk/>
            <pc:sldMk cId="3914816109" sldId="355"/>
            <ac:spMk id="8"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CO" dirty="0"/>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3CE91DE-ABC6-4D22-89A0-1765B629FB43}" type="datetimeFigureOut">
              <a:rPr lang="es-CO" smtClean="0"/>
              <a:pPr/>
              <a:t>21/11/2025</a:t>
            </a:fld>
            <a:endParaRPr lang="es-CO" dirty="0"/>
          </a:p>
        </p:txBody>
      </p:sp>
      <p:sp>
        <p:nvSpPr>
          <p:cNvPr id="4" name="3 Marcador de imagen de diapositiva"/>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s-CO" dirty="0"/>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CO" dirty="0"/>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0FAC943-C359-4C07-B08A-993C08E8D67C}" type="slidenum">
              <a:rPr lang="es-CO" smtClean="0"/>
              <a:pPr/>
              <a:t>‹#›</a:t>
            </a:fld>
            <a:endParaRPr lang="es-CO" dirty="0"/>
          </a:p>
        </p:txBody>
      </p:sp>
    </p:spTree>
    <p:extLst>
      <p:ext uri="{BB962C8B-B14F-4D97-AF65-F5344CB8AC3E}">
        <p14:creationId xmlns:p14="http://schemas.microsoft.com/office/powerpoint/2010/main" val="31702955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2</a:t>
            </a:fld>
            <a:endParaRPr lang="es-CO" dirty="0"/>
          </a:p>
        </p:txBody>
      </p:sp>
    </p:spTree>
    <p:extLst>
      <p:ext uri="{BB962C8B-B14F-4D97-AF65-F5344CB8AC3E}">
        <p14:creationId xmlns:p14="http://schemas.microsoft.com/office/powerpoint/2010/main" val="18533464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3</a:t>
            </a:fld>
            <a:endParaRPr lang="es-CO" dirty="0"/>
          </a:p>
        </p:txBody>
      </p:sp>
    </p:spTree>
    <p:extLst>
      <p:ext uri="{BB962C8B-B14F-4D97-AF65-F5344CB8AC3E}">
        <p14:creationId xmlns:p14="http://schemas.microsoft.com/office/powerpoint/2010/main" val="7261696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4</a:t>
            </a:fld>
            <a:endParaRPr lang="es-CO" dirty="0"/>
          </a:p>
        </p:txBody>
      </p:sp>
    </p:spTree>
    <p:extLst>
      <p:ext uri="{BB962C8B-B14F-4D97-AF65-F5344CB8AC3E}">
        <p14:creationId xmlns:p14="http://schemas.microsoft.com/office/powerpoint/2010/main" val="38342369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5</a:t>
            </a:fld>
            <a:endParaRPr lang="es-CO" dirty="0"/>
          </a:p>
        </p:txBody>
      </p:sp>
    </p:spTree>
    <p:extLst>
      <p:ext uri="{BB962C8B-B14F-4D97-AF65-F5344CB8AC3E}">
        <p14:creationId xmlns:p14="http://schemas.microsoft.com/office/powerpoint/2010/main" val="27489971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6</a:t>
            </a:fld>
            <a:endParaRPr lang="es-CO" dirty="0"/>
          </a:p>
        </p:txBody>
      </p:sp>
    </p:spTree>
    <p:extLst>
      <p:ext uri="{BB962C8B-B14F-4D97-AF65-F5344CB8AC3E}">
        <p14:creationId xmlns:p14="http://schemas.microsoft.com/office/powerpoint/2010/main" val="31872179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7</a:t>
            </a:fld>
            <a:endParaRPr lang="es-CO" dirty="0"/>
          </a:p>
        </p:txBody>
      </p:sp>
    </p:spTree>
    <p:extLst>
      <p:ext uri="{BB962C8B-B14F-4D97-AF65-F5344CB8AC3E}">
        <p14:creationId xmlns:p14="http://schemas.microsoft.com/office/powerpoint/2010/main" val="7183083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8</a:t>
            </a:fld>
            <a:endParaRPr lang="es-CO" dirty="0"/>
          </a:p>
        </p:txBody>
      </p:sp>
    </p:spTree>
    <p:extLst>
      <p:ext uri="{BB962C8B-B14F-4D97-AF65-F5344CB8AC3E}">
        <p14:creationId xmlns:p14="http://schemas.microsoft.com/office/powerpoint/2010/main" val="26501089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9</a:t>
            </a:fld>
            <a:endParaRPr lang="es-CO" dirty="0"/>
          </a:p>
        </p:txBody>
      </p:sp>
    </p:spTree>
    <p:extLst>
      <p:ext uri="{BB962C8B-B14F-4D97-AF65-F5344CB8AC3E}">
        <p14:creationId xmlns:p14="http://schemas.microsoft.com/office/powerpoint/2010/main" val="36342455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10</a:t>
            </a:fld>
            <a:endParaRPr lang="es-CO" dirty="0"/>
          </a:p>
        </p:txBody>
      </p:sp>
    </p:spTree>
    <p:extLst>
      <p:ext uri="{BB962C8B-B14F-4D97-AF65-F5344CB8AC3E}">
        <p14:creationId xmlns:p14="http://schemas.microsoft.com/office/powerpoint/2010/main" val="12256322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11</a:t>
            </a:fld>
            <a:endParaRPr lang="es-CO" dirty="0"/>
          </a:p>
        </p:txBody>
      </p:sp>
    </p:spTree>
    <p:extLst>
      <p:ext uri="{BB962C8B-B14F-4D97-AF65-F5344CB8AC3E}">
        <p14:creationId xmlns:p14="http://schemas.microsoft.com/office/powerpoint/2010/main" val="30410337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12</a:t>
            </a:fld>
            <a:endParaRPr lang="es-CO" dirty="0"/>
          </a:p>
        </p:txBody>
      </p:sp>
    </p:spTree>
    <p:extLst>
      <p:ext uri="{BB962C8B-B14F-4D97-AF65-F5344CB8AC3E}">
        <p14:creationId xmlns:p14="http://schemas.microsoft.com/office/powerpoint/2010/main" val="37951068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13</a:t>
            </a:fld>
            <a:endParaRPr lang="es-CO" dirty="0"/>
          </a:p>
        </p:txBody>
      </p:sp>
    </p:spTree>
    <p:extLst>
      <p:ext uri="{BB962C8B-B14F-4D97-AF65-F5344CB8AC3E}">
        <p14:creationId xmlns:p14="http://schemas.microsoft.com/office/powerpoint/2010/main" val="23026949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14</a:t>
            </a:fld>
            <a:endParaRPr lang="es-CO" dirty="0"/>
          </a:p>
        </p:txBody>
      </p:sp>
    </p:spTree>
    <p:extLst>
      <p:ext uri="{BB962C8B-B14F-4D97-AF65-F5344CB8AC3E}">
        <p14:creationId xmlns:p14="http://schemas.microsoft.com/office/powerpoint/2010/main" val="37286169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15</a:t>
            </a:fld>
            <a:endParaRPr lang="es-CO" dirty="0"/>
          </a:p>
        </p:txBody>
      </p:sp>
    </p:spTree>
    <p:extLst>
      <p:ext uri="{BB962C8B-B14F-4D97-AF65-F5344CB8AC3E}">
        <p14:creationId xmlns:p14="http://schemas.microsoft.com/office/powerpoint/2010/main" val="16260885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16</a:t>
            </a:fld>
            <a:endParaRPr lang="es-CO" dirty="0"/>
          </a:p>
        </p:txBody>
      </p:sp>
    </p:spTree>
    <p:extLst>
      <p:ext uri="{BB962C8B-B14F-4D97-AF65-F5344CB8AC3E}">
        <p14:creationId xmlns:p14="http://schemas.microsoft.com/office/powerpoint/2010/main" val="17358058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17</a:t>
            </a:fld>
            <a:endParaRPr lang="es-CO" dirty="0"/>
          </a:p>
        </p:txBody>
      </p:sp>
    </p:spTree>
    <p:extLst>
      <p:ext uri="{BB962C8B-B14F-4D97-AF65-F5344CB8AC3E}">
        <p14:creationId xmlns:p14="http://schemas.microsoft.com/office/powerpoint/2010/main" val="24355008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CO" sz="1200" noProof="0" dirty="0">
                <a:latin typeface="Orkney Light" panose="00000400000000000000" pitchFamily="2" charset="0"/>
                <a:cs typeface="Arial" pitchFamily="34" charset="0"/>
              </a:rPr>
              <a:t>(Aluvión: Conjunto de sedimientos que son arrastrados por una creciente que se depositan en el lecho del río o en el valle)</a:t>
            </a:r>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19</a:t>
            </a:fld>
            <a:endParaRPr lang="es-CO" dirty="0"/>
          </a:p>
        </p:txBody>
      </p:sp>
    </p:spTree>
    <p:extLst>
      <p:ext uri="{BB962C8B-B14F-4D97-AF65-F5344CB8AC3E}">
        <p14:creationId xmlns:p14="http://schemas.microsoft.com/office/powerpoint/2010/main" val="18001819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20</a:t>
            </a:fld>
            <a:endParaRPr lang="es-CO" dirty="0"/>
          </a:p>
        </p:txBody>
      </p:sp>
    </p:spTree>
    <p:extLst>
      <p:ext uri="{BB962C8B-B14F-4D97-AF65-F5344CB8AC3E}">
        <p14:creationId xmlns:p14="http://schemas.microsoft.com/office/powerpoint/2010/main" val="318721796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21</a:t>
            </a:fld>
            <a:endParaRPr lang="es-CO" dirty="0"/>
          </a:p>
        </p:txBody>
      </p:sp>
    </p:spTree>
    <p:extLst>
      <p:ext uri="{BB962C8B-B14F-4D97-AF65-F5344CB8AC3E}">
        <p14:creationId xmlns:p14="http://schemas.microsoft.com/office/powerpoint/2010/main" val="35597368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22</a:t>
            </a:fld>
            <a:endParaRPr lang="es-CO" dirty="0"/>
          </a:p>
        </p:txBody>
      </p:sp>
    </p:spTree>
    <p:extLst>
      <p:ext uri="{BB962C8B-B14F-4D97-AF65-F5344CB8AC3E}">
        <p14:creationId xmlns:p14="http://schemas.microsoft.com/office/powerpoint/2010/main" val="46680778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23</a:t>
            </a:fld>
            <a:endParaRPr lang="es-CO" dirty="0"/>
          </a:p>
        </p:txBody>
      </p:sp>
    </p:spTree>
    <p:extLst>
      <p:ext uri="{BB962C8B-B14F-4D97-AF65-F5344CB8AC3E}">
        <p14:creationId xmlns:p14="http://schemas.microsoft.com/office/powerpoint/2010/main" val="24023408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24</a:t>
            </a:fld>
            <a:endParaRPr lang="es-CO" dirty="0"/>
          </a:p>
        </p:txBody>
      </p:sp>
    </p:spTree>
    <p:extLst>
      <p:ext uri="{BB962C8B-B14F-4D97-AF65-F5344CB8AC3E}">
        <p14:creationId xmlns:p14="http://schemas.microsoft.com/office/powerpoint/2010/main" val="223222361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25</a:t>
            </a:fld>
            <a:endParaRPr lang="es-CO" dirty="0"/>
          </a:p>
        </p:txBody>
      </p:sp>
    </p:spTree>
    <p:extLst>
      <p:ext uri="{BB962C8B-B14F-4D97-AF65-F5344CB8AC3E}">
        <p14:creationId xmlns:p14="http://schemas.microsoft.com/office/powerpoint/2010/main" val="414712574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26</a:t>
            </a:fld>
            <a:endParaRPr lang="es-CO" dirty="0"/>
          </a:p>
        </p:txBody>
      </p:sp>
    </p:spTree>
    <p:extLst>
      <p:ext uri="{BB962C8B-B14F-4D97-AF65-F5344CB8AC3E}">
        <p14:creationId xmlns:p14="http://schemas.microsoft.com/office/powerpoint/2010/main" val="373941932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27</a:t>
            </a:fld>
            <a:endParaRPr lang="es-CO" dirty="0"/>
          </a:p>
        </p:txBody>
      </p:sp>
    </p:spTree>
    <p:extLst>
      <p:ext uri="{BB962C8B-B14F-4D97-AF65-F5344CB8AC3E}">
        <p14:creationId xmlns:p14="http://schemas.microsoft.com/office/powerpoint/2010/main" val="80984967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28</a:t>
            </a:fld>
            <a:endParaRPr lang="es-CO" dirty="0"/>
          </a:p>
        </p:txBody>
      </p:sp>
    </p:spTree>
    <p:extLst>
      <p:ext uri="{BB962C8B-B14F-4D97-AF65-F5344CB8AC3E}">
        <p14:creationId xmlns:p14="http://schemas.microsoft.com/office/powerpoint/2010/main" val="25951642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914400" y="2130426"/>
            <a:ext cx="10363200" cy="1470025"/>
          </a:xfrm>
        </p:spPr>
        <p:txBody>
          <a:bodyPr/>
          <a:lstStyle/>
          <a:p>
            <a:r>
              <a:rPr lang="es-ES"/>
              <a:t>Haga clic para modificar el estilo de título del patrón</a:t>
            </a:r>
            <a:endParaRPr lang="es-CO"/>
          </a:p>
        </p:txBody>
      </p:sp>
      <p:sp>
        <p:nvSpPr>
          <p:cNvPr id="3" name="2 Subtítulo"/>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s-CO"/>
          </a:p>
        </p:txBody>
      </p:sp>
      <p:sp>
        <p:nvSpPr>
          <p:cNvPr id="4" name="3 Marcador de fecha"/>
          <p:cNvSpPr>
            <a:spLocks noGrp="1"/>
          </p:cNvSpPr>
          <p:nvPr>
            <p:ph type="dt" sz="half" idx="10"/>
          </p:nvPr>
        </p:nvSpPr>
        <p:spPr/>
        <p:txBody>
          <a:bodyPr/>
          <a:lstStyle/>
          <a:p>
            <a:fld id="{43DF08CB-A55A-40B1-AEFD-F19B3CFD19B5}" type="datetimeFigureOut">
              <a:rPr lang="es-CO" smtClean="0"/>
              <a:pPr/>
              <a:t>21/11/2025</a:t>
            </a:fld>
            <a:endParaRPr lang="es-CO" dirty="0"/>
          </a:p>
        </p:txBody>
      </p:sp>
      <p:sp>
        <p:nvSpPr>
          <p:cNvPr id="5" name="4 Marcador de pie de página"/>
          <p:cNvSpPr>
            <a:spLocks noGrp="1"/>
          </p:cNvSpPr>
          <p:nvPr>
            <p:ph type="ftr" sz="quarter" idx="11"/>
          </p:nvPr>
        </p:nvSpPr>
        <p:spPr/>
        <p:txBody>
          <a:bodyPr/>
          <a:lstStyle/>
          <a:p>
            <a:endParaRPr lang="es-CO" dirty="0"/>
          </a:p>
        </p:txBody>
      </p:sp>
      <p:sp>
        <p:nvSpPr>
          <p:cNvPr id="6" name="5 Marcador de número de diapositiva"/>
          <p:cNvSpPr>
            <a:spLocks noGrp="1"/>
          </p:cNvSpPr>
          <p:nvPr>
            <p:ph type="sldNum" sz="quarter" idx="12"/>
          </p:nvPr>
        </p:nvSpPr>
        <p:spPr/>
        <p:txBody>
          <a:bodyPr/>
          <a:lstStyle/>
          <a:p>
            <a:fld id="{F079857C-C111-4800-9D0C-003B4AAA4019}" type="slidenum">
              <a:rPr lang="es-CO" smtClean="0"/>
              <a:pPr/>
              <a:t>‹#›</a:t>
            </a:fld>
            <a:endParaRPr lang="es-CO"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10"/>
          </p:nvPr>
        </p:nvSpPr>
        <p:spPr/>
        <p:txBody>
          <a:bodyPr/>
          <a:lstStyle/>
          <a:p>
            <a:fld id="{43DF08CB-A55A-40B1-AEFD-F19B3CFD19B5}" type="datetimeFigureOut">
              <a:rPr lang="es-CO" smtClean="0"/>
              <a:pPr/>
              <a:t>21/11/2025</a:t>
            </a:fld>
            <a:endParaRPr lang="es-CO" dirty="0"/>
          </a:p>
        </p:txBody>
      </p:sp>
      <p:sp>
        <p:nvSpPr>
          <p:cNvPr id="5" name="4 Marcador de pie de página"/>
          <p:cNvSpPr>
            <a:spLocks noGrp="1"/>
          </p:cNvSpPr>
          <p:nvPr>
            <p:ph type="ftr" sz="quarter" idx="11"/>
          </p:nvPr>
        </p:nvSpPr>
        <p:spPr/>
        <p:txBody>
          <a:bodyPr/>
          <a:lstStyle/>
          <a:p>
            <a:endParaRPr lang="es-CO" dirty="0"/>
          </a:p>
        </p:txBody>
      </p:sp>
      <p:sp>
        <p:nvSpPr>
          <p:cNvPr id="6" name="5 Marcador de número de diapositiva"/>
          <p:cNvSpPr>
            <a:spLocks noGrp="1"/>
          </p:cNvSpPr>
          <p:nvPr>
            <p:ph type="sldNum" sz="quarter" idx="12"/>
          </p:nvPr>
        </p:nvSpPr>
        <p:spPr/>
        <p:txBody>
          <a:bodyPr/>
          <a:lstStyle/>
          <a:p>
            <a:fld id="{F079857C-C111-4800-9D0C-003B4AAA4019}" type="slidenum">
              <a:rPr lang="es-CO" smtClean="0"/>
              <a:pPr/>
              <a:t>‹#›</a:t>
            </a:fld>
            <a:endParaRPr lang="es-CO"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963084" y="4406901"/>
            <a:ext cx="10363200" cy="1362075"/>
          </a:xfrm>
        </p:spPr>
        <p:txBody>
          <a:bodyPr anchor="t"/>
          <a:lstStyle>
            <a:lvl1pPr algn="l">
              <a:defRPr sz="4000" b="1" cap="all"/>
            </a:lvl1pPr>
          </a:lstStyle>
          <a:p>
            <a:r>
              <a:rPr lang="es-ES"/>
              <a:t>Haga clic para modificar el estilo de título del patrón</a:t>
            </a:r>
            <a:endParaRPr lang="es-CO"/>
          </a:p>
        </p:txBody>
      </p:sp>
      <p:sp>
        <p:nvSpPr>
          <p:cNvPr id="3" name="2 Marcador de texto"/>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3 Marcador de fecha"/>
          <p:cNvSpPr>
            <a:spLocks noGrp="1"/>
          </p:cNvSpPr>
          <p:nvPr>
            <p:ph type="dt" sz="half" idx="10"/>
          </p:nvPr>
        </p:nvSpPr>
        <p:spPr/>
        <p:txBody>
          <a:bodyPr/>
          <a:lstStyle/>
          <a:p>
            <a:fld id="{43DF08CB-A55A-40B1-AEFD-F19B3CFD19B5}" type="datetimeFigureOut">
              <a:rPr lang="es-CO" smtClean="0"/>
              <a:pPr/>
              <a:t>21/11/2025</a:t>
            </a:fld>
            <a:endParaRPr lang="es-CO" dirty="0"/>
          </a:p>
        </p:txBody>
      </p:sp>
      <p:sp>
        <p:nvSpPr>
          <p:cNvPr id="5" name="4 Marcador de pie de página"/>
          <p:cNvSpPr>
            <a:spLocks noGrp="1"/>
          </p:cNvSpPr>
          <p:nvPr>
            <p:ph type="ftr" sz="quarter" idx="11"/>
          </p:nvPr>
        </p:nvSpPr>
        <p:spPr/>
        <p:txBody>
          <a:bodyPr/>
          <a:lstStyle/>
          <a:p>
            <a:endParaRPr lang="es-CO" dirty="0"/>
          </a:p>
        </p:txBody>
      </p:sp>
      <p:sp>
        <p:nvSpPr>
          <p:cNvPr id="6" name="5 Marcador de número de diapositiva"/>
          <p:cNvSpPr>
            <a:spLocks noGrp="1"/>
          </p:cNvSpPr>
          <p:nvPr>
            <p:ph type="sldNum" sz="quarter" idx="12"/>
          </p:nvPr>
        </p:nvSpPr>
        <p:spPr/>
        <p:txBody>
          <a:bodyPr/>
          <a:lstStyle/>
          <a:p>
            <a:fld id="{F079857C-C111-4800-9D0C-003B4AAA4019}" type="slidenum">
              <a:rPr lang="es-CO" smtClean="0"/>
              <a:pPr/>
              <a:t>‹#›</a:t>
            </a:fld>
            <a:endParaRPr lang="es-CO"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contenido"/>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contenido"/>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4 Marcador de fecha"/>
          <p:cNvSpPr>
            <a:spLocks noGrp="1"/>
          </p:cNvSpPr>
          <p:nvPr>
            <p:ph type="dt" sz="half" idx="10"/>
          </p:nvPr>
        </p:nvSpPr>
        <p:spPr/>
        <p:txBody>
          <a:bodyPr/>
          <a:lstStyle/>
          <a:p>
            <a:fld id="{43DF08CB-A55A-40B1-AEFD-F19B3CFD19B5}" type="datetimeFigureOut">
              <a:rPr lang="es-CO" smtClean="0"/>
              <a:pPr/>
              <a:t>21/11/2025</a:t>
            </a:fld>
            <a:endParaRPr lang="es-CO" dirty="0"/>
          </a:p>
        </p:txBody>
      </p:sp>
      <p:sp>
        <p:nvSpPr>
          <p:cNvPr id="6" name="5 Marcador de pie de página"/>
          <p:cNvSpPr>
            <a:spLocks noGrp="1"/>
          </p:cNvSpPr>
          <p:nvPr>
            <p:ph type="ftr" sz="quarter" idx="11"/>
          </p:nvPr>
        </p:nvSpPr>
        <p:spPr/>
        <p:txBody>
          <a:bodyPr/>
          <a:lstStyle/>
          <a:p>
            <a:endParaRPr lang="es-CO" dirty="0"/>
          </a:p>
        </p:txBody>
      </p:sp>
      <p:sp>
        <p:nvSpPr>
          <p:cNvPr id="7" name="6 Marcador de número de diapositiva"/>
          <p:cNvSpPr>
            <a:spLocks noGrp="1"/>
          </p:cNvSpPr>
          <p:nvPr>
            <p:ph type="sldNum" sz="quarter" idx="12"/>
          </p:nvPr>
        </p:nvSpPr>
        <p:spPr/>
        <p:txBody>
          <a:bodyPr/>
          <a:lstStyle/>
          <a:p>
            <a:fld id="{F079857C-C111-4800-9D0C-003B4AAA4019}" type="slidenum">
              <a:rPr lang="es-CO" smtClean="0"/>
              <a:pPr/>
              <a:t>‹#›</a:t>
            </a:fld>
            <a:endParaRPr lang="es-CO"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a:t>Haga clic para modificar el estilo de título del patrón</a:t>
            </a:r>
            <a:endParaRPr lang="es-CO"/>
          </a:p>
        </p:txBody>
      </p:sp>
      <p:sp>
        <p:nvSpPr>
          <p:cNvPr id="3" name="2 Marcador de texto"/>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4 Marcador de texto"/>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6 Marcador de fecha"/>
          <p:cNvSpPr>
            <a:spLocks noGrp="1"/>
          </p:cNvSpPr>
          <p:nvPr>
            <p:ph type="dt" sz="half" idx="10"/>
          </p:nvPr>
        </p:nvSpPr>
        <p:spPr/>
        <p:txBody>
          <a:bodyPr/>
          <a:lstStyle/>
          <a:p>
            <a:fld id="{43DF08CB-A55A-40B1-AEFD-F19B3CFD19B5}" type="datetimeFigureOut">
              <a:rPr lang="es-CO" smtClean="0"/>
              <a:pPr/>
              <a:t>21/11/2025</a:t>
            </a:fld>
            <a:endParaRPr lang="es-CO" dirty="0"/>
          </a:p>
        </p:txBody>
      </p:sp>
      <p:sp>
        <p:nvSpPr>
          <p:cNvPr id="8" name="7 Marcador de pie de página"/>
          <p:cNvSpPr>
            <a:spLocks noGrp="1"/>
          </p:cNvSpPr>
          <p:nvPr>
            <p:ph type="ftr" sz="quarter" idx="11"/>
          </p:nvPr>
        </p:nvSpPr>
        <p:spPr/>
        <p:txBody>
          <a:bodyPr/>
          <a:lstStyle/>
          <a:p>
            <a:endParaRPr lang="es-CO" dirty="0"/>
          </a:p>
        </p:txBody>
      </p:sp>
      <p:sp>
        <p:nvSpPr>
          <p:cNvPr id="9" name="8 Marcador de número de diapositiva"/>
          <p:cNvSpPr>
            <a:spLocks noGrp="1"/>
          </p:cNvSpPr>
          <p:nvPr>
            <p:ph type="sldNum" sz="quarter" idx="12"/>
          </p:nvPr>
        </p:nvSpPr>
        <p:spPr/>
        <p:txBody>
          <a:bodyPr/>
          <a:lstStyle/>
          <a:p>
            <a:fld id="{F079857C-C111-4800-9D0C-003B4AAA4019}" type="slidenum">
              <a:rPr lang="es-CO" smtClean="0"/>
              <a:pPr/>
              <a:t>‹#›</a:t>
            </a:fld>
            <a:endParaRPr lang="es-CO"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fecha"/>
          <p:cNvSpPr>
            <a:spLocks noGrp="1"/>
          </p:cNvSpPr>
          <p:nvPr>
            <p:ph type="dt" sz="half" idx="10"/>
          </p:nvPr>
        </p:nvSpPr>
        <p:spPr/>
        <p:txBody>
          <a:bodyPr/>
          <a:lstStyle/>
          <a:p>
            <a:fld id="{43DF08CB-A55A-40B1-AEFD-F19B3CFD19B5}" type="datetimeFigureOut">
              <a:rPr lang="es-CO" smtClean="0"/>
              <a:pPr/>
              <a:t>21/11/2025</a:t>
            </a:fld>
            <a:endParaRPr lang="es-CO" dirty="0"/>
          </a:p>
        </p:txBody>
      </p:sp>
      <p:sp>
        <p:nvSpPr>
          <p:cNvPr id="4" name="3 Marcador de pie de página"/>
          <p:cNvSpPr>
            <a:spLocks noGrp="1"/>
          </p:cNvSpPr>
          <p:nvPr>
            <p:ph type="ftr" sz="quarter" idx="11"/>
          </p:nvPr>
        </p:nvSpPr>
        <p:spPr/>
        <p:txBody>
          <a:bodyPr/>
          <a:lstStyle/>
          <a:p>
            <a:endParaRPr lang="es-CO" dirty="0"/>
          </a:p>
        </p:txBody>
      </p:sp>
      <p:sp>
        <p:nvSpPr>
          <p:cNvPr id="5" name="4 Marcador de número de diapositiva"/>
          <p:cNvSpPr>
            <a:spLocks noGrp="1"/>
          </p:cNvSpPr>
          <p:nvPr>
            <p:ph type="sldNum" sz="quarter" idx="12"/>
          </p:nvPr>
        </p:nvSpPr>
        <p:spPr/>
        <p:txBody>
          <a:bodyPr/>
          <a:lstStyle/>
          <a:p>
            <a:fld id="{F079857C-C111-4800-9D0C-003B4AAA4019}" type="slidenum">
              <a:rPr lang="es-CO" smtClean="0"/>
              <a:pPr/>
              <a:t>‹#›</a:t>
            </a:fld>
            <a:endParaRPr lang="es-CO"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43DF08CB-A55A-40B1-AEFD-F19B3CFD19B5}" type="datetimeFigureOut">
              <a:rPr lang="es-CO" smtClean="0"/>
              <a:pPr/>
              <a:t>21/11/2025</a:t>
            </a:fld>
            <a:endParaRPr lang="es-CO" dirty="0"/>
          </a:p>
        </p:txBody>
      </p:sp>
      <p:sp>
        <p:nvSpPr>
          <p:cNvPr id="3" name="2 Marcador de pie de página"/>
          <p:cNvSpPr>
            <a:spLocks noGrp="1"/>
          </p:cNvSpPr>
          <p:nvPr>
            <p:ph type="ftr" sz="quarter" idx="11"/>
          </p:nvPr>
        </p:nvSpPr>
        <p:spPr/>
        <p:txBody>
          <a:bodyPr/>
          <a:lstStyle/>
          <a:p>
            <a:endParaRPr lang="es-CO" dirty="0"/>
          </a:p>
        </p:txBody>
      </p:sp>
      <p:sp>
        <p:nvSpPr>
          <p:cNvPr id="4" name="3 Marcador de número de diapositiva"/>
          <p:cNvSpPr>
            <a:spLocks noGrp="1"/>
          </p:cNvSpPr>
          <p:nvPr>
            <p:ph type="sldNum" sz="quarter" idx="12"/>
          </p:nvPr>
        </p:nvSpPr>
        <p:spPr/>
        <p:txBody>
          <a:bodyPr/>
          <a:lstStyle/>
          <a:p>
            <a:fld id="{F079857C-C111-4800-9D0C-003B4AAA4019}" type="slidenum">
              <a:rPr lang="es-CO" smtClean="0"/>
              <a:pPr/>
              <a:t>‹#›</a:t>
            </a:fld>
            <a:endParaRPr lang="es-CO"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609601" y="273050"/>
            <a:ext cx="4011084" cy="1162050"/>
          </a:xfrm>
        </p:spPr>
        <p:txBody>
          <a:bodyPr anchor="b"/>
          <a:lstStyle>
            <a:lvl1pPr algn="l">
              <a:defRPr sz="2000" b="1"/>
            </a:lvl1pPr>
          </a:lstStyle>
          <a:p>
            <a:r>
              <a:rPr lang="es-ES"/>
              <a:t>Haga clic para modificar el estilo de título del patrón</a:t>
            </a:r>
            <a:endParaRPr lang="es-CO"/>
          </a:p>
        </p:txBody>
      </p:sp>
      <p:sp>
        <p:nvSpPr>
          <p:cNvPr id="3" name="2 Marcador de contenido"/>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texto"/>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43DF08CB-A55A-40B1-AEFD-F19B3CFD19B5}" type="datetimeFigureOut">
              <a:rPr lang="es-CO" smtClean="0"/>
              <a:pPr/>
              <a:t>21/11/2025</a:t>
            </a:fld>
            <a:endParaRPr lang="es-CO" dirty="0"/>
          </a:p>
        </p:txBody>
      </p:sp>
      <p:sp>
        <p:nvSpPr>
          <p:cNvPr id="6" name="5 Marcador de pie de página"/>
          <p:cNvSpPr>
            <a:spLocks noGrp="1"/>
          </p:cNvSpPr>
          <p:nvPr>
            <p:ph type="ftr" sz="quarter" idx="11"/>
          </p:nvPr>
        </p:nvSpPr>
        <p:spPr/>
        <p:txBody>
          <a:bodyPr/>
          <a:lstStyle/>
          <a:p>
            <a:endParaRPr lang="es-CO" dirty="0"/>
          </a:p>
        </p:txBody>
      </p:sp>
      <p:sp>
        <p:nvSpPr>
          <p:cNvPr id="7" name="6 Marcador de número de diapositiva"/>
          <p:cNvSpPr>
            <a:spLocks noGrp="1"/>
          </p:cNvSpPr>
          <p:nvPr>
            <p:ph type="sldNum" sz="quarter" idx="12"/>
          </p:nvPr>
        </p:nvSpPr>
        <p:spPr/>
        <p:txBody>
          <a:bodyPr/>
          <a:lstStyle/>
          <a:p>
            <a:fld id="{F079857C-C111-4800-9D0C-003B4AAA4019}" type="slidenum">
              <a:rPr lang="es-CO" smtClean="0"/>
              <a:pPr/>
              <a:t>‹#›</a:t>
            </a:fld>
            <a:endParaRPr lang="es-CO"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2389717" y="4800600"/>
            <a:ext cx="7315200" cy="566738"/>
          </a:xfrm>
        </p:spPr>
        <p:txBody>
          <a:bodyPr anchor="b"/>
          <a:lstStyle>
            <a:lvl1pPr algn="l">
              <a:defRPr sz="2000" b="1"/>
            </a:lvl1pPr>
          </a:lstStyle>
          <a:p>
            <a:r>
              <a:rPr lang="es-ES"/>
              <a:t>Haga clic para modificar el estilo de título del patrón</a:t>
            </a:r>
            <a:endParaRPr lang="es-CO"/>
          </a:p>
        </p:txBody>
      </p:sp>
      <p:sp>
        <p:nvSpPr>
          <p:cNvPr id="3" name="2 Marcador de posición de imagen"/>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dirty="0"/>
          </a:p>
        </p:txBody>
      </p:sp>
      <p:sp>
        <p:nvSpPr>
          <p:cNvPr id="4" name="3 Marcador de texto"/>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43DF08CB-A55A-40B1-AEFD-F19B3CFD19B5}" type="datetimeFigureOut">
              <a:rPr lang="es-CO" smtClean="0"/>
              <a:pPr/>
              <a:t>21/11/2025</a:t>
            </a:fld>
            <a:endParaRPr lang="es-CO" dirty="0"/>
          </a:p>
        </p:txBody>
      </p:sp>
      <p:sp>
        <p:nvSpPr>
          <p:cNvPr id="6" name="5 Marcador de pie de página"/>
          <p:cNvSpPr>
            <a:spLocks noGrp="1"/>
          </p:cNvSpPr>
          <p:nvPr>
            <p:ph type="ftr" sz="quarter" idx="11"/>
          </p:nvPr>
        </p:nvSpPr>
        <p:spPr/>
        <p:txBody>
          <a:bodyPr/>
          <a:lstStyle/>
          <a:p>
            <a:endParaRPr lang="es-CO" dirty="0"/>
          </a:p>
        </p:txBody>
      </p:sp>
      <p:sp>
        <p:nvSpPr>
          <p:cNvPr id="7" name="6 Marcador de número de diapositiva"/>
          <p:cNvSpPr>
            <a:spLocks noGrp="1"/>
          </p:cNvSpPr>
          <p:nvPr>
            <p:ph type="sldNum" sz="quarter" idx="12"/>
          </p:nvPr>
        </p:nvSpPr>
        <p:spPr/>
        <p:txBody>
          <a:bodyPr/>
          <a:lstStyle/>
          <a:p>
            <a:fld id="{F079857C-C111-4800-9D0C-003B4AAA4019}" type="slidenum">
              <a:rPr lang="es-CO" smtClean="0"/>
              <a:pPr/>
              <a:t>‹#›</a:t>
            </a:fld>
            <a:endParaRPr lang="es-CO"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10"/>
          </p:nvPr>
        </p:nvSpPr>
        <p:spPr/>
        <p:txBody>
          <a:bodyPr/>
          <a:lstStyle/>
          <a:p>
            <a:fld id="{43DF08CB-A55A-40B1-AEFD-F19B3CFD19B5}" type="datetimeFigureOut">
              <a:rPr lang="es-CO" smtClean="0"/>
              <a:pPr/>
              <a:t>21/11/2025</a:t>
            </a:fld>
            <a:endParaRPr lang="es-CO" dirty="0"/>
          </a:p>
        </p:txBody>
      </p:sp>
      <p:sp>
        <p:nvSpPr>
          <p:cNvPr id="5" name="4 Marcador de pie de página"/>
          <p:cNvSpPr>
            <a:spLocks noGrp="1"/>
          </p:cNvSpPr>
          <p:nvPr>
            <p:ph type="ftr" sz="quarter" idx="11"/>
          </p:nvPr>
        </p:nvSpPr>
        <p:spPr/>
        <p:txBody>
          <a:bodyPr/>
          <a:lstStyle/>
          <a:p>
            <a:endParaRPr lang="es-CO" dirty="0"/>
          </a:p>
        </p:txBody>
      </p:sp>
      <p:sp>
        <p:nvSpPr>
          <p:cNvPr id="6" name="5 Marcador de número de diapositiva"/>
          <p:cNvSpPr>
            <a:spLocks noGrp="1"/>
          </p:cNvSpPr>
          <p:nvPr>
            <p:ph type="sldNum" sz="quarter" idx="12"/>
          </p:nvPr>
        </p:nvSpPr>
        <p:spPr/>
        <p:txBody>
          <a:bodyPr/>
          <a:lstStyle/>
          <a:p>
            <a:fld id="{F079857C-C111-4800-9D0C-003B4AAA4019}" type="slidenum">
              <a:rPr lang="es-CO" smtClean="0"/>
              <a:pPr/>
              <a:t>‹#›</a:t>
            </a:fld>
            <a:endParaRPr lang="es-CO"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8839200" y="274639"/>
            <a:ext cx="2743200" cy="5851525"/>
          </a:xfrm>
        </p:spPr>
        <p:txBody>
          <a:bodyPr vert="eaVert"/>
          <a:lstStyle/>
          <a:p>
            <a:r>
              <a:rPr lang="es-ES"/>
              <a:t>Haga clic para modificar el estilo de título del patrón</a:t>
            </a:r>
            <a:endParaRPr lang="es-CO"/>
          </a:p>
        </p:txBody>
      </p:sp>
      <p:sp>
        <p:nvSpPr>
          <p:cNvPr id="3" name="2 Marcador de texto vertical"/>
          <p:cNvSpPr>
            <a:spLocks noGrp="1"/>
          </p:cNvSpPr>
          <p:nvPr>
            <p:ph type="body" orient="vert" idx="1"/>
          </p:nvPr>
        </p:nvSpPr>
        <p:spPr>
          <a:xfrm>
            <a:off x="609600" y="274639"/>
            <a:ext cx="80264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10"/>
          </p:nvPr>
        </p:nvSpPr>
        <p:spPr/>
        <p:txBody>
          <a:bodyPr/>
          <a:lstStyle/>
          <a:p>
            <a:fld id="{43DF08CB-A55A-40B1-AEFD-F19B3CFD19B5}" type="datetimeFigureOut">
              <a:rPr lang="es-CO" smtClean="0"/>
              <a:pPr/>
              <a:t>21/11/2025</a:t>
            </a:fld>
            <a:endParaRPr lang="es-CO" dirty="0"/>
          </a:p>
        </p:txBody>
      </p:sp>
      <p:sp>
        <p:nvSpPr>
          <p:cNvPr id="5" name="4 Marcador de pie de página"/>
          <p:cNvSpPr>
            <a:spLocks noGrp="1"/>
          </p:cNvSpPr>
          <p:nvPr>
            <p:ph type="ftr" sz="quarter" idx="11"/>
          </p:nvPr>
        </p:nvSpPr>
        <p:spPr/>
        <p:txBody>
          <a:bodyPr/>
          <a:lstStyle/>
          <a:p>
            <a:endParaRPr lang="es-CO" dirty="0"/>
          </a:p>
        </p:txBody>
      </p:sp>
      <p:sp>
        <p:nvSpPr>
          <p:cNvPr id="6" name="5 Marcador de número de diapositiva"/>
          <p:cNvSpPr>
            <a:spLocks noGrp="1"/>
          </p:cNvSpPr>
          <p:nvPr>
            <p:ph type="sldNum" sz="quarter" idx="12"/>
          </p:nvPr>
        </p:nvSpPr>
        <p:spPr/>
        <p:txBody>
          <a:bodyPr/>
          <a:lstStyle/>
          <a:p>
            <a:fld id="{F079857C-C111-4800-9D0C-003B4AAA4019}" type="slidenum">
              <a:rPr lang="es-CO" smtClean="0"/>
              <a:pPr/>
              <a:t>‹#›</a:t>
            </a:fld>
            <a:endParaRPr lang="es-CO"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0F0F0"/>
        </a:solidFill>
        <a:effectLst/>
      </p:bgPr>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2 Marcador de texto"/>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DF08CB-A55A-40B1-AEFD-F19B3CFD19B5}" type="datetimeFigureOut">
              <a:rPr lang="es-CO" smtClean="0"/>
              <a:pPr/>
              <a:t>21/11/2025</a:t>
            </a:fld>
            <a:endParaRPr lang="es-CO" dirty="0"/>
          </a:p>
        </p:txBody>
      </p:sp>
      <p:sp>
        <p:nvSpPr>
          <p:cNvPr id="5" name="4 Marcador de pie de página"/>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dirty="0"/>
          </a:p>
        </p:txBody>
      </p:sp>
      <p:sp>
        <p:nvSpPr>
          <p:cNvPr id="6" name="5 Marcador de número de diapositiva"/>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079857C-C111-4800-9D0C-003B4AAA4019}" type="slidenum">
              <a:rPr lang="es-CO" smtClean="0"/>
              <a:pPr/>
              <a:t>‹#›</a:t>
            </a:fld>
            <a:endParaRPr lang="es-CO"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5.png"/><Relationship Id="rId7"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microsoft.com/office/2007/relationships/hdphoto" Target="../media/hdphoto2.wdp"/><Relationship Id="rId5" Type="http://schemas.openxmlformats.org/officeDocument/2006/relationships/image" Target="../media/image6.png"/><Relationship Id="rId4" Type="http://schemas.microsoft.com/office/2007/relationships/hdphoto" Target="../media/hdphoto1.wdp"/></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8.png"/><Relationship Id="rId7"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microsoft.com/office/2007/relationships/hdphoto" Target="../media/hdphoto4.wdp"/><Relationship Id="rId5" Type="http://schemas.openxmlformats.org/officeDocument/2006/relationships/image" Target="../media/image9.png"/><Relationship Id="rId4" Type="http://schemas.microsoft.com/office/2007/relationships/hdphoto" Target="../media/hdphoto3.wdp"/></Relationships>
</file>

<file path=ppt/slides/_rels/slide13.xml.rels><?xml version="1.0" encoding="UTF-8" standalone="yes"?>
<Relationships xmlns="http://schemas.openxmlformats.org/package/2006/relationships"><Relationship Id="rId8" Type="http://schemas.microsoft.com/office/2007/relationships/hdphoto" Target="../media/hdphoto7.wdp"/><Relationship Id="rId13" Type="http://schemas.openxmlformats.org/officeDocument/2006/relationships/image" Target="../media/image1.png"/><Relationship Id="rId3" Type="http://schemas.openxmlformats.org/officeDocument/2006/relationships/image" Target="../media/image10.png"/><Relationship Id="rId7" Type="http://schemas.openxmlformats.org/officeDocument/2006/relationships/image" Target="../media/image12.png"/><Relationship Id="rId12"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microsoft.com/office/2007/relationships/hdphoto" Target="../media/hdphoto6.wdp"/><Relationship Id="rId11" Type="http://schemas.openxmlformats.org/officeDocument/2006/relationships/image" Target="../media/image14.png"/><Relationship Id="rId5" Type="http://schemas.openxmlformats.org/officeDocument/2006/relationships/image" Target="../media/image11.png"/><Relationship Id="rId10" Type="http://schemas.microsoft.com/office/2007/relationships/hdphoto" Target="../media/hdphoto8.wdp"/><Relationship Id="rId4" Type="http://schemas.microsoft.com/office/2007/relationships/hdphoto" Target="../media/hdphoto5.wdp"/><Relationship Id="rId9"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1.png"/><Relationship Id="rId4" Type="http://schemas.microsoft.com/office/2007/relationships/hdphoto" Target="../media/hdphoto9.wdp"/></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17.png"/><Relationship Id="rId4" Type="http://schemas.microsoft.com/office/2007/relationships/hdphoto" Target="../media/hdphoto10.wdp"/></Relationships>
</file>

<file path=ppt/slides/_rels/slide17.xml.rels><?xml version="1.0" encoding="UTF-8" standalone="yes"?>
<Relationships xmlns="http://schemas.openxmlformats.org/package/2006/relationships"><Relationship Id="rId8" Type="http://schemas.microsoft.com/office/2007/relationships/hdphoto" Target="../media/hdphoto13.wdp"/><Relationship Id="rId3" Type="http://schemas.openxmlformats.org/officeDocument/2006/relationships/image" Target="../media/image18.png"/><Relationship Id="rId7"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microsoft.com/office/2007/relationships/hdphoto" Target="../media/hdphoto12.wdp"/><Relationship Id="rId5" Type="http://schemas.openxmlformats.org/officeDocument/2006/relationships/image" Target="../media/image19.png"/><Relationship Id="rId4" Type="http://schemas.microsoft.com/office/2007/relationships/hdphoto" Target="../media/hdphoto11.wdp"/><Relationship Id="rId9"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1.png"/><Relationship Id="rId4" Type="http://schemas.microsoft.com/office/2007/relationships/hdphoto" Target="../media/hdphoto14.wdp"/></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22.png"/><Relationship Id="rId7" Type="http://schemas.microsoft.com/office/2007/relationships/hdphoto" Target="../media/hdphoto16.wdp"/><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7.png"/><Relationship Id="rId4" Type="http://schemas.microsoft.com/office/2007/relationships/hdphoto" Target="../media/hdphoto15.wdp"/></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24.png"/><Relationship Id="rId7" Type="http://schemas.microsoft.com/office/2007/relationships/hdphoto" Target="../media/hdphoto18.wdp"/><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7.png"/><Relationship Id="rId4" Type="http://schemas.microsoft.com/office/2007/relationships/hdphoto" Target="../media/hdphoto17.wdp"/></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7.png"/><Relationship Id="rId4" Type="http://schemas.microsoft.com/office/2007/relationships/hdphoto" Target="../media/hdphoto19.wdp"/></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7.png"/><Relationship Id="rId4" Type="http://schemas.microsoft.com/office/2007/relationships/hdphoto" Target="../media/hdphoto20.wdp"/></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28.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32.png"/><Relationship Id="rId7" Type="http://schemas.microsoft.com/office/2007/relationships/hdphoto" Target="../media/hdphoto22.wdp"/><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7.png"/><Relationship Id="rId10" Type="http://schemas.openxmlformats.org/officeDocument/2006/relationships/image" Target="../media/image1.png"/><Relationship Id="rId4" Type="http://schemas.microsoft.com/office/2007/relationships/hdphoto" Target="../media/hdphoto21.wdp"/><Relationship Id="rId9" Type="http://schemas.microsoft.com/office/2007/relationships/hdphoto" Target="../media/hdphoto23.wdp"/></Relationships>
</file>

<file path=ppt/slides/_rels/slide29.xml.rels><?xml version="1.0" encoding="UTF-8" standalone="yes"?>
<Relationships xmlns="http://schemas.openxmlformats.org/package/2006/relationships"><Relationship Id="rId3" Type="http://schemas.openxmlformats.org/officeDocument/2006/relationships/hyperlink" Target="https://github.com/rcfdtools/R.HydroTools/wiki/License" TargetMode="External"/><Relationship Id="rId2" Type="http://schemas.openxmlformats.org/officeDocument/2006/relationships/hyperlink" Target="https://github.com/rcfdtools" TargetMode="Externa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1 Título">
            <a:extLst>
              <a:ext uri="{FF2B5EF4-FFF2-40B4-BE49-F238E27FC236}">
                <a16:creationId xmlns:a16="http://schemas.microsoft.com/office/drawing/2014/main" id="{3072C985-1B9B-4BDD-9204-91D61E909C9C}"/>
              </a:ext>
            </a:extLst>
          </p:cNvPr>
          <p:cNvSpPr txBox="1">
            <a:spLocks/>
          </p:cNvSpPr>
          <p:nvPr/>
        </p:nvSpPr>
        <p:spPr>
          <a:xfrm>
            <a:off x="7620002" y="6669360"/>
            <a:ext cx="4572000" cy="18864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r"/>
            <a:r>
              <a:rPr lang="es-ES" sz="800" dirty="0">
                <a:latin typeface="Segoe UI Light" panose="020B0502040204020203" pitchFamily="34" charset="0"/>
                <a:cs typeface="Segoe UI Light" panose="020B0502040204020203" pitchFamily="34" charset="0"/>
              </a:rPr>
              <a:t>v.20201117</a:t>
            </a:r>
            <a:endParaRPr lang="es-CO" sz="800" spc="100" dirty="0">
              <a:latin typeface="Segoe UI Light" panose="020B0502040204020203" pitchFamily="34" charset="0"/>
              <a:cs typeface="Segoe UI Light" panose="020B0502040204020203" pitchFamily="34" charset="0"/>
            </a:endParaRPr>
          </a:p>
        </p:txBody>
      </p:sp>
      <p:sp>
        <p:nvSpPr>
          <p:cNvPr id="10" name="1 Título">
            <a:extLst>
              <a:ext uri="{FF2B5EF4-FFF2-40B4-BE49-F238E27FC236}">
                <a16:creationId xmlns:a16="http://schemas.microsoft.com/office/drawing/2014/main" id="{7F6DDFB0-630E-45A2-B5EE-AB34BE184EC4}"/>
              </a:ext>
            </a:extLst>
          </p:cNvPr>
          <p:cNvSpPr txBox="1">
            <a:spLocks/>
          </p:cNvSpPr>
          <p:nvPr/>
        </p:nvSpPr>
        <p:spPr>
          <a:xfrm>
            <a:off x="0" y="6669360"/>
            <a:ext cx="4572000" cy="18864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800" dirty="0">
                <a:latin typeface="Segoe UI Light" panose="020B0502040204020203" pitchFamily="34" charset="0"/>
                <a:cs typeface="Segoe UI Light" panose="020B0502040204020203" pitchFamily="34" charset="0"/>
              </a:rPr>
              <a:t>Info: r.cfdtools@gmail.com</a:t>
            </a:r>
            <a:endParaRPr lang="es-CO" sz="800" spc="100" dirty="0">
              <a:latin typeface="Segoe UI Light" panose="020B0502040204020203" pitchFamily="34" charset="0"/>
              <a:cs typeface="Segoe UI Light" panose="020B0502040204020203" pitchFamily="34" charset="0"/>
            </a:endParaRPr>
          </a:p>
        </p:txBody>
      </p:sp>
      <p:sp>
        <p:nvSpPr>
          <p:cNvPr id="17" name="1 Título">
            <a:extLst>
              <a:ext uri="{FF2B5EF4-FFF2-40B4-BE49-F238E27FC236}">
                <a16:creationId xmlns:a16="http://schemas.microsoft.com/office/drawing/2014/main" id="{CF602DD4-6CD6-45A5-8387-11EC9AEA487E}"/>
              </a:ext>
            </a:extLst>
          </p:cNvPr>
          <p:cNvSpPr txBox="1">
            <a:spLocks/>
          </p:cNvSpPr>
          <p:nvPr/>
        </p:nvSpPr>
        <p:spPr>
          <a:xfrm>
            <a:off x="0" y="4263073"/>
            <a:ext cx="12192000" cy="1541552"/>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s-CO" sz="1200" dirty="0">
                <a:latin typeface="Segoe UI Light" panose="020B0502040204020203" pitchFamily="34" charset="0"/>
                <a:cs typeface="Segoe UI Light" panose="020B0502040204020203" pitchFamily="34" charset="0"/>
              </a:rPr>
              <a:t>herramientas computacionales para el diseño y modelación de cauces</a:t>
            </a:r>
          </a:p>
          <a:p>
            <a:r>
              <a:rPr lang="es-CO" sz="1200" dirty="0">
                <a:latin typeface="Segoe UI Light" panose="020B0502040204020203" pitchFamily="34" charset="0"/>
                <a:cs typeface="Segoe UI Light" panose="020B0502040204020203" pitchFamily="34" charset="0"/>
              </a:rPr>
              <a:t>Modelación hidráulica 2D con HEC-RAS y RAS </a:t>
            </a:r>
            <a:r>
              <a:rPr lang="es-CO" sz="1200" dirty="0" err="1">
                <a:latin typeface="Segoe UI Light" panose="020B0502040204020203" pitchFamily="34" charset="0"/>
                <a:cs typeface="Segoe UI Light" panose="020B0502040204020203" pitchFamily="34" charset="0"/>
              </a:rPr>
              <a:t>Mapper</a:t>
            </a:r>
            <a:endParaRPr lang="es-CO" sz="1200" dirty="0">
              <a:latin typeface="Segoe UI Light" panose="020B0502040204020203" pitchFamily="34" charset="0"/>
              <a:cs typeface="Segoe UI Light" panose="020B0502040204020203" pitchFamily="34" charset="0"/>
            </a:endParaRPr>
          </a:p>
          <a:p>
            <a:r>
              <a:rPr lang="es-CO" sz="1600" dirty="0">
                <a:latin typeface="Segoe UI Light" panose="020B0502040204020203" pitchFamily="34" charset="0"/>
                <a:cs typeface="Segoe UI Light" panose="020B0502040204020203" pitchFamily="34" charset="0"/>
              </a:rPr>
              <a:t>Creación de proyecto 2D en HEC-RAS</a:t>
            </a:r>
          </a:p>
        </p:txBody>
      </p:sp>
      <p:pic>
        <p:nvPicPr>
          <p:cNvPr id="3" name="Imagen 2">
            <a:extLst>
              <a:ext uri="{FF2B5EF4-FFF2-40B4-BE49-F238E27FC236}">
                <a16:creationId xmlns:a16="http://schemas.microsoft.com/office/drawing/2014/main" id="{70C1FD41-6B01-4003-8583-7FDA4B45F6A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pic>
        <p:nvPicPr>
          <p:cNvPr id="4" name="Imagen 3">
            <a:extLst>
              <a:ext uri="{FF2B5EF4-FFF2-40B4-BE49-F238E27FC236}">
                <a16:creationId xmlns:a16="http://schemas.microsoft.com/office/drawing/2014/main" id="{730F36EA-CC63-4858-AB4F-D0E709CBB71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08852" y="2553460"/>
            <a:ext cx="1574295" cy="1751080"/>
          </a:xfrm>
          <a:prstGeom prst="rect">
            <a:avLst/>
          </a:prstGeom>
        </p:spPr>
      </p:pic>
      <p:pic>
        <p:nvPicPr>
          <p:cNvPr id="5" name="Picture 4" descr="Logo&#10;&#10;Description automatically generated">
            <a:extLst>
              <a:ext uri="{FF2B5EF4-FFF2-40B4-BE49-F238E27FC236}">
                <a16:creationId xmlns:a16="http://schemas.microsoft.com/office/drawing/2014/main" id="{4326D43E-4B33-4846-AE50-6FA1682691C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9697" y="26672"/>
            <a:ext cx="449679" cy="450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3584407" y="3259723"/>
            <a:ext cx="5023185" cy="369332"/>
          </a:xfrm>
          <a:prstGeom prst="rect">
            <a:avLst/>
          </a:prstGeom>
          <a:noFill/>
        </p:spPr>
        <p:txBody>
          <a:bodyPr wrap="square" rtlCol="0">
            <a:spAutoFit/>
          </a:bodyPr>
          <a:lstStyle/>
          <a:p>
            <a:pPr algn="ctr"/>
            <a:r>
              <a:rPr lang="es-CO" dirty="0">
                <a:latin typeface="Segoe UI Light" panose="020B0502040204020203" pitchFamily="34" charset="0"/>
                <a:cs typeface="Segoe UI Light" panose="020B0502040204020203" pitchFamily="34" charset="0"/>
              </a:rPr>
              <a:t>1. Diferencia entre modelación 1D y 2D</a:t>
            </a:r>
          </a:p>
        </p:txBody>
      </p:sp>
      <p:pic>
        <p:nvPicPr>
          <p:cNvPr id="4" name="Imagen 3">
            <a:extLst>
              <a:ext uri="{FF2B5EF4-FFF2-40B4-BE49-F238E27FC236}">
                <a16:creationId xmlns:a16="http://schemas.microsoft.com/office/drawing/2014/main" id="{9C346B8C-A51B-4670-874B-4CC9D1A496D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21944576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1316410" y="692696"/>
            <a:ext cx="9559180" cy="5724644"/>
          </a:xfrm>
          <a:prstGeom prst="rect">
            <a:avLst/>
          </a:prstGeom>
          <a:noFill/>
        </p:spPr>
        <p:txBody>
          <a:bodyPr wrap="square" rtlCol="0">
            <a:spAutoFit/>
          </a:bodyPr>
          <a:lstStyle/>
          <a:p>
            <a:pPr algn="just"/>
            <a:r>
              <a:rPr lang="es-CO" dirty="0">
                <a:latin typeface="Segoe UI Light" panose="020B0502040204020203" pitchFamily="34" charset="0"/>
                <a:cs typeface="Segoe UI Light" panose="020B0502040204020203" pitchFamily="34" charset="0"/>
              </a:rPr>
              <a:t>Modelación hidráulica 1D</a:t>
            </a:r>
          </a:p>
          <a:p>
            <a:pPr algn="just"/>
            <a:endParaRPr lang="es-CO"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Para el estudio de los niveles y velocidades del flujo en ríos, la aproximación que sin duda se ha utilizado más es la de flujo unidimensional y régimen permanente gradualmente variado. ¿Por qué? Por sencillez de programación y a veces por falta de información en las condiciones de contorno en régimen no permanente (hidrogramas).</a:t>
            </a:r>
          </a:p>
          <a:p>
            <a:pPr algn="just"/>
            <a:endParaRPr lang="es-CO"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La ecuación fundamental en la modelización es la conservación de la energía entre dos secciones de río, aunque también se utiliza la ecuación de conservación de la cantidad de movimiento para fenómenos locales, como pueden ser cambios de régimen, y otras ecuaciones más o menos empíricas para otros efectos locales como puentes, diques, etc.</a:t>
            </a:r>
          </a:p>
          <a:p>
            <a:pPr algn="just"/>
            <a:endParaRPr lang="es-CO"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Cuando se trata de conocer los niveles máximos en crecientes, efectuar el estudio a nivel de movimiento unidimensional, régimen permanente y fondo fijo, ofrece resultados que están del lado de la seguridad al obtener láminas de agua que suelen estar por encima de la envolvente de profundidades máximas que se obtendrían con un modelo en régimen variable y un hidrograma cuyo caudal pico fuera el caudal utilizado en el cálculo en régimen permanente.</a:t>
            </a:r>
          </a:p>
          <a:p>
            <a:pPr algn="just"/>
            <a:endParaRPr lang="es-CO"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Son adecuados para el estudio de flujos con un marcado carácter unidimensional, utilizándose básicamente para la modelización de ríos y canales en los cuales la geometría se puede definir por una línea o cauce longitudinal con una sección transversal asociada en cada punto.</a:t>
            </a:r>
          </a:p>
          <a:p>
            <a:pPr algn="just"/>
            <a:endParaRPr lang="es-CO" sz="1600" dirty="0">
              <a:latin typeface="Segoe UI Light" panose="020B0502040204020203" pitchFamily="34" charset="0"/>
              <a:cs typeface="Segoe UI Light" panose="020B0502040204020203" pitchFamily="34" charset="0"/>
            </a:endParaRPr>
          </a:p>
          <a:p>
            <a:pPr algn="just"/>
            <a:r>
              <a:rPr lang="es-CO" sz="1200" dirty="0">
                <a:latin typeface="Segoe UI Light" panose="020B0502040204020203" pitchFamily="34" charset="0"/>
                <a:cs typeface="Segoe UI Light" panose="020B0502040204020203" pitchFamily="34" charset="0"/>
              </a:rPr>
              <a:t>Tomado y adaptado de: http://www.hidrojing.com/modelizacion-hidraulica-de-propagacion-de-avenidas-1d-o-2d/</a:t>
            </a:r>
          </a:p>
        </p:txBody>
      </p:sp>
      <p:sp>
        <p:nvSpPr>
          <p:cNvPr id="11" name="1 Título">
            <a:extLst>
              <a:ext uri="{FF2B5EF4-FFF2-40B4-BE49-F238E27FC236}">
                <a16:creationId xmlns:a16="http://schemas.microsoft.com/office/drawing/2014/main" id="{BDB7F980-F4EE-4869-9FE7-BCAA4A1035C8}"/>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1. Diferencia entre modelación 1D y 2D</a:t>
            </a:r>
          </a:p>
        </p:txBody>
      </p:sp>
      <p:pic>
        <p:nvPicPr>
          <p:cNvPr id="5" name="Imagen 4">
            <a:extLst>
              <a:ext uri="{FF2B5EF4-FFF2-40B4-BE49-F238E27FC236}">
                <a16:creationId xmlns:a16="http://schemas.microsoft.com/office/drawing/2014/main" id="{290CB170-64F9-4673-81CC-80E3693B27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25773272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443372" y="554479"/>
            <a:ext cx="11305256" cy="5970865"/>
          </a:xfrm>
          <a:prstGeom prst="rect">
            <a:avLst/>
          </a:prstGeom>
          <a:noFill/>
        </p:spPr>
        <p:txBody>
          <a:bodyPr wrap="square" rtlCol="0">
            <a:spAutoFit/>
          </a:bodyPr>
          <a:lstStyle/>
          <a:p>
            <a:pPr algn="just"/>
            <a:r>
              <a:rPr lang="es-CO" dirty="0">
                <a:latin typeface="Segoe UI Light" panose="020B0502040204020203" pitchFamily="34" charset="0"/>
                <a:cs typeface="Segoe UI Light" panose="020B0502040204020203" pitchFamily="34" charset="0"/>
              </a:rPr>
              <a:t>Modelación hidráulica 2D</a:t>
            </a:r>
          </a:p>
          <a:p>
            <a:pPr algn="just"/>
            <a:endParaRPr lang="es-CO"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El planteamiento de modelos hidráulicos 1D presenta ciertos problemas en la modelización del comportamiento del flujo cuando la geometría del mismo pierde su carácter unidimensional, esto se debe a que:</a:t>
            </a:r>
          </a:p>
          <a:p>
            <a:pPr algn="just"/>
            <a:endParaRPr lang="es-CO" sz="1600" dirty="0">
              <a:latin typeface="Segoe UI Light" panose="020B0502040204020203" pitchFamily="34" charset="0"/>
              <a:cs typeface="Segoe UI Light" panose="020B0502040204020203" pitchFamily="34" charset="0"/>
            </a:endParaRPr>
          </a:p>
          <a:p>
            <a:pPr marL="285750" indent="-285750" algn="just">
              <a:buFont typeface="Wingdings" panose="05000000000000000000" pitchFamily="2" charset="2"/>
              <a:buChar char="ü"/>
            </a:pPr>
            <a:r>
              <a:rPr lang="es-CO" sz="1600" dirty="0">
                <a:latin typeface="Segoe UI Light" panose="020B0502040204020203" pitchFamily="34" charset="0"/>
                <a:cs typeface="Segoe UI Light" panose="020B0502040204020203" pitchFamily="34" charset="0"/>
              </a:rPr>
              <a:t>Las velocidades ya no son homogéneas en toda la sección transversal, lo cual  introduce errores considerables en las ecuaciones 1D , que asumen una velocidad </a:t>
            </a:r>
            <a:r>
              <a:rPr lang="es-CO" sz="1600" dirty="0" err="1">
                <a:latin typeface="Segoe UI Light" panose="020B0502040204020203" pitchFamily="34" charset="0"/>
                <a:cs typeface="Segoe UI Light" panose="020B0502040204020203" pitchFamily="34" charset="0"/>
              </a:rPr>
              <a:t>quasi</a:t>
            </a:r>
            <a:r>
              <a:rPr lang="es-CO" sz="1600" dirty="0">
                <a:latin typeface="Segoe UI Light" panose="020B0502040204020203" pitchFamily="34" charset="0"/>
                <a:cs typeface="Segoe UI Light" panose="020B0502040204020203" pitchFamily="34" charset="0"/>
              </a:rPr>
              <a:t>-uniforme en la sección.</a:t>
            </a:r>
          </a:p>
          <a:p>
            <a:pPr marL="285750" indent="-285750" algn="just">
              <a:buFont typeface="Wingdings" panose="05000000000000000000" pitchFamily="2" charset="2"/>
              <a:buChar char="ü"/>
            </a:pPr>
            <a:r>
              <a:rPr lang="es-CO" sz="1600" dirty="0">
                <a:latin typeface="Segoe UI Light" panose="020B0502040204020203" pitchFamily="34" charset="0"/>
                <a:cs typeface="Segoe UI Light" panose="020B0502040204020203" pitchFamily="34" charset="0"/>
              </a:rPr>
              <a:t>En ocasiones la geometría del cauce a estudiar implica cambios bruscos de dirección, como los producidos en meandros y definir el modelo mediante un cauce longitudinal con secciones transversales asociadas no es tan adecuado.</a:t>
            </a:r>
          </a:p>
          <a:p>
            <a:pPr marL="285750" indent="-285750" algn="just">
              <a:buFont typeface="Wingdings" panose="05000000000000000000" pitchFamily="2" charset="2"/>
              <a:buChar char="ü"/>
            </a:pPr>
            <a:r>
              <a:rPr lang="es-CO" sz="1600" dirty="0">
                <a:latin typeface="Segoe UI Light" panose="020B0502040204020203" pitchFamily="34" charset="0"/>
                <a:cs typeface="Segoe UI Light" panose="020B0502040204020203" pitchFamily="34" charset="0"/>
              </a:rPr>
              <a:t>El flujo deja de ser perpendicular a la sección debido a la aceleración convectiva, por lo que no es suficiente calcular la velocidad media en la sección, sino que también es importante evaluar si aparecen zonas de recirculación del flujo.</a:t>
            </a:r>
          </a:p>
          <a:p>
            <a:pPr marL="285750" indent="-285750" algn="just">
              <a:buFont typeface="Wingdings" panose="05000000000000000000" pitchFamily="2" charset="2"/>
              <a:buChar char="ü"/>
            </a:pPr>
            <a:r>
              <a:rPr lang="es-CO" sz="1600" dirty="0">
                <a:latin typeface="Segoe UI Light" panose="020B0502040204020203" pitchFamily="34" charset="0"/>
                <a:cs typeface="Segoe UI Light" panose="020B0502040204020203" pitchFamily="34" charset="0"/>
              </a:rPr>
              <a:t>Tramos cortos en los que existen ensanchamientos y estrechamientos de sección que pueden provocar zonas de recirculación importantes.</a:t>
            </a:r>
          </a:p>
          <a:p>
            <a:pPr algn="just"/>
            <a:endParaRPr lang="es-CO"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Es entonces cuando se hace necesario un método de modelización hidráulica que no estudie el comportamiento del flujo respecto de algunas secciones transversales de muestreo, si no qué a partir de una malla generada a partir de Modelos Digitales de Terreno, se estudie que ocurre celda a celda y cómo se comporta el flujo en ella, es decir, hacia dónde se dirige.</a:t>
            </a:r>
          </a:p>
          <a:p>
            <a:pPr algn="just"/>
            <a:endParaRPr lang="es-CO"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En la modelización de ríos puede ser necesario recurrir a un modelo 2D cuando existen meandros fuertes con llanuras de inundación importantes. En dichas geometrías, para el cálculo de flujos con poca recurrencia se puede utilizar un modelo 1D, pero para el caudal de creciente, la dirección del flujo deja de seguir el cauce principal, inundando las llanuras adyacentes para circular por el cauce de creciente, mucho más rectilíneo y ancho que el cauce principal.</a:t>
            </a:r>
          </a:p>
          <a:p>
            <a:pPr algn="just"/>
            <a:endParaRPr lang="es-CO" sz="1600" dirty="0">
              <a:latin typeface="Segoe UI Light" panose="020B0502040204020203" pitchFamily="34" charset="0"/>
              <a:cs typeface="Segoe UI Light" panose="020B0502040204020203" pitchFamily="34" charset="0"/>
            </a:endParaRPr>
          </a:p>
          <a:p>
            <a:pPr algn="just"/>
            <a:r>
              <a:rPr lang="es-CO" sz="1200" dirty="0">
                <a:latin typeface="Segoe UI Light" panose="020B0502040204020203" pitchFamily="34" charset="0"/>
                <a:cs typeface="Segoe UI Light" panose="020B0502040204020203" pitchFamily="34" charset="0"/>
              </a:rPr>
              <a:t>Tomado y adaptado  de: http://www.hidrojing.com/modelizacion-hidraulica-de-propagacion-de-avenidas-1d-o-2d/</a:t>
            </a:r>
          </a:p>
        </p:txBody>
      </p:sp>
      <p:sp>
        <p:nvSpPr>
          <p:cNvPr id="7" name="1 Título">
            <a:extLst>
              <a:ext uri="{FF2B5EF4-FFF2-40B4-BE49-F238E27FC236}">
                <a16:creationId xmlns:a16="http://schemas.microsoft.com/office/drawing/2014/main" id="{45D19E1E-9DF6-4793-8EBF-EE664DF13ACB}"/>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CO" sz="800">
                <a:latin typeface="Segoe UI Light" panose="020B0502040204020203" pitchFamily="34" charset="0"/>
                <a:cs typeface="Segoe UI Light" panose="020B0502040204020203" pitchFamily="34" charset="0"/>
              </a:rPr>
              <a:t>1. DIFERENCIA ENTRE MODELACIÓN 1D Y 2D.</a:t>
            </a:r>
            <a:endParaRPr lang="es-CO" sz="800" dirty="0">
              <a:latin typeface="Segoe UI Light" panose="020B0502040204020203" pitchFamily="34" charset="0"/>
              <a:cs typeface="Segoe UI Light" panose="020B0502040204020203" pitchFamily="34" charset="0"/>
            </a:endParaRPr>
          </a:p>
        </p:txBody>
      </p:sp>
      <p:pic>
        <p:nvPicPr>
          <p:cNvPr id="5" name="Imagen 4">
            <a:extLst>
              <a:ext uri="{FF2B5EF4-FFF2-40B4-BE49-F238E27FC236}">
                <a16:creationId xmlns:a16="http://schemas.microsoft.com/office/drawing/2014/main" id="{2B39AF78-5CB4-495D-B139-B3543F79D94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39148161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4176536" y="3105834"/>
            <a:ext cx="3838927" cy="646331"/>
          </a:xfrm>
          <a:prstGeom prst="rect">
            <a:avLst/>
          </a:prstGeom>
          <a:noFill/>
        </p:spPr>
        <p:txBody>
          <a:bodyPr wrap="square" rtlCol="0">
            <a:spAutoFit/>
          </a:bodyPr>
          <a:lstStyle/>
          <a:p>
            <a:pPr algn="ctr"/>
            <a:r>
              <a:rPr lang="es-CO" dirty="0">
                <a:latin typeface="Segoe UI Light" panose="020B0502040204020203" pitchFamily="34" charset="0"/>
                <a:cs typeface="Segoe UI Light" panose="020B0502040204020203" pitchFamily="34" charset="0"/>
              </a:rPr>
              <a:t>2. Diferencia entre el archivo .</a:t>
            </a:r>
            <a:r>
              <a:rPr lang="es-CO" dirty="0" err="1">
                <a:latin typeface="Segoe UI Light" panose="020B0502040204020203" pitchFamily="34" charset="0"/>
                <a:cs typeface="Segoe UI Light" panose="020B0502040204020203" pitchFamily="34" charset="0"/>
              </a:rPr>
              <a:t>prj</a:t>
            </a:r>
            <a:r>
              <a:rPr lang="es-CO" dirty="0">
                <a:latin typeface="Segoe UI Light" panose="020B0502040204020203" pitchFamily="34" charset="0"/>
                <a:cs typeface="Segoe UI Light" panose="020B0502040204020203" pitchFamily="34" charset="0"/>
              </a:rPr>
              <a:t> de HEC-RAS y el archivo .</a:t>
            </a:r>
            <a:r>
              <a:rPr lang="es-CO" dirty="0" err="1">
                <a:latin typeface="Segoe UI Light" panose="020B0502040204020203" pitchFamily="34" charset="0"/>
                <a:cs typeface="Segoe UI Light" panose="020B0502040204020203" pitchFamily="34" charset="0"/>
              </a:rPr>
              <a:t>prj</a:t>
            </a:r>
            <a:r>
              <a:rPr lang="es-CO" dirty="0">
                <a:latin typeface="Segoe UI Light" panose="020B0502040204020203" pitchFamily="34" charset="0"/>
                <a:cs typeface="Segoe UI Light" panose="020B0502040204020203" pitchFamily="34" charset="0"/>
              </a:rPr>
              <a:t> del GIS</a:t>
            </a:r>
          </a:p>
        </p:txBody>
      </p:sp>
      <p:pic>
        <p:nvPicPr>
          <p:cNvPr id="4" name="Imagen 3">
            <a:extLst>
              <a:ext uri="{FF2B5EF4-FFF2-40B4-BE49-F238E27FC236}">
                <a16:creationId xmlns:a16="http://schemas.microsoft.com/office/drawing/2014/main" id="{FA097B18-EDFB-44AE-8E6E-78C4F1373FB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42087862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1900908" y="713642"/>
            <a:ext cx="8767092" cy="2062103"/>
          </a:xfrm>
          <a:prstGeom prst="rect">
            <a:avLst/>
          </a:prstGeom>
          <a:noFill/>
        </p:spPr>
        <p:txBody>
          <a:bodyPr wrap="square" rtlCol="0">
            <a:spAutoFit/>
          </a:bodyPr>
          <a:lstStyle/>
          <a:p>
            <a:pPr algn="just"/>
            <a:r>
              <a:rPr lang="es-CO" sz="1600" dirty="0">
                <a:latin typeface="Segoe UI Light" panose="020B0502040204020203" pitchFamily="34" charset="0"/>
                <a:cs typeface="Segoe UI Light" panose="020B0502040204020203" pitchFamily="34" charset="0"/>
              </a:rPr>
              <a:t>Los archivos de proyecto en HEC-RAS, utilizan como extensión nativa .prj y contienen las especificaciones generales a utilizar por el modelo hidráulico, tales como: plan, coeficientes de expansión y contracción, sistema de unidades, geometría asociada y títulos de ejes para gráficos de resultados.</a:t>
            </a:r>
          </a:p>
          <a:p>
            <a:pPr algn="just"/>
            <a:endParaRPr lang="en-US" sz="1600" dirty="0">
              <a:latin typeface="Segoe UI Light" panose="020B0502040204020203" pitchFamily="34" charset="0"/>
              <a:cs typeface="Segoe UI Light" panose="020B0502040204020203" pitchFamily="34" charset="0"/>
            </a:endParaRPr>
          </a:p>
          <a:p>
            <a:pPr algn="just"/>
            <a:r>
              <a:rPr lang="en-US" sz="1600" dirty="0">
                <a:latin typeface="Segoe UI Light" panose="020B0502040204020203" pitchFamily="34" charset="0"/>
                <a:cs typeface="Segoe UI Light" panose="020B0502040204020203" pitchFamily="34" charset="0"/>
              </a:rPr>
              <a:t>L</a:t>
            </a:r>
            <a:r>
              <a:rPr lang="es-CO" sz="1600" dirty="0">
                <a:latin typeface="Segoe UI Light" panose="020B0502040204020203" pitchFamily="34" charset="0"/>
                <a:cs typeface="Segoe UI Light" panose="020B0502040204020203" pitchFamily="34" charset="0"/>
              </a:rPr>
              <a:t>os sistemas de información geográfica – GIS, utilizan la extensión .prj para almacenar los parámetros del sistema de proyección de coordenadas, aplicables a los archivos de formas shapefile o a los grupos de capas dentro de bases de datos. </a:t>
            </a:r>
          </a:p>
        </p:txBody>
      </p:sp>
      <p:sp>
        <p:nvSpPr>
          <p:cNvPr id="7" name="7 CuadroTexto">
            <a:extLst>
              <a:ext uri="{FF2B5EF4-FFF2-40B4-BE49-F238E27FC236}">
                <a16:creationId xmlns:a16="http://schemas.microsoft.com/office/drawing/2014/main" id="{6110D0F8-75D5-4F37-8629-CA4581F4837B}"/>
              </a:ext>
            </a:extLst>
          </p:cNvPr>
          <p:cNvSpPr txBox="1"/>
          <p:nvPr/>
        </p:nvSpPr>
        <p:spPr>
          <a:xfrm>
            <a:off x="1900908" y="3121019"/>
            <a:ext cx="3654524" cy="3108543"/>
          </a:xfrm>
          <a:prstGeom prst="rect">
            <a:avLst/>
          </a:prstGeom>
          <a:noFill/>
        </p:spPr>
        <p:txBody>
          <a:bodyPr wrap="square" rtlCol="0">
            <a:spAutoFit/>
          </a:bodyPr>
          <a:lstStyle/>
          <a:p>
            <a:pPr algn="just"/>
            <a:r>
              <a:rPr lang="en-US" sz="1400" dirty="0">
                <a:latin typeface="Segoe UI Light" panose="020B0502040204020203" pitchFamily="34" charset="0"/>
                <a:cs typeface="Segoe UI Light" panose="020B0502040204020203" pitchFamily="34" charset="0"/>
              </a:rPr>
              <a:t>Ejemplo de H</a:t>
            </a:r>
            <a:r>
              <a:rPr lang="es-CO" sz="1400" dirty="0">
                <a:latin typeface="Segoe UI Light" panose="020B0502040204020203" pitchFamily="34" charset="0"/>
                <a:cs typeface="Segoe UI Light" panose="020B0502040204020203" pitchFamily="34" charset="0"/>
              </a:rPr>
              <a:t>EC-RAS project (.prj)</a:t>
            </a:r>
          </a:p>
          <a:p>
            <a:pPr algn="just"/>
            <a:r>
              <a:rPr lang="es-CO" sz="1400" dirty="0">
                <a:latin typeface="Segoe UI Light" panose="020B0502040204020203" pitchFamily="34" charset="0"/>
                <a:cs typeface="Segoe UI Light" panose="020B0502040204020203" pitchFamily="34" charset="0"/>
              </a:rPr>
              <a:t> </a:t>
            </a:r>
          </a:p>
          <a:p>
            <a:pPr algn="just"/>
            <a:r>
              <a:rPr lang="es-CO" sz="1400" dirty="0">
                <a:latin typeface="Segoe UI Light" panose="020B0502040204020203" pitchFamily="34" charset="0"/>
                <a:cs typeface="Segoe UI Light" panose="020B0502040204020203" pitchFamily="34" charset="0"/>
              </a:rPr>
              <a:t>Proj Title=HECRAS2D_v0</a:t>
            </a:r>
          </a:p>
          <a:p>
            <a:pPr algn="just"/>
            <a:r>
              <a:rPr lang="es-CO" sz="1400" dirty="0">
                <a:latin typeface="Segoe UI Light" panose="020B0502040204020203" pitchFamily="34" charset="0"/>
                <a:cs typeface="Segoe UI Light" panose="020B0502040204020203" pitchFamily="34" charset="0"/>
              </a:rPr>
              <a:t>Current Plan=p02</a:t>
            </a:r>
          </a:p>
          <a:p>
            <a:pPr algn="just"/>
            <a:r>
              <a:rPr lang="es-CO" sz="1400" dirty="0">
                <a:latin typeface="Segoe UI Light" panose="020B0502040204020203" pitchFamily="34" charset="0"/>
                <a:cs typeface="Segoe UI Light" panose="020B0502040204020203" pitchFamily="34" charset="0"/>
              </a:rPr>
              <a:t>Default Exp/Contr=0.3,0.1</a:t>
            </a:r>
          </a:p>
          <a:p>
            <a:pPr algn="just"/>
            <a:r>
              <a:rPr lang="es-CO" sz="1400" dirty="0">
                <a:latin typeface="Segoe UI Light" panose="020B0502040204020203" pitchFamily="34" charset="0"/>
                <a:cs typeface="Segoe UI Light" panose="020B0502040204020203" pitchFamily="34" charset="0"/>
              </a:rPr>
              <a:t>SI Units</a:t>
            </a:r>
          </a:p>
          <a:p>
            <a:pPr algn="just"/>
            <a:r>
              <a:rPr lang="es-CO" sz="1400" dirty="0">
                <a:latin typeface="Segoe UI Light" panose="020B0502040204020203" pitchFamily="34" charset="0"/>
                <a:cs typeface="Segoe UI Light" panose="020B0502040204020203" pitchFamily="34" charset="0"/>
              </a:rPr>
              <a:t>Geom File=g01</a:t>
            </a:r>
          </a:p>
          <a:p>
            <a:pPr algn="just"/>
            <a:r>
              <a:rPr lang="es-CO" sz="1400" dirty="0">
                <a:latin typeface="Segoe UI Light" panose="020B0502040204020203" pitchFamily="34" charset="0"/>
                <a:cs typeface="Segoe UI Light" panose="020B0502040204020203" pitchFamily="34" charset="0"/>
              </a:rPr>
              <a:t>Unsteady File=u01</a:t>
            </a:r>
          </a:p>
          <a:p>
            <a:pPr algn="just"/>
            <a:r>
              <a:rPr lang="es-CO" sz="1400" dirty="0">
                <a:latin typeface="Segoe UI Light" panose="020B0502040204020203" pitchFamily="34" charset="0"/>
                <a:cs typeface="Segoe UI Light" panose="020B0502040204020203" pitchFamily="34" charset="0"/>
              </a:rPr>
              <a:t>Unsteady File=u02</a:t>
            </a:r>
          </a:p>
          <a:p>
            <a:pPr algn="just"/>
            <a:r>
              <a:rPr lang="es-CO" sz="1400" dirty="0">
                <a:latin typeface="Segoe UI Light" panose="020B0502040204020203" pitchFamily="34" charset="0"/>
                <a:cs typeface="Segoe UI Light" panose="020B0502040204020203" pitchFamily="34" charset="0"/>
              </a:rPr>
              <a:t>Plan File=p01</a:t>
            </a:r>
          </a:p>
          <a:p>
            <a:pPr algn="just"/>
            <a:r>
              <a:rPr lang="es-CO" sz="1400" dirty="0">
                <a:latin typeface="Segoe UI Light" panose="020B0502040204020203" pitchFamily="34" charset="0"/>
                <a:cs typeface="Segoe UI Light" panose="020B0502040204020203" pitchFamily="34" charset="0"/>
              </a:rPr>
              <a:t>Plan File=p02</a:t>
            </a:r>
          </a:p>
          <a:p>
            <a:pPr algn="just"/>
            <a:r>
              <a:rPr lang="es-CO" sz="1400" dirty="0">
                <a:latin typeface="Segoe UI Light" panose="020B0502040204020203" pitchFamily="34" charset="0"/>
                <a:cs typeface="Segoe UI Light" panose="020B0502040204020203" pitchFamily="34" charset="0"/>
              </a:rPr>
              <a:t>Y Axis Title=Elevation</a:t>
            </a:r>
          </a:p>
          <a:p>
            <a:pPr algn="just"/>
            <a:r>
              <a:rPr lang="es-CO" sz="1400" dirty="0">
                <a:latin typeface="Segoe UI Light" panose="020B0502040204020203" pitchFamily="34" charset="0"/>
                <a:cs typeface="Segoe UI Light" panose="020B0502040204020203" pitchFamily="34" charset="0"/>
              </a:rPr>
              <a:t>X Axis Title(PF)=Main Channel Distance</a:t>
            </a:r>
          </a:p>
          <a:p>
            <a:pPr algn="just"/>
            <a:r>
              <a:rPr lang="es-CO" sz="1400" dirty="0">
                <a:latin typeface="Segoe UI Light" panose="020B0502040204020203" pitchFamily="34" charset="0"/>
                <a:cs typeface="Segoe UI Light" panose="020B0502040204020203" pitchFamily="34" charset="0"/>
              </a:rPr>
              <a:t>X Axis Title(XS)=Station</a:t>
            </a:r>
          </a:p>
        </p:txBody>
      </p:sp>
      <p:sp>
        <p:nvSpPr>
          <p:cNvPr id="9" name="7 CuadroTexto">
            <a:extLst>
              <a:ext uri="{FF2B5EF4-FFF2-40B4-BE49-F238E27FC236}">
                <a16:creationId xmlns:a16="http://schemas.microsoft.com/office/drawing/2014/main" id="{9BEA0FC8-D2B9-4946-9A63-B55A3E9053A9}"/>
              </a:ext>
            </a:extLst>
          </p:cNvPr>
          <p:cNvSpPr txBox="1"/>
          <p:nvPr/>
        </p:nvSpPr>
        <p:spPr>
          <a:xfrm>
            <a:off x="6456040" y="3111296"/>
            <a:ext cx="4211960" cy="2677656"/>
          </a:xfrm>
          <a:prstGeom prst="rect">
            <a:avLst/>
          </a:prstGeom>
          <a:noFill/>
        </p:spPr>
        <p:txBody>
          <a:bodyPr wrap="square" rtlCol="0">
            <a:spAutoFit/>
          </a:bodyPr>
          <a:lstStyle/>
          <a:p>
            <a:pPr algn="just"/>
            <a:r>
              <a:rPr lang="en-US" sz="1400" dirty="0">
                <a:latin typeface="Segoe UI Light" panose="020B0502040204020203" pitchFamily="34" charset="0"/>
                <a:cs typeface="Segoe UI Light" panose="020B0502040204020203" pitchFamily="34" charset="0"/>
              </a:rPr>
              <a:t>Ejemplo de GIS projection file </a:t>
            </a:r>
            <a:r>
              <a:rPr lang="es-CO" sz="1400" dirty="0">
                <a:latin typeface="Segoe UI Light" panose="020B0502040204020203" pitchFamily="34" charset="0"/>
                <a:cs typeface="Segoe UI Light" panose="020B0502040204020203" pitchFamily="34" charset="0"/>
              </a:rPr>
              <a:t>(.prj)</a:t>
            </a:r>
          </a:p>
          <a:p>
            <a:pPr algn="just"/>
            <a:r>
              <a:rPr lang="es-CO" sz="1400" dirty="0">
                <a:latin typeface="Segoe UI Light" panose="020B0502040204020203" pitchFamily="34" charset="0"/>
                <a:cs typeface="Segoe UI Light" panose="020B0502040204020203" pitchFamily="34" charset="0"/>
              </a:rPr>
              <a:t> </a:t>
            </a:r>
          </a:p>
          <a:p>
            <a:pPr algn="just"/>
            <a:r>
              <a:rPr lang="es-CO" sz="1400" dirty="0">
                <a:latin typeface="Segoe UI Light" panose="020B0502040204020203" pitchFamily="34" charset="0"/>
                <a:cs typeface="Segoe UI Light" panose="020B0502040204020203" pitchFamily="34" charset="0"/>
              </a:rPr>
              <a:t>PROJCS["GAUSS_BTA_MAGNA",GEOGCS["CGS_SIRGAS",DATUM["CGS_SIRGAS",SPHEROID["GRS_1980",6378137.0,298.257222101]],PRIMEM["Greenwich",0.0],UNIT["Degree",0.0174532925199433]],PROJECTION["Transverse_Mercator"],PARAMETER["False_Easting",1000000.0],PARAMETER["False_Northing",1000000.0],PARAMETER["Central_Meridian",-74.077507917],PARAMETER["Scale_Factor",1.0],PARAMETER["Latitude_Of_Origin",4.596200417],UNIT["Meter",1.0]]</a:t>
            </a:r>
          </a:p>
        </p:txBody>
      </p:sp>
      <p:sp>
        <p:nvSpPr>
          <p:cNvPr id="11" name="1 Título">
            <a:extLst>
              <a:ext uri="{FF2B5EF4-FFF2-40B4-BE49-F238E27FC236}">
                <a16:creationId xmlns:a16="http://schemas.microsoft.com/office/drawing/2014/main" id="{BDB7F980-F4EE-4869-9FE7-BCAA4A1035C8}"/>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2. Diferencia entre el archivo .</a:t>
            </a:r>
            <a:r>
              <a:rPr lang="es-ES" sz="800" dirty="0" err="1">
                <a:latin typeface="Segoe UI Light" panose="020B0502040204020203" pitchFamily="34" charset="0"/>
                <a:cs typeface="Segoe UI Light" panose="020B0502040204020203" pitchFamily="34" charset="0"/>
              </a:rPr>
              <a:t>prj</a:t>
            </a:r>
            <a:r>
              <a:rPr lang="es-ES" sz="800" dirty="0">
                <a:latin typeface="Segoe UI Light" panose="020B0502040204020203" pitchFamily="34" charset="0"/>
                <a:cs typeface="Segoe UI Light" panose="020B0502040204020203" pitchFamily="34" charset="0"/>
              </a:rPr>
              <a:t> de HEC-RAS y el archivo .</a:t>
            </a:r>
            <a:r>
              <a:rPr lang="es-ES" sz="800" dirty="0" err="1">
                <a:latin typeface="Segoe UI Light" panose="020B0502040204020203" pitchFamily="34" charset="0"/>
                <a:cs typeface="Segoe UI Light" panose="020B0502040204020203" pitchFamily="34" charset="0"/>
              </a:rPr>
              <a:t>prj</a:t>
            </a:r>
            <a:r>
              <a:rPr lang="es-ES" sz="800" dirty="0">
                <a:latin typeface="Segoe UI Light" panose="020B0502040204020203" pitchFamily="34" charset="0"/>
                <a:cs typeface="Segoe UI Light" panose="020B0502040204020203" pitchFamily="34" charset="0"/>
              </a:rPr>
              <a:t> del GIS</a:t>
            </a:r>
          </a:p>
        </p:txBody>
      </p:sp>
      <p:pic>
        <p:nvPicPr>
          <p:cNvPr id="12" name="Imagen 11">
            <a:extLst>
              <a:ext uri="{FF2B5EF4-FFF2-40B4-BE49-F238E27FC236}">
                <a16:creationId xmlns:a16="http://schemas.microsoft.com/office/drawing/2014/main" id="{3A210154-388F-4CE7-B4F6-DB8955E4D12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31119983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3697233" y="3244334"/>
            <a:ext cx="4797533" cy="369332"/>
          </a:xfrm>
          <a:prstGeom prst="rect">
            <a:avLst/>
          </a:prstGeom>
          <a:noFill/>
        </p:spPr>
        <p:txBody>
          <a:bodyPr wrap="square" rtlCol="0">
            <a:spAutoFit/>
          </a:bodyPr>
          <a:lstStyle/>
          <a:p>
            <a:pPr algn="ctr"/>
            <a:r>
              <a:rPr lang="es-CO" dirty="0">
                <a:latin typeface="Segoe UI Light" panose="020B0502040204020203" pitchFamily="34" charset="0"/>
                <a:cs typeface="Segoe UI Light" panose="020B0502040204020203" pitchFamily="34" charset="0"/>
              </a:rPr>
              <a:t>3. Creación de proyecto en HEC-RAS</a:t>
            </a:r>
          </a:p>
        </p:txBody>
      </p:sp>
      <p:pic>
        <p:nvPicPr>
          <p:cNvPr id="4" name="Imagen 3">
            <a:extLst>
              <a:ext uri="{FF2B5EF4-FFF2-40B4-BE49-F238E27FC236}">
                <a16:creationId xmlns:a16="http://schemas.microsoft.com/office/drawing/2014/main" id="{95FBF267-F51E-4DC8-81B3-CAF0968A56A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29931612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2891644" y="1874728"/>
            <a:ext cx="6408712" cy="2862322"/>
          </a:xfrm>
          <a:prstGeom prst="rect">
            <a:avLst/>
          </a:prstGeom>
          <a:noFill/>
        </p:spPr>
        <p:txBody>
          <a:bodyPr wrap="square" rtlCol="0">
            <a:spAutoFit/>
          </a:bodyPr>
          <a:lstStyle/>
          <a:p>
            <a:pPr algn="just"/>
            <a:r>
              <a:rPr lang="es-CO" dirty="0">
                <a:latin typeface="Segoe UI Light" panose="020B0502040204020203" pitchFamily="34" charset="0"/>
                <a:cs typeface="Segoe UI Light" panose="020B0502040204020203" pitchFamily="34" charset="0"/>
              </a:rPr>
              <a:t>Creación de proyecto en HEC-RAS</a:t>
            </a:r>
          </a:p>
          <a:p>
            <a:pPr algn="just"/>
            <a:endParaRPr lang="es-CO"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El desarrollo de proyectos HEC-RAS no requiere de herramientas externas de sistemas de información geográfica para la creación de los diferentes elementos geométricos del modelo; el trazado de las áreas 2D, las líneas y regiones para refinamiento de la malla y líneas de condiciones de frontera; pueden ser dibujados manualmente desde el RAS-</a:t>
            </a:r>
            <a:r>
              <a:rPr lang="es-CO" sz="1600" dirty="0" err="1">
                <a:latin typeface="Segoe UI Light" panose="020B0502040204020203" pitchFamily="34" charset="0"/>
                <a:cs typeface="Segoe UI Light" panose="020B0502040204020203" pitchFamily="34" charset="0"/>
              </a:rPr>
              <a:t>Mapper</a:t>
            </a:r>
            <a:r>
              <a:rPr lang="es-CO" sz="1600" dirty="0">
                <a:latin typeface="Segoe UI Light" panose="020B0502040204020203" pitchFamily="34" charset="0"/>
                <a:cs typeface="Segoe UI Light" panose="020B0502040204020203" pitchFamily="34" charset="0"/>
              </a:rPr>
              <a:t>, sin embargo, para optimizar el refinamiento de las coronas de diques a partir de las clotoides trazadas para la construcción de corredor (ejes compuestos por múltiples rectas y arcos), se recomienda la utilización de herramientas GIS.</a:t>
            </a:r>
          </a:p>
        </p:txBody>
      </p:sp>
      <p:sp>
        <p:nvSpPr>
          <p:cNvPr id="6" name="1 Título">
            <a:extLst>
              <a:ext uri="{FF2B5EF4-FFF2-40B4-BE49-F238E27FC236}">
                <a16:creationId xmlns:a16="http://schemas.microsoft.com/office/drawing/2014/main" id="{59043F4F-2AEE-4F99-A44B-428921E5ABA1}"/>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3. Creación de proyecto en HEC-RAS</a:t>
            </a:r>
          </a:p>
        </p:txBody>
      </p:sp>
      <p:pic>
        <p:nvPicPr>
          <p:cNvPr id="5" name="Imagen 4">
            <a:extLst>
              <a:ext uri="{FF2B5EF4-FFF2-40B4-BE49-F238E27FC236}">
                <a16:creationId xmlns:a16="http://schemas.microsoft.com/office/drawing/2014/main" id="{F7322C74-83F0-4417-BFE7-9834CB28178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29354049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2423592" y="1124744"/>
            <a:ext cx="7362818" cy="4847481"/>
          </a:xfrm>
          <a:prstGeom prst="rect">
            <a:avLst/>
          </a:prstGeom>
          <a:noFill/>
        </p:spPr>
        <p:txBody>
          <a:bodyPr wrap="square" rtlCol="0">
            <a:spAutoFit/>
          </a:bodyPr>
          <a:lstStyle/>
          <a:p>
            <a:pPr algn="just"/>
            <a:r>
              <a:rPr lang="es-CO" dirty="0">
                <a:latin typeface="Segoe UI Light" panose="020B0502040204020203" pitchFamily="34" charset="0"/>
                <a:cs typeface="Segoe UI Light" panose="020B0502040204020203" pitchFamily="34" charset="0"/>
              </a:rPr>
              <a:t>Estructura de directorios</a:t>
            </a:r>
          </a:p>
          <a:p>
            <a:pPr algn="just"/>
            <a:endParaRPr lang="es-CO"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Para el óptimo desarrollo de los ejercicios propuestos, se recomienda crear la siguiente estructura de directorios.</a:t>
            </a:r>
          </a:p>
          <a:p>
            <a:pPr algn="just"/>
            <a:endParaRPr lang="es-CO"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/file/</a:t>
            </a:r>
            <a:r>
              <a:rPr lang="es-CO" sz="1600" dirty="0" err="1">
                <a:latin typeface="Segoe UI Light" panose="020B0502040204020203" pitchFamily="34" charset="0"/>
                <a:cs typeface="Segoe UI Light" panose="020B0502040204020203" pitchFamily="34" charset="0"/>
              </a:rPr>
              <a:t>hec</a:t>
            </a:r>
            <a:r>
              <a:rPr lang="es-CO" sz="1600" dirty="0">
                <a:latin typeface="Segoe UI Light" panose="020B0502040204020203" pitchFamily="34" charset="0"/>
                <a:cs typeface="Segoe UI Light" panose="020B0502040204020203" pitchFamily="34" charset="0"/>
              </a:rPr>
              <a:t>/HECRAS2D_v0/</a:t>
            </a:r>
          </a:p>
          <a:p>
            <a:pPr algn="just"/>
            <a:endParaRPr lang="es-CO" sz="1600" dirty="0">
              <a:latin typeface="Segoe UI Light" panose="020B0502040204020203" pitchFamily="34" charset="0"/>
              <a:cs typeface="Segoe UI Light" panose="020B0502040204020203" pitchFamily="34" charset="0"/>
            </a:endParaRPr>
          </a:p>
          <a:p>
            <a:pPr lvl="2" algn="just"/>
            <a:r>
              <a:rPr lang="es-CO" sz="1600" dirty="0">
                <a:latin typeface="Segoe UI Light" panose="020B0502040204020203" pitchFamily="34" charset="0"/>
                <a:cs typeface="Segoe UI Light" panose="020B0502040204020203" pitchFamily="34" charset="0"/>
              </a:rPr>
              <a:t>ProjectionFile: Sistema de proyección de coordenadas.</a:t>
            </a:r>
          </a:p>
          <a:p>
            <a:pPr lvl="2" algn="just"/>
            <a:endParaRPr lang="es-CO" sz="1600" dirty="0">
              <a:latin typeface="Segoe UI Light" panose="020B0502040204020203" pitchFamily="34" charset="0"/>
              <a:cs typeface="Segoe UI Light" panose="020B0502040204020203" pitchFamily="34" charset="0"/>
            </a:endParaRPr>
          </a:p>
          <a:p>
            <a:pPr lvl="2" algn="just"/>
            <a:r>
              <a:rPr lang="es-CO" sz="1600" dirty="0">
                <a:latin typeface="Segoe UI Light" panose="020B0502040204020203" pitchFamily="34" charset="0"/>
                <a:cs typeface="Segoe UI Light" panose="020B0502040204020203" pitchFamily="34" charset="0"/>
              </a:rPr>
              <a:t>Shapefile: Archivos de formas geométricas.</a:t>
            </a:r>
          </a:p>
          <a:p>
            <a:pPr lvl="2" algn="just"/>
            <a:endParaRPr lang="es-CO" sz="1600" dirty="0">
              <a:latin typeface="Segoe UI Light" panose="020B0502040204020203" pitchFamily="34" charset="0"/>
              <a:cs typeface="Segoe UI Light" panose="020B0502040204020203" pitchFamily="34" charset="0"/>
            </a:endParaRPr>
          </a:p>
          <a:p>
            <a:pPr lvl="2" algn="just"/>
            <a:r>
              <a:rPr lang="es-CO" sz="1600" dirty="0">
                <a:latin typeface="Segoe UI Light" panose="020B0502040204020203" pitchFamily="34" charset="0"/>
                <a:cs typeface="Segoe UI Light" panose="020B0502040204020203" pitchFamily="34" charset="0"/>
              </a:rPr>
              <a:t>MDT: Modelos digitales de terreno.</a:t>
            </a:r>
          </a:p>
          <a:p>
            <a:pPr lvl="2" algn="just"/>
            <a:endParaRPr lang="es-CO" sz="1600" dirty="0">
              <a:latin typeface="Segoe UI Light" panose="020B0502040204020203" pitchFamily="34" charset="0"/>
              <a:cs typeface="Segoe UI Light" panose="020B0502040204020203" pitchFamily="34" charset="0"/>
            </a:endParaRPr>
          </a:p>
          <a:p>
            <a:pPr lvl="2" algn="just"/>
            <a:r>
              <a:rPr lang="es-CO" sz="1600" dirty="0">
                <a:latin typeface="Segoe UI Light" panose="020B0502040204020203" pitchFamily="34" charset="0"/>
                <a:cs typeface="Segoe UI Light" panose="020B0502040204020203" pitchFamily="34" charset="0"/>
              </a:rPr>
              <a:t>IMG: Imagenes satelitales, fotografías aéreas, grillas de resultados.</a:t>
            </a:r>
          </a:p>
          <a:p>
            <a:pPr lvl="2" algn="just"/>
            <a:endParaRPr lang="es-CO" sz="1600" dirty="0">
              <a:latin typeface="Segoe UI Light" panose="020B0502040204020203" pitchFamily="34" charset="0"/>
              <a:cs typeface="Segoe UI Light" panose="020B0502040204020203" pitchFamily="34" charset="0"/>
            </a:endParaRPr>
          </a:p>
          <a:p>
            <a:pPr lvl="2" algn="just"/>
            <a:r>
              <a:rPr lang="es-CO" sz="1600" dirty="0">
                <a:latin typeface="Segoe UI Light" panose="020B0502040204020203" pitchFamily="34" charset="0"/>
                <a:cs typeface="Segoe UI Light" panose="020B0502040204020203" pitchFamily="34" charset="0"/>
              </a:rPr>
              <a:t>Varios: Hietogramas, hidrogramas.</a:t>
            </a:r>
          </a:p>
          <a:p>
            <a:pPr lvl="2" algn="just"/>
            <a:endParaRPr lang="es-CO" sz="1600" dirty="0">
              <a:latin typeface="Segoe UI Light" panose="020B0502040204020203" pitchFamily="34" charset="0"/>
              <a:cs typeface="Segoe UI Light" panose="020B0502040204020203" pitchFamily="34" charset="0"/>
            </a:endParaRPr>
          </a:p>
          <a:p>
            <a:pPr lvl="2" algn="just"/>
            <a:r>
              <a:rPr lang="es-CO" sz="1600" dirty="0">
                <a:latin typeface="Segoe UI Light" panose="020B0502040204020203" pitchFamily="34" charset="0"/>
                <a:cs typeface="Segoe UI Light" panose="020B0502040204020203" pitchFamily="34" charset="0"/>
              </a:rPr>
              <a:t>CAD: Archivos base en formato .dwg.</a:t>
            </a:r>
          </a:p>
          <a:p>
            <a:pPr algn="just"/>
            <a:endParaRPr lang="es-CO" dirty="0">
              <a:latin typeface="Segoe UI Light" panose="020B0502040204020203" pitchFamily="34" charset="0"/>
              <a:cs typeface="Segoe UI Light" panose="020B0502040204020203" pitchFamily="34" charset="0"/>
            </a:endParaRPr>
          </a:p>
        </p:txBody>
      </p:sp>
      <p:pic>
        <p:nvPicPr>
          <p:cNvPr id="3" name="Imagen 2">
            <a:extLst>
              <a:ext uri="{FF2B5EF4-FFF2-40B4-BE49-F238E27FC236}">
                <a16:creationId xmlns:a16="http://schemas.microsoft.com/office/drawing/2014/main" id="{59972B99-1354-464B-847C-0736025B1C7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946748" y="2857237"/>
            <a:ext cx="360000" cy="360000"/>
          </a:xfrm>
          <a:prstGeom prst="rect">
            <a:avLst/>
          </a:prstGeom>
        </p:spPr>
      </p:pic>
      <p:pic>
        <p:nvPicPr>
          <p:cNvPr id="14" name="Imagen 13">
            <a:extLst>
              <a:ext uri="{FF2B5EF4-FFF2-40B4-BE49-F238E27FC236}">
                <a16:creationId xmlns:a16="http://schemas.microsoft.com/office/drawing/2014/main" id="{F0FA9324-9505-4FB0-A31F-44B0AF43C7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940730" y="3351353"/>
            <a:ext cx="360000" cy="360000"/>
          </a:xfrm>
          <a:prstGeom prst="rect">
            <a:avLst/>
          </a:prstGeom>
        </p:spPr>
      </p:pic>
      <p:pic>
        <p:nvPicPr>
          <p:cNvPr id="15" name="Imagen 14">
            <a:extLst>
              <a:ext uri="{FF2B5EF4-FFF2-40B4-BE49-F238E27FC236}">
                <a16:creationId xmlns:a16="http://schemas.microsoft.com/office/drawing/2014/main" id="{74271C86-7C6C-4292-A916-7788A65DE73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963339" y="3840337"/>
            <a:ext cx="360000" cy="360000"/>
          </a:xfrm>
          <a:prstGeom prst="rect">
            <a:avLst/>
          </a:prstGeom>
        </p:spPr>
      </p:pic>
      <p:pic>
        <p:nvPicPr>
          <p:cNvPr id="16" name="Imagen 15">
            <a:extLst>
              <a:ext uri="{FF2B5EF4-FFF2-40B4-BE49-F238E27FC236}">
                <a16:creationId xmlns:a16="http://schemas.microsoft.com/office/drawing/2014/main" id="{E58D3AED-52C8-479B-81C0-45FF2652A07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963339" y="4316775"/>
            <a:ext cx="360000" cy="360000"/>
          </a:xfrm>
          <a:prstGeom prst="rect">
            <a:avLst/>
          </a:prstGeom>
        </p:spPr>
      </p:pic>
      <p:pic>
        <p:nvPicPr>
          <p:cNvPr id="17" name="Imagen 16">
            <a:extLst>
              <a:ext uri="{FF2B5EF4-FFF2-40B4-BE49-F238E27FC236}">
                <a16:creationId xmlns:a16="http://schemas.microsoft.com/office/drawing/2014/main" id="{9D5CC7ED-EC0C-4313-998F-97EB0ADF8AC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957321" y="4802091"/>
            <a:ext cx="360000" cy="360000"/>
          </a:xfrm>
          <a:prstGeom prst="rect">
            <a:avLst/>
          </a:prstGeom>
        </p:spPr>
      </p:pic>
      <p:pic>
        <p:nvPicPr>
          <p:cNvPr id="18" name="Imagen 17">
            <a:extLst>
              <a:ext uri="{FF2B5EF4-FFF2-40B4-BE49-F238E27FC236}">
                <a16:creationId xmlns:a16="http://schemas.microsoft.com/office/drawing/2014/main" id="{E381A93B-16D2-4C66-977A-DF64762AC05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979930" y="5280776"/>
            <a:ext cx="360000" cy="360000"/>
          </a:xfrm>
          <a:prstGeom prst="rect">
            <a:avLst/>
          </a:prstGeom>
        </p:spPr>
      </p:pic>
      <p:pic>
        <p:nvPicPr>
          <p:cNvPr id="12" name="Imagen 11">
            <a:extLst>
              <a:ext uri="{FF2B5EF4-FFF2-40B4-BE49-F238E27FC236}">
                <a16:creationId xmlns:a16="http://schemas.microsoft.com/office/drawing/2014/main" id="{C40E62A8-1AF0-4766-9254-16664C11251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3" name="1 Título">
            <a:extLst>
              <a:ext uri="{FF2B5EF4-FFF2-40B4-BE49-F238E27FC236}">
                <a16:creationId xmlns:a16="http://schemas.microsoft.com/office/drawing/2014/main" id="{001A86C0-3AF5-4154-9277-E09011DC1B31}"/>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3. Creación de proyecto en HEC-RAS</a:t>
            </a:r>
          </a:p>
        </p:txBody>
      </p:sp>
    </p:spTree>
    <p:extLst>
      <p:ext uri="{BB962C8B-B14F-4D97-AF65-F5344CB8AC3E}">
        <p14:creationId xmlns:p14="http://schemas.microsoft.com/office/powerpoint/2010/main" val="103516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0F0F0"/>
        </a:solidFill>
        <a:effectLst/>
      </p:bgPr>
    </p:bg>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B808E903-2E92-4088-B4F3-BAD23158D4E5}"/>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rcRect/>
          <a:stretch/>
        </p:blipFill>
        <p:spPr>
          <a:xfrm>
            <a:off x="1343472" y="2561272"/>
            <a:ext cx="7593776" cy="4104744"/>
          </a:xfrm>
          <a:prstGeom prst="rect">
            <a:avLst/>
          </a:prstGeom>
        </p:spPr>
      </p:pic>
      <p:sp>
        <p:nvSpPr>
          <p:cNvPr id="8" name="7 CuadroTexto"/>
          <p:cNvSpPr txBox="1"/>
          <p:nvPr/>
        </p:nvSpPr>
        <p:spPr>
          <a:xfrm>
            <a:off x="1423964" y="574229"/>
            <a:ext cx="10000628" cy="1846659"/>
          </a:xfrm>
          <a:prstGeom prst="rect">
            <a:avLst/>
          </a:prstGeom>
          <a:noFill/>
        </p:spPr>
        <p:txBody>
          <a:bodyPr wrap="square" rtlCol="0">
            <a:spAutoFit/>
          </a:bodyPr>
          <a:lstStyle/>
          <a:p>
            <a:pPr algn="just"/>
            <a:r>
              <a:rPr lang="es-CO" dirty="0">
                <a:latin typeface="Segoe UI Light" panose="020B0502040204020203" pitchFamily="34" charset="0"/>
                <a:cs typeface="Segoe UI Light" panose="020B0502040204020203" pitchFamily="34" charset="0"/>
              </a:rPr>
              <a:t>Creación de proyecto</a:t>
            </a:r>
          </a:p>
          <a:p>
            <a:pPr algn="just"/>
            <a:endParaRPr lang="es-CO" sz="1600" dirty="0">
              <a:latin typeface="Segoe UI Light" panose="020B0502040204020203" pitchFamily="34" charset="0"/>
              <a:cs typeface="Segoe UI Light" panose="020B0502040204020203" pitchFamily="34" charset="0"/>
            </a:endParaRPr>
          </a:p>
          <a:p>
            <a:pPr marL="342900" indent="-342900" algn="just">
              <a:buAutoNum type="alphaLcPeriod"/>
            </a:pPr>
            <a:r>
              <a:rPr lang="es-CO" sz="1600" dirty="0">
                <a:latin typeface="Segoe UI Light" panose="020B0502040204020203" pitchFamily="34" charset="0"/>
                <a:cs typeface="Segoe UI Light" panose="020B0502040204020203" pitchFamily="34" charset="0"/>
              </a:rPr>
              <a:t>Desde el explorador de archivos de su sistema operativo, cree la estructura de directorios propuesta.</a:t>
            </a:r>
          </a:p>
          <a:p>
            <a:pPr marL="342900" indent="-342900" algn="just">
              <a:buAutoNum type="alphaLcPeriod"/>
            </a:pPr>
            <a:endParaRPr lang="es-CO" sz="1600" dirty="0">
              <a:latin typeface="Segoe UI Light" panose="020B0502040204020203" pitchFamily="34" charset="0"/>
              <a:cs typeface="Segoe UI Light" panose="020B0502040204020203" pitchFamily="34" charset="0"/>
            </a:endParaRPr>
          </a:p>
          <a:p>
            <a:pPr marL="342900" indent="-342900" algn="just">
              <a:buAutoNum type="alphaLcPeriod"/>
            </a:pPr>
            <a:r>
              <a:rPr lang="es-CO" sz="1600" dirty="0">
                <a:latin typeface="Segoe UI Light" panose="020B0502040204020203" pitchFamily="34" charset="0"/>
                <a:cs typeface="Segoe UI Light" panose="020B0502040204020203" pitchFamily="34" charset="0"/>
              </a:rPr>
              <a:t>Abra HEC-RAS 5.0.6+ y de clic en File – New Project.</a:t>
            </a:r>
          </a:p>
          <a:p>
            <a:pPr marL="342900" indent="-342900" algn="just">
              <a:buAutoNum type="alphaLcPeriod"/>
            </a:pPr>
            <a:endParaRPr lang="es-CO" sz="1600" dirty="0">
              <a:latin typeface="Segoe UI Light" panose="020B0502040204020203" pitchFamily="34" charset="0"/>
              <a:cs typeface="Segoe UI Light" panose="020B0502040204020203" pitchFamily="34" charset="0"/>
            </a:endParaRPr>
          </a:p>
          <a:p>
            <a:pPr marL="342900" indent="-342900" algn="just">
              <a:buAutoNum type="alphaLcPeriod"/>
            </a:pPr>
            <a:r>
              <a:rPr lang="es-CO" sz="1600" dirty="0">
                <a:latin typeface="Segoe UI Light" panose="020B0502040204020203" pitchFamily="34" charset="0"/>
                <a:cs typeface="Segoe UI Light" panose="020B0502040204020203" pitchFamily="34" charset="0"/>
              </a:rPr>
              <a:t>Guarde el </a:t>
            </a:r>
            <a:r>
              <a:rPr lang="es-CO" sz="1600" noProof="1">
                <a:latin typeface="Segoe UI Light" panose="020B0502040204020203" pitchFamily="34" charset="0"/>
                <a:cs typeface="Segoe UI Light" panose="020B0502040204020203" pitchFamily="34" charset="0"/>
              </a:rPr>
              <a:t>proyecto</a:t>
            </a:r>
            <a:r>
              <a:rPr lang="es-CO" sz="1600" dirty="0">
                <a:latin typeface="Segoe UI Light" panose="020B0502040204020203" pitchFamily="34" charset="0"/>
                <a:cs typeface="Segoe UI Light" panose="020B0502040204020203" pitchFamily="34" charset="0"/>
              </a:rPr>
              <a:t> como HECRAS2D_v0.prj.</a:t>
            </a:r>
            <a:endParaRPr lang="es-CO" sz="1050" dirty="0">
              <a:latin typeface="Segoe UI Light" panose="020B0502040204020203" pitchFamily="34" charset="0"/>
              <a:cs typeface="Segoe UI Light" panose="020B0502040204020203" pitchFamily="34" charset="0"/>
            </a:endParaRPr>
          </a:p>
        </p:txBody>
      </p:sp>
      <p:pic>
        <p:nvPicPr>
          <p:cNvPr id="2" name="Imagen 1">
            <a:extLst>
              <a:ext uri="{FF2B5EF4-FFF2-40B4-BE49-F238E27FC236}">
                <a16:creationId xmlns:a16="http://schemas.microsoft.com/office/drawing/2014/main" id="{6C7E2CF3-DF80-469F-92AB-49ABC10CE83D}"/>
              </a:ext>
            </a:extLst>
          </p:cNvPr>
          <p:cNvPicPr>
            <a:picLocks noChangeAspect="1"/>
          </p:cNvPicPr>
          <p:nvPr/>
        </p:nvPicPr>
        <p:blipFill>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tretch>
            <a:fillRect/>
          </a:stretch>
        </p:blipFill>
        <p:spPr>
          <a:xfrm>
            <a:off x="4655840" y="4677519"/>
            <a:ext cx="6129164" cy="1953076"/>
          </a:xfrm>
          <a:prstGeom prst="rect">
            <a:avLst/>
          </a:prstGeom>
        </p:spPr>
      </p:pic>
      <p:pic>
        <p:nvPicPr>
          <p:cNvPr id="13" name="Imagen 12">
            <a:extLst>
              <a:ext uri="{FF2B5EF4-FFF2-40B4-BE49-F238E27FC236}">
                <a16:creationId xmlns:a16="http://schemas.microsoft.com/office/drawing/2014/main" id="{90917BBC-A9DB-4BC6-9CB1-0D429B521D16}"/>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304611" y="3122306"/>
            <a:ext cx="360000" cy="360000"/>
          </a:xfrm>
          <a:prstGeom prst="rect">
            <a:avLst/>
          </a:prstGeom>
        </p:spPr>
      </p:pic>
      <p:pic>
        <p:nvPicPr>
          <p:cNvPr id="10" name="Imagen 9">
            <a:extLst>
              <a:ext uri="{FF2B5EF4-FFF2-40B4-BE49-F238E27FC236}">
                <a16:creationId xmlns:a16="http://schemas.microsoft.com/office/drawing/2014/main" id="{341E1954-51F2-481C-A9BF-74D9B5F1FCA4}"/>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2" name="1 Título">
            <a:extLst>
              <a:ext uri="{FF2B5EF4-FFF2-40B4-BE49-F238E27FC236}">
                <a16:creationId xmlns:a16="http://schemas.microsoft.com/office/drawing/2014/main" id="{EEB43272-9863-4A5F-9722-FC1E81C14057}"/>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3. Creación de proyecto en HEC-RAS</a:t>
            </a:r>
          </a:p>
        </p:txBody>
      </p:sp>
    </p:spTree>
    <p:extLst>
      <p:ext uri="{BB962C8B-B14F-4D97-AF65-F5344CB8AC3E}">
        <p14:creationId xmlns:p14="http://schemas.microsoft.com/office/powerpoint/2010/main" val="11704329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4041536" y="3105834"/>
            <a:ext cx="4108927" cy="646331"/>
          </a:xfrm>
          <a:prstGeom prst="rect">
            <a:avLst/>
          </a:prstGeom>
          <a:noFill/>
        </p:spPr>
        <p:txBody>
          <a:bodyPr wrap="square" rtlCol="0">
            <a:spAutoFit/>
          </a:bodyPr>
          <a:lstStyle/>
          <a:p>
            <a:pPr algn="ctr"/>
            <a:r>
              <a:rPr lang="es-CO" dirty="0">
                <a:latin typeface="Segoe UI Light" panose="020B0502040204020203" pitchFamily="34" charset="0"/>
                <a:cs typeface="Segoe UI Light" panose="020B0502040204020203" pitchFamily="34" charset="0"/>
              </a:rPr>
              <a:t>4. Definición de sistema de unidades y sistema de proyección de coordenadas</a:t>
            </a:r>
          </a:p>
        </p:txBody>
      </p:sp>
      <p:pic>
        <p:nvPicPr>
          <p:cNvPr id="4" name="Imagen 3">
            <a:extLst>
              <a:ext uri="{FF2B5EF4-FFF2-40B4-BE49-F238E27FC236}">
                <a16:creationId xmlns:a16="http://schemas.microsoft.com/office/drawing/2014/main" id="{926C3FA1-BF67-47E1-A134-08B12D451A3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39580473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1901535" y="632357"/>
            <a:ext cx="7722858" cy="1569660"/>
          </a:xfrm>
          <a:prstGeom prst="rect">
            <a:avLst/>
          </a:prstGeom>
          <a:noFill/>
        </p:spPr>
        <p:txBody>
          <a:bodyPr wrap="square" rtlCol="0">
            <a:spAutoFit/>
          </a:bodyPr>
          <a:lstStyle/>
          <a:p>
            <a:pPr algn="just"/>
            <a:r>
              <a:rPr lang="es-CO" sz="1600" dirty="0">
                <a:latin typeface="Segoe UI Light" panose="020B0502040204020203" pitchFamily="34" charset="0"/>
                <a:cs typeface="Segoe UI Light" panose="020B0502040204020203" pitchFamily="34" charset="0"/>
              </a:rPr>
              <a:t>Esta definición dependerá principalmente del sistema de proyección de coordenadas utilizado para construcción del modelo de terreno y de los ejes del valle y cauce sinuoso trazados. Para este ejercicio utilizaremos el sistema de proyección de coordenadas Gauss Bogotá Magna, sistema de unidades internacional (metros). </a:t>
            </a:r>
          </a:p>
          <a:p>
            <a:pPr algn="just"/>
            <a:endParaRPr lang="en-US" sz="1600" dirty="0">
              <a:latin typeface="Segoe UI Light" panose="020B0502040204020203" pitchFamily="34" charset="0"/>
              <a:cs typeface="Segoe UI Light" panose="020B0502040204020203" pitchFamily="34" charset="0"/>
            </a:endParaRPr>
          </a:p>
          <a:p>
            <a:pPr algn="just"/>
            <a:r>
              <a:rPr lang="en-US" sz="1600" dirty="0">
                <a:latin typeface="Segoe UI Light" panose="020B0502040204020203" pitchFamily="34" charset="0"/>
                <a:cs typeface="Segoe UI Light" panose="020B0502040204020203" pitchFamily="34" charset="0"/>
              </a:rPr>
              <a:t>a. </a:t>
            </a:r>
            <a:r>
              <a:rPr lang="en-US" sz="1600">
                <a:latin typeface="Segoe UI Light" panose="020B0502040204020203" pitchFamily="34" charset="0"/>
                <a:cs typeface="Segoe UI Light" panose="020B0502040204020203" pitchFamily="34" charset="0"/>
              </a:rPr>
              <a:t>Clic</a:t>
            </a:r>
            <a:r>
              <a:rPr lang="en-US" sz="1600" dirty="0">
                <a:latin typeface="Segoe UI Light" panose="020B0502040204020203" pitchFamily="34" charset="0"/>
                <a:cs typeface="Segoe UI Light" panose="020B0502040204020203" pitchFamily="34" charset="0"/>
              </a:rPr>
              <a:t> en Options – Select Units System</a:t>
            </a:r>
            <a:endParaRPr lang="en-US" dirty="0">
              <a:latin typeface="Segoe UI Light" panose="020B0502040204020203" pitchFamily="34" charset="0"/>
              <a:cs typeface="Segoe UI Light" panose="020B0502040204020203" pitchFamily="34" charset="0"/>
            </a:endParaRPr>
          </a:p>
        </p:txBody>
      </p:sp>
      <p:pic>
        <p:nvPicPr>
          <p:cNvPr id="9" name="Imagen 8">
            <a:extLst>
              <a:ext uri="{FF2B5EF4-FFF2-40B4-BE49-F238E27FC236}">
                <a16:creationId xmlns:a16="http://schemas.microsoft.com/office/drawing/2014/main" id="{C24BA9EB-29DB-4E92-B778-C5C188E7319B}"/>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rcRect/>
          <a:stretch/>
        </p:blipFill>
        <p:spPr>
          <a:xfrm>
            <a:off x="1856406" y="2538762"/>
            <a:ext cx="7896626" cy="2114374"/>
          </a:xfrm>
          <a:prstGeom prst="rect">
            <a:avLst/>
          </a:prstGeom>
        </p:spPr>
      </p:pic>
      <p:pic>
        <p:nvPicPr>
          <p:cNvPr id="10" name="Imagen 9">
            <a:extLst>
              <a:ext uri="{FF2B5EF4-FFF2-40B4-BE49-F238E27FC236}">
                <a16:creationId xmlns:a16="http://schemas.microsoft.com/office/drawing/2014/main" id="{EEE34E7B-542C-41B0-B6F6-59B831488310}"/>
              </a:ext>
            </a:extLst>
          </p:cNvPr>
          <p:cNvPicPr>
            <a:picLocks noChangeAspect="1"/>
          </p:cNvPicPr>
          <p:nvPr/>
        </p:nvPicPr>
        <p:blipFill>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tretch>
            <a:fillRect/>
          </a:stretch>
        </p:blipFill>
        <p:spPr>
          <a:xfrm>
            <a:off x="4385494" y="4797152"/>
            <a:ext cx="2838450" cy="1323975"/>
          </a:xfrm>
          <a:prstGeom prst="rect">
            <a:avLst/>
          </a:prstGeom>
        </p:spPr>
      </p:pic>
      <p:pic>
        <p:nvPicPr>
          <p:cNvPr id="11" name="Imagen 10">
            <a:extLst>
              <a:ext uri="{FF2B5EF4-FFF2-40B4-BE49-F238E27FC236}">
                <a16:creationId xmlns:a16="http://schemas.microsoft.com/office/drawing/2014/main" id="{8A3571A2-6E49-4DBE-93B3-1CF9A3355F6D}"/>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076142" y="3595949"/>
            <a:ext cx="360000" cy="360000"/>
          </a:xfrm>
          <a:prstGeom prst="rect">
            <a:avLst/>
          </a:prstGeom>
        </p:spPr>
      </p:pic>
      <p:sp>
        <p:nvSpPr>
          <p:cNvPr id="13" name="1 Título">
            <a:extLst>
              <a:ext uri="{FF2B5EF4-FFF2-40B4-BE49-F238E27FC236}">
                <a16:creationId xmlns:a16="http://schemas.microsoft.com/office/drawing/2014/main" id="{023E9C82-CEDA-4E43-9C0F-FB819D59ECE0}"/>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4. Definición de sistema de unidades y sistema de proyección de coordenadas</a:t>
            </a:r>
          </a:p>
        </p:txBody>
      </p:sp>
      <p:pic>
        <p:nvPicPr>
          <p:cNvPr id="12" name="Imagen 11">
            <a:extLst>
              <a:ext uri="{FF2B5EF4-FFF2-40B4-BE49-F238E27FC236}">
                <a16:creationId xmlns:a16="http://schemas.microsoft.com/office/drawing/2014/main" id="{92C137EC-3A22-4CE3-8C91-71857A4627FC}"/>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9926730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63A5AF11-599E-451F-B3A3-B6E6BD13C4A3}"/>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rcRect/>
          <a:stretch/>
        </p:blipFill>
        <p:spPr>
          <a:xfrm>
            <a:off x="4343281" y="1759461"/>
            <a:ext cx="2376264" cy="2461627"/>
          </a:xfrm>
          <a:prstGeom prst="rect">
            <a:avLst/>
          </a:prstGeom>
          <a:ln>
            <a:noFill/>
          </a:ln>
        </p:spPr>
      </p:pic>
      <p:pic>
        <p:nvPicPr>
          <p:cNvPr id="2" name="Imagen 1">
            <a:extLst>
              <a:ext uri="{FF2B5EF4-FFF2-40B4-BE49-F238E27FC236}">
                <a16:creationId xmlns:a16="http://schemas.microsoft.com/office/drawing/2014/main" id="{B4AE1DD9-921C-45CA-BD04-936929B24098}"/>
              </a:ext>
            </a:extLst>
          </p:cNvPr>
          <p:cNvPicPr>
            <a:picLocks noChangeAspect="1"/>
          </p:cNvPicPr>
          <p:nvPr/>
        </p:nvPicPr>
        <p:blipFill rotWithShape="1">
          <a:blip r:embed="rId5" cstate="print">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a:stretch/>
        </p:blipFill>
        <p:spPr>
          <a:xfrm>
            <a:off x="335145" y="1759461"/>
            <a:ext cx="3759158" cy="2000250"/>
          </a:xfrm>
          <a:prstGeom prst="rect">
            <a:avLst/>
          </a:prstGeom>
          <a:ln>
            <a:noFill/>
          </a:ln>
        </p:spPr>
      </p:pic>
      <p:sp>
        <p:nvSpPr>
          <p:cNvPr id="8" name="7 CuadroTexto"/>
          <p:cNvSpPr txBox="1"/>
          <p:nvPr/>
        </p:nvSpPr>
        <p:spPr>
          <a:xfrm>
            <a:off x="335146" y="468031"/>
            <a:ext cx="11568982" cy="1077218"/>
          </a:xfrm>
          <a:prstGeom prst="rect">
            <a:avLst/>
          </a:prstGeom>
          <a:noFill/>
        </p:spPr>
        <p:txBody>
          <a:bodyPr wrap="square" rtlCol="0">
            <a:spAutoFit/>
          </a:bodyPr>
          <a:lstStyle/>
          <a:p>
            <a:pPr algn="just"/>
            <a:r>
              <a:rPr lang="en-US" sz="1600" dirty="0">
                <a:latin typeface="Segoe UI Light" panose="020B0502040204020203" pitchFamily="34" charset="0"/>
                <a:cs typeface="Segoe UI Light" panose="020B0502040204020203" pitchFamily="34" charset="0"/>
              </a:rPr>
              <a:t>b. Clic en el menu GIS Tools y abra el RAS Mapper, ó de clic en el </a:t>
            </a:r>
            <a:r>
              <a:rPr lang="en-US" sz="1600" dirty="0" err="1">
                <a:latin typeface="Segoe UI Light" panose="020B0502040204020203" pitchFamily="34" charset="0"/>
                <a:cs typeface="Segoe UI Light" panose="020B0502040204020203" pitchFamily="34" charset="0"/>
              </a:rPr>
              <a:t>ícono</a:t>
            </a:r>
            <a:r>
              <a:rPr lang="en-US" sz="1600" dirty="0">
                <a:latin typeface="Segoe UI Light" panose="020B0502040204020203" pitchFamily="34" charset="0"/>
                <a:cs typeface="Segoe UI Light" panose="020B0502040204020203" pitchFamily="34" charset="0"/>
              </a:rPr>
              <a:t> RAS Mapper</a:t>
            </a:r>
          </a:p>
          <a:p>
            <a:pPr algn="just"/>
            <a:endParaRPr lang="en-US" sz="1600" dirty="0">
              <a:latin typeface="Segoe UI Light" panose="020B0502040204020203" pitchFamily="34" charset="0"/>
              <a:cs typeface="Segoe UI Light" panose="020B0502040204020203" pitchFamily="34" charset="0"/>
            </a:endParaRPr>
          </a:p>
          <a:p>
            <a:pPr algn="just"/>
            <a:r>
              <a:rPr lang="en-US" sz="1600" dirty="0">
                <a:latin typeface="Segoe UI Light" panose="020B0502040204020203" pitchFamily="34" charset="0"/>
                <a:cs typeface="Segoe UI Light" panose="020B0502040204020203" pitchFamily="34" charset="0"/>
              </a:rPr>
              <a:t>c. Clic en Tools – Set Projection for the Project. Seleccione el archivo GAUSS_BTA_MAGNA.prj y defina la localización de las abscisas de secciones transversales en metros.</a:t>
            </a:r>
          </a:p>
        </p:txBody>
      </p:sp>
      <p:pic>
        <p:nvPicPr>
          <p:cNvPr id="9" name="Imagen 8">
            <a:extLst>
              <a:ext uri="{FF2B5EF4-FFF2-40B4-BE49-F238E27FC236}">
                <a16:creationId xmlns:a16="http://schemas.microsoft.com/office/drawing/2014/main" id="{79A376E8-7934-4F1D-BA62-9958B3356B9F}"/>
              </a:ext>
            </a:extLst>
          </p:cNvPr>
          <p:cNvPicPr>
            <a:picLocks noChangeAspect="1"/>
          </p:cNvPicPr>
          <p:nvPr/>
        </p:nvPicPr>
        <p:blipFill>
          <a:blip r:embed="rId7">
            <a:extLst>
              <a:ext uri="{BEBA8EAE-BF5A-486C-A8C5-ECC9F3942E4B}">
                <a14:imgProps xmlns:a14="http://schemas.microsoft.com/office/drawing/2010/main">
                  <a14:imgLayer r:embed="rId8">
                    <a14:imgEffect>
                      <a14:saturation sat="0"/>
                    </a14:imgEffect>
                  </a14:imgLayer>
                </a14:imgProps>
              </a:ext>
              <a:ext uri="{28A0092B-C50C-407E-A947-70E740481C1C}">
                <a14:useLocalDpi xmlns:a14="http://schemas.microsoft.com/office/drawing/2010/main" val="0"/>
              </a:ext>
            </a:extLst>
          </a:blip>
          <a:stretch>
            <a:fillRect/>
          </a:stretch>
        </p:blipFill>
        <p:spPr>
          <a:xfrm>
            <a:off x="335145" y="4048136"/>
            <a:ext cx="3759158" cy="1839588"/>
          </a:xfrm>
          <a:prstGeom prst="rect">
            <a:avLst/>
          </a:prstGeom>
        </p:spPr>
      </p:pic>
      <p:pic>
        <p:nvPicPr>
          <p:cNvPr id="10" name="Imagen 9">
            <a:extLst>
              <a:ext uri="{FF2B5EF4-FFF2-40B4-BE49-F238E27FC236}">
                <a16:creationId xmlns:a16="http://schemas.microsoft.com/office/drawing/2014/main" id="{4C04FD4F-307E-4375-9B41-BAE97CAF12F7}"/>
              </a:ext>
            </a:extLst>
          </p:cNvPr>
          <p:cNvPicPr>
            <a:picLocks noChangeAspect="1"/>
          </p:cNvPicPr>
          <p:nvPr/>
        </p:nvPicPr>
        <p:blipFill>
          <a:blip r:embed="rId9">
            <a:extLst>
              <a:ext uri="{BEBA8EAE-BF5A-486C-A8C5-ECC9F3942E4B}">
                <a14:imgProps xmlns:a14="http://schemas.microsoft.com/office/drawing/2010/main">
                  <a14:imgLayer r:embed="rId10">
                    <a14:imgEffect>
                      <a14:saturation sat="0"/>
                    </a14:imgEffect>
                  </a14:imgLayer>
                </a14:imgProps>
              </a:ext>
              <a:ext uri="{28A0092B-C50C-407E-A947-70E740481C1C}">
                <a14:useLocalDpi xmlns:a14="http://schemas.microsoft.com/office/drawing/2010/main" val="0"/>
              </a:ext>
            </a:extLst>
          </a:blip>
          <a:stretch>
            <a:fillRect/>
          </a:stretch>
        </p:blipFill>
        <p:spPr>
          <a:xfrm>
            <a:off x="6944545" y="1759461"/>
            <a:ext cx="4959583" cy="4405843"/>
          </a:xfrm>
          <a:prstGeom prst="rect">
            <a:avLst/>
          </a:prstGeom>
        </p:spPr>
      </p:pic>
      <p:pic>
        <p:nvPicPr>
          <p:cNvPr id="15" name="Picture 2" descr="Image result for mouse pointer white ICON PNG">
            <a:extLst>
              <a:ext uri="{FF2B5EF4-FFF2-40B4-BE49-F238E27FC236}">
                <a16:creationId xmlns:a16="http://schemas.microsoft.com/office/drawing/2014/main" id="{05B3C17B-068F-4CB1-8EDE-3EE5D9466412}"/>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11587698" y="2531922"/>
            <a:ext cx="360000" cy="360000"/>
          </a:xfrm>
          <a:prstGeom prst="rect">
            <a:avLst/>
          </a:prstGeom>
          <a:noFill/>
          <a:extLst>
            <a:ext uri="{909E8E84-426E-40DD-AFC4-6F175D3DCCD1}">
              <a14:hiddenFill xmlns:a14="http://schemas.microsoft.com/office/drawing/2010/main">
                <a:solidFill>
                  <a:srgbClr val="FFFFFF"/>
                </a:solidFill>
              </a14:hiddenFill>
            </a:ext>
          </a:extLst>
        </p:spPr>
      </p:pic>
      <p:pic>
        <p:nvPicPr>
          <p:cNvPr id="13" name="Imagen 12">
            <a:extLst>
              <a:ext uri="{FF2B5EF4-FFF2-40B4-BE49-F238E27FC236}">
                <a16:creationId xmlns:a16="http://schemas.microsoft.com/office/drawing/2014/main" id="{F4C815FD-4EBC-4CA4-AF37-6FBE89E46949}"/>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3959303" y="2399586"/>
            <a:ext cx="360000" cy="360000"/>
          </a:xfrm>
          <a:prstGeom prst="rect">
            <a:avLst/>
          </a:prstGeom>
        </p:spPr>
      </p:pic>
      <p:pic>
        <p:nvPicPr>
          <p:cNvPr id="20" name="Imagen 19">
            <a:extLst>
              <a:ext uri="{FF2B5EF4-FFF2-40B4-BE49-F238E27FC236}">
                <a16:creationId xmlns:a16="http://schemas.microsoft.com/office/drawing/2014/main" id="{B225DCD8-F403-4DF5-B8F0-4CDA5CEE0DFA}"/>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6096000" y="2219586"/>
            <a:ext cx="360000" cy="360000"/>
          </a:xfrm>
          <a:prstGeom prst="rect">
            <a:avLst/>
          </a:prstGeom>
        </p:spPr>
      </p:pic>
      <p:pic>
        <p:nvPicPr>
          <p:cNvPr id="21" name="Imagen 20">
            <a:extLst>
              <a:ext uri="{FF2B5EF4-FFF2-40B4-BE49-F238E27FC236}">
                <a16:creationId xmlns:a16="http://schemas.microsoft.com/office/drawing/2014/main" id="{4D46E500-6DA6-470B-AC9D-E81D5A964E08}"/>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9480376" y="4990928"/>
            <a:ext cx="360000" cy="360000"/>
          </a:xfrm>
          <a:prstGeom prst="rect">
            <a:avLst/>
          </a:prstGeom>
        </p:spPr>
      </p:pic>
      <p:pic>
        <p:nvPicPr>
          <p:cNvPr id="14" name="Imagen 13">
            <a:extLst>
              <a:ext uri="{FF2B5EF4-FFF2-40B4-BE49-F238E27FC236}">
                <a16:creationId xmlns:a16="http://schemas.microsoft.com/office/drawing/2014/main" id="{8DA4BB46-BF5F-453F-BD7F-38A4C18292BE}"/>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6" name="1 Título">
            <a:extLst>
              <a:ext uri="{FF2B5EF4-FFF2-40B4-BE49-F238E27FC236}">
                <a16:creationId xmlns:a16="http://schemas.microsoft.com/office/drawing/2014/main" id="{D5888A48-5DF9-4F1A-8EAD-2CD9B03E3C4F}"/>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4. Definición de sistema de unidades y sistema de proyección de coordenadas</a:t>
            </a:r>
          </a:p>
        </p:txBody>
      </p:sp>
    </p:spTree>
    <p:extLst>
      <p:ext uri="{BB962C8B-B14F-4D97-AF65-F5344CB8AC3E}">
        <p14:creationId xmlns:p14="http://schemas.microsoft.com/office/powerpoint/2010/main" val="1217256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3412956" y="3244334"/>
            <a:ext cx="5366087" cy="369332"/>
          </a:xfrm>
          <a:prstGeom prst="rect">
            <a:avLst/>
          </a:prstGeom>
          <a:noFill/>
        </p:spPr>
        <p:txBody>
          <a:bodyPr wrap="square" rtlCol="0">
            <a:spAutoFit/>
          </a:bodyPr>
          <a:lstStyle/>
          <a:p>
            <a:pPr algn="ctr"/>
            <a:r>
              <a:rPr lang="es-CO" dirty="0">
                <a:latin typeface="Segoe UI Light" panose="020B0502040204020203" pitchFamily="34" charset="0"/>
                <a:cs typeface="Segoe UI Light" panose="020B0502040204020203" pitchFamily="34" charset="0"/>
              </a:rPr>
              <a:t>5. Configuración general de RAS </a:t>
            </a:r>
            <a:r>
              <a:rPr lang="es-CO" dirty="0" err="1">
                <a:latin typeface="Segoe UI Light" panose="020B0502040204020203" pitchFamily="34" charset="0"/>
                <a:cs typeface="Segoe UI Light" panose="020B0502040204020203" pitchFamily="34" charset="0"/>
              </a:rPr>
              <a:t>Mapper</a:t>
            </a:r>
            <a:endParaRPr lang="es-CO" dirty="0">
              <a:solidFill>
                <a:schemeClr val="tx1">
                  <a:lumMod val="65000"/>
                  <a:lumOff val="35000"/>
                </a:schemeClr>
              </a:solidFill>
              <a:latin typeface="Segoe UI Light" panose="020B0502040204020203" pitchFamily="34" charset="0"/>
              <a:cs typeface="Segoe UI Light" panose="020B0502040204020203" pitchFamily="34" charset="0"/>
            </a:endParaRPr>
          </a:p>
        </p:txBody>
      </p:sp>
      <p:pic>
        <p:nvPicPr>
          <p:cNvPr id="4" name="Imagen 3">
            <a:extLst>
              <a:ext uri="{FF2B5EF4-FFF2-40B4-BE49-F238E27FC236}">
                <a16:creationId xmlns:a16="http://schemas.microsoft.com/office/drawing/2014/main" id="{E9A96818-C45B-4518-ABCD-A89A1B787DE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41314278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1370475" y="481608"/>
            <a:ext cx="9451050" cy="3539430"/>
          </a:xfrm>
          <a:prstGeom prst="rect">
            <a:avLst/>
          </a:prstGeom>
          <a:noFill/>
        </p:spPr>
        <p:txBody>
          <a:bodyPr wrap="square" rtlCol="0">
            <a:spAutoFit/>
          </a:bodyPr>
          <a:lstStyle/>
          <a:p>
            <a:pPr algn="just"/>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RAS Mapper, </a:t>
            </a:r>
            <a:r>
              <a:rPr lang="en-US" sz="1600" dirty="0" err="1">
                <a:latin typeface="Segoe UI Light" panose="020B0502040204020203" pitchFamily="34" charset="0"/>
                <a:cs typeface="Segoe UI Light" panose="020B0502040204020203" pitchFamily="34" charset="0"/>
              </a:rPr>
              <a:t>clic</a:t>
            </a:r>
            <a:r>
              <a:rPr lang="en-US" sz="1600" dirty="0">
                <a:latin typeface="Segoe UI Light" panose="020B0502040204020203" pitchFamily="34" charset="0"/>
                <a:cs typeface="Segoe UI Light" panose="020B0502040204020203" pitchFamily="34" charset="0"/>
              </a:rPr>
              <a:t> en Tools – Options…</a:t>
            </a:r>
            <a:endParaRPr lang="es-CO" sz="1600" dirty="0">
              <a:latin typeface="Segoe UI Light" panose="020B0502040204020203" pitchFamily="34" charset="0"/>
              <a:cs typeface="Segoe UI Light" panose="020B0502040204020203" pitchFamily="34" charset="0"/>
            </a:endParaRPr>
          </a:p>
          <a:p>
            <a:pPr algn="just"/>
            <a:endParaRPr lang="es-CO"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Project Settings: Además de las opciones de configuración del sistema de proyección de coordenadas, se puede establecer el tipo de renderización para visualización de resultados.</a:t>
            </a:r>
          </a:p>
          <a:p>
            <a:pPr algn="just"/>
            <a:endParaRPr lang="en-US" sz="1600" dirty="0">
              <a:latin typeface="Segoe UI Light" panose="020B0502040204020203" pitchFamily="34" charset="0"/>
              <a:cs typeface="Segoe UI Light" panose="020B0502040204020203" pitchFamily="34" charset="0"/>
            </a:endParaRPr>
          </a:p>
          <a:p>
            <a:pPr algn="just"/>
            <a:r>
              <a:rPr lang="en-US" sz="1600" dirty="0">
                <a:latin typeface="Segoe UI Light" panose="020B0502040204020203" pitchFamily="34" charset="0"/>
                <a:cs typeface="Segoe UI Light" panose="020B0502040204020203" pitchFamily="34" charset="0"/>
              </a:rPr>
              <a:t>S</a:t>
            </a:r>
            <a:r>
              <a:rPr lang="es-CO" sz="1600" dirty="0">
                <a:latin typeface="Segoe UI Light" panose="020B0502040204020203" pitchFamily="34" charset="0"/>
                <a:cs typeface="Segoe UI Light" panose="020B0502040204020203" pitchFamily="34" charset="0"/>
              </a:rPr>
              <a:t>loping Water Surface (Default): El renderizado de la superficie del agua es realizado a partir de la interpolación de las elevaciones de lámina de agua obtenidos en cada lado de la celda y permite que la superficie se presente inclinada y continua.</a:t>
            </a:r>
          </a:p>
          <a:p>
            <a:pPr algn="just"/>
            <a:endParaRPr lang="en-US" sz="1600" dirty="0">
              <a:latin typeface="Segoe UI Light" panose="020B0502040204020203" pitchFamily="34" charset="0"/>
              <a:cs typeface="Segoe UI Light" panose="020B0502040204020203" pitchFamily="34" charset="0"/>
            </a:endParaRPr>
          </a:p>
          <a:p>
            <a:pPr algn="just"/>
            <a:r>
              <a:rPr lang="en-US" sz="1600" dirty="0">
                <a:latin typeface="Segoe UI Light" panose="020B0502040204020203" pitchFamily="34" charset="0"/>
                <a:cs typeface="Segoe UI Light" panose="020B0502040204020203" pitchFamily="34" charset="0"/>
              </a:rPr>
              <a:t>Horizontal </a:t>
            </a:r>
            <a:r>
              <a:rPr lang="es-CO" sz="1600" dirty="0">
                <a:latin typeface="Segoe UI Light" panose="020B0502040204020203" pitchFamily="34" charset="0"/>
                <a:cs typeface="Segoe UI Light" panose="020B0502040204020203" pitchFamily="34" charset="0"/>
              </a:rPr>
              <a:t>Water Surface: El renderizado de la superficie del agua es presentado a partir de las elevaciones de lámina de agua obtenidos en cada celda. En áreas donde el terreno presenta variaciones significativas de altura entre celdas adyacentes, se pueden dibujar zonas inundadas aisladas. Este tipo de áreas aisladas se visualizan con mayor frecuencia en zonas de terreno escarpado en el que se han usado celdas alargadas y con poca profundidad de flujo.</a:t>
            </a:r>
            <a:endParaRPr lang="en-US" sz="1600" dirty="0">
              <a:latin typeface="Segoe UI Light" panose="020B0502040204020203" pitchFamily="34" charset="0"/>
              <a:cs typeface="Segoe UI Light" panose="020B0502040204020203" pitchFamily="34" charset="0"/>
            </a:endParaRPr>
          </a:p>
        </p:txBody>
      </p:sp>
      <p:pic>
        <p:nvPicPr>
          <p:cNvPr id="4" name="Imagen 3">
            <a:extLst>
              <a:ext uri="{FF2B5EF4-FFF2-40B4-BE49-F238E27FC236}">
                <a16:creationId xmlns:a16="http://schemas.microsoft.com/office/drawing/2014/main" id="{CE971070-0A98-4F26-83F7-93E9FCFD9A6B}"/>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Lst>
          </a:blip>
          <a:stretch>
            <a:fillRect/>
          </a:stretch>
        </p:blipFill>
        <p:spPr>
          <a:xfrm>
            <a:off x="3863752" y="4142646"/>
            <a:ext cx="4464496" cy="2570198"/>
          </a:xfrm>
          <a:prstGeom prst="rect">
            <a:avLst/>
          </a:prstGeom>
        </p:spPr>
      </p:pic>
      <p:sp>
        <p:nvSpPr>
          <p:cNvPr id="10" name="1 Título">
            <a:extLst>
              <a:ext uri="{FF2B5EF4-FFF2-40B4-BE49-F238E27FC236}">
                <a16:creationId xmlns:a16="http://schemas.microsoft.com/office/drawing/2014/main" id="{7FF11BE7-7230-40F2-84FB-9EA0721EF2C7}"/>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5. Configuración general de RAS </a:t>
            </a:r>
            <a:r>
              <a:rPr lang="es-ES" sz="800" dirty="0" err="1">
                <a:latin typeface="Segoe UI Light" panose="020B0502040204020203" pitchFamily="34" charset="0"/>
                <a:cs typeface="Segoe UI Light" panose="020B0502040204020203" pitchFamily="34" charset="0"/>
              </a:rPr>
              <a:t>Mapper</a:t>
            </a:r>
            <a:endParaRPr lang="es-ES" sz="800" dirty="0">
              <a:latin typeface="Segoe UI Light" panose="020B0502040204020203" pitchFamily="34" charset="0"/>
              <a:cs typeface="Segoe UI Light" panose="020B0502040204020203" pitchFamily="34" charset="0"/>
            </a:endParaRPr>
          </a:p>
        </p:txBody>
      </p:sp>
      <p:pic>
        <p:nvPicPr>
          <p:cNvPr id="6" name="Imagen 5">
            <a:extLst>
              <a:ext uri="{FF2B5EF4-FFF2-40B4-BE49-F238E27FC236}">
                <a16:creationId xmlns:a16="http://schemas.microsoft.com/office/drawing/2014/main" id="{96D9194A-C0A1-4AEF-94C5-1A71A98C199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36636240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488254" y="919260"/>
            <a:ext cx="11233248" cy="523220"/>
          </a:xfrm>
          <a:prstGeom prst="rect">
            <a:avLst/>
          </a:prstGeom>
          <a:noFill/>
        </p:spPr>
        <p:txBody>
          <a:bodyPr wrap="square" rtlCol="0">
            <a:spAutoFit/>
          </a:bodyPr>
          <a:lstStyle/>
          <a:p>
            <a:pPr algn="ctr"/>
            <a:r>
              <a:rPr lang="es-CO" sz="1600" dirty="0">
                <a:latin typeface="Segoe UI Light" panose="020B0502040204020203" pitchFamily="34" charset="0"/>
                <a:cs typeface="Segoe UI Light" panose="020B0502040204020203" pitchFamily="34" charset="0"/>
              </a:rPr>
              <a:t>Comparación de una vista en perfil y planta de lámina de agua Inclinado y horizontal sobre un terreno escarpado</a:t>
            </a:r>
            <a:r>
              <a:rPr lang="es-CO" sz="1600">
                <a:latin typeface="Segoe UI Light" panose="020B0502040204020203" pitchFamily="34" charset="0"/>
                <a:cs typeface="Segoe UI Light" panose="020B0502040204020203" pitchFamily="34" charset="0"/>
              </a:rPr>
              <a:t>. </a:t>
            </a:r>
          </a:p>
          <a:p>
            <a:pPr algn="ctr"/>
            <a:r>
              <a:rPr lang="es-CO" sz="1200">
                <a:latin typeface="Segoe UI Light" panose="020B0502040204020203" pitchFamily="34" charset="0"/>
                <a:cs typeface="Segoe UI Light" panose="020B0502040204020203" pitchFamily="34" charset="0"/>
              </a:rPr>
              <a:t>Gráficos </a:t>
            </a:r>
            <a:r>
              <a:rPr lang="es-CO" sz="1200" dirty="0">
                <a:latin typeface="Segoe UI Light" panose="020B0502040204020203" pitchFamily="34" charset="0"/>
                <a:cs typeface="Segoe UI Light" panose="020B0502040204020203" pitchFamily="34" charset="0"/>
              </a:rPr>
              <a:t>tomados del Manual de HEC-RAS 2D Modeling Users Manual. Pag</a:t>
            </a:r>
            <a:r>
              <a:rPr lang="es-CO" sz="1200">
                <a:latin typeface="Segoe UI Light" panose="020B0502040204020203" pitchFamily="34" charset="0"/>
                <a:cs typeface="Segoe UI Light" panose="020B0502040204020203" pitchFamily="34" charset="0"/>
              </a:rPr>
              <a:t>. 5-9</a:t>
            </a:r>
            <a:endParaRPr lang="en-US" sz="1200" dirty="0">
              <a:latin typeface="Segoe UI Light" panose="020B0502040204020203" pitchFamily="34" charset="0"/>
              <a:cs typeface="Segoe UI Light" panose="020B0502040204020203" pitchFamily="34" charset="0"/>
            </a:endParaRPr>
          </a:p>
        </p:txBody>
      </p:sp>
      <p:pic>
        <p:nvPicPr>
          <p:cNvPr id="2" name="Imagen 1">
            <a:extLst>
              <a:ext uri="{FF2B5EF4-FFF2-40B4-BE49-F238E27FC236}">
                <a16:creationId xmlns:a16="http://schemas.microsoft.com/office/drawing/2014/main" id="{B80741DC-37A2-49D0-A71A-5613ACCCF483}"/>
              </a:ext>
            </a:extLst>
          </p:cNvPr>
          <p:cNvPicPr>
            <a:picLocks noChangeAspect="1"/>
          </p:cNvPicPr>
          <p:nvPr/>
        </p:nvPicPr>
        <p:blipFill>
          <a:blip r:embed="rId3">
            <a:clrChange>
              <a:clrFrom>
                <a:srgbClr val="FFFFFF"/>
              </a:clrFrom>
              <a:clrTo>
                <a:srgbClr val="FFFFFF">
                  <a:alpha val="0"/>
                </a:srgbClr>
              </a:clrTo>
            </a:clrChange>
            <a:extLst>
              <a:ext uri="{BEBA8EAE-BF5A-486C-A8C5-ECC9F3942E4B}">
                <a14:imgProps xmlns:a14="http://schemas.microsoft.com/office/drawing/2010/main">
                  <a14:imgLayer r:embed="rId4">
                    <a14:imgEffect>
                      <a14:saturation sat="0"/>
                    </a14:imgEffect>
                  </a14:imgLayer>
                </a14:imgProps>
              </a:ext>
            </a:extLst>
          </a:blip>
          <a:stretch>
            <a:fillRect/>
          </a:stretch>
        </p:blipFill>
        <p:spPr>
          <a:xfrm>
            <a:off x="695400" y="2995620"/>
            <a:ext cx="3763183" cy="1549932"/>
          </a:xfrm>
          <a:prstGeom prst="rect">
            <a:avLst/>
          </a:prstGeom>
        </p:spPr>
      </p:pic>
      <p:pic>
        <p:nvPicPr>
          <p:cNvPr id="6" name="Imagen 5">
            <a:extLst>
              <a:ext uri="{FF2B5EF4-FFF2-40B4-BE49-F238E27FC236}">
                <a16:creationId xmlns:a16="http://schemas.microsoft.com/office/drawing/2014/main" id="{3599E7E7-2B5F-4FD2-9926-9BD0D3F3838B}"/>
              </a:ext>
            </a:extLst>
          </p:cNvPr>
          <p:cNvPicPr>
            <a:picLocks noChangeAspect="1"/>
          </p:cNvPicPr>
          <p:nvPr/>
        </p:nvPicPr>
        <p:blipFill>
          <a:blip r:embed="rId5"/>
          <a:stretch>
            <a:fillRect/>
          </a:stretch>
        </p:blipFill>
        <p:spPr>
          <a:xfrm>
            <a:off x="4727848" y="2060848"/>
            <a:ext cx="6848475" cy="3419475"/>
          </a:xfrm>
          <a:prstGeom prst="rect">
            <a:avLst/>
          </a:prstGeom>
        </p:spPr>
      </p:pic>
      <p:pic>
        <p:nvPicPr>
          <p:cNvPr id="7" name="Imagen 6">
            <a:extLst>
              <a:ext uri="{FF2B5EF4-FFF2-40B4-BE49-F238E27FC236}">
                <a16:creationId xmlns:a16="http://schemas.microsoft.com/office/drawing/2014/main" id="{80C1A18E-A664-4CE9-87FE-C3FEC98CE8B4}"/>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0" name="1 Título">
            <a:extLst>
              <a:ext uri="{FF2B5EF4-FFF2-40B4-BE49-F238E27FC236}">
                <a16:creationId xmlns:a16="http://schemas.microsoft.com/office/drawing/2014/main" id="{F07B3F77-D61B-4C0A-B5D7-54CC97A68C69}"/>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5. Configuración general de RAS </a:t>
            </a:r>
            <a:r>
              <a:rPr lang="es-ES" sz="800" dirty="0" err="1">
                <a:latin typeface="Segoe UI Light" panose="020B0502040204020203" pitchFamily="34" charset="0"/>
                <a:cs typeface="Segoe UI Light" panose="020B0502040204020203" pitchFamily="34" charset="0"/>
              </a:rPr>
              <a:t>Mapper</a:t>
            </a:r>
            <a:endParaRPr lang="es-ES" sz="800" dirty="0">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14873191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1901534" y="965046"/>
            <a:ext cx="8388931" cy="2062103"/>
          </a:xfrm>
          <a:prstGeom prst="rect">
            <a:avLst/>
          </a:prstGeom>
          <a:noFill/>
        </p:spPr>
        <p:txBody>
          <a:bodyPr wrap="square" rtlCol="0">
            <a:spAutoFit/>
          </a:bodyPr>
          <a:lstStyle/>
          <a:p>
            <a:pPr algn="just"/>
            <a:r>
              <a:rPr lang="es-CO" sz="1600" dirty="0">
                <a:latin typeface="Segoe UI Light" panose="020B0502040204020203" pitchFamily="34" charset="0"/>
                <a:cs typeface="Segoe UI Light" panose="020B0502040204020203" pitchFamily="34" charset="0"/>
              </a:rPr>
              <a:t>Global Settings - General: Contiene la simbología de las herramientas de visualización de los mapas y dígitos decimales para visualización de resultados al vuelo en pantalla.</a:t>
            </a:r>
          </a:p>
          <a:p>
            <a:pPr algn="just"/>
            <a:endParaRPr lang="en-US"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Global Settings – RAS Layers: Contiene la simbología de visualización de las diferentes capas que componen el modelo.</a:t>
            </a:r>
          </a:p>
          <a:p>
            <a:pPr algn="just"/>
            <a:endParaRPr lang="en-US"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Global Settings – Editing Tools: Contiene la simbología de las herramientas de </a:t>
            </a:r>
            <a:r>
              <a:rPr lang="en-US" sz="1600" dirty="0">
                <a:latin typeface="Segoe UI Light" panose="020B0502040204020203" pitchFamily="34" charset="0"/>
                <a:cs typeface="Segoe UI Light" panose="020B0502040204020203" pitchFamily="34" charset="0"/>
              </a:rPr>
              <a:t>edición y las tolerancias de aproximación para puntos y líneas </a:t>
            </a:r>
            <a:r>
              <a:rPr lang="en-US" sz="1600">
                <a:latin typeface="Segoe UI Light" panose="020B0502040204020203" pitchFamily="34" charset="0"/>
                <a:cs typeface="Segoe UI Light" panose="020B0502040204020203" pitchFamily="34" charset="0"/>
              </a:rPr>
              <a:t>cercanas</a:t>
            </a:r>
            <a:r>
              <a:rPr lang="es-CO" sz="1600" dirty="0">
                <a:latin typeface="Segoe UI Light" panose="020B0502040204020203" pitchFamily="34" charset="0"/>
                <a:cs typeface="Segoe UI Light" panose="020B0502040204020203" pitchFamily="34" charset="0"/>
              </a:rPr>
              <a:t>.</a:t>
            </a:r>
            <a:endParaRPr lang="en-US" sz="1600" dirty="0">
              <a:latin typeface="Segoe UI Light" panose="020B0502040204020203" pitchFamily="34" charset="0"/>
              <a:cs typeface="Segoe UI Light" panose="020B0502040204020203" pitchFamily="34" charset="0"/>
            </a:endParaRPr>
          </a:p>
        </p:txBody>
      </p:sp>
      <p:pic>
        <p:nvPicPr>
          <p:cNvPr id="2" name="Imagen 1">
            <a:extLst>
              <a:ext uri="{FF2B5EF4-FFF2-40B4-BE49-F238E27FC236}">
                <a16:creationId xmlns:a16="http://schemas.microsoft.com/office/drawing/2014/main" id="{C49D6C79-B335-4A0D-9C56-201183471CC6}"/>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Lst>
          </a:blip>
          <a:stretch>
            <a:fillRect/>
          </a:stretch>
        </p:blipFill>
        <p:spPr>
          <a:xfrm>
            <a:off x="281750" y="3645024"/>
            <a:ext cx="3888432" cy="2330326"/>
          </a:xfrm>
          <a:prstGeom prst="rect">
            <a:avLst/>
          </a:prstGeom>
        </p:spPr>
      </p:pic>
      <p:pic>
        <p:nvPicPr>
          <p:cNvPr id="3" name="Imagen 2">
            <a:extLst>
              <a:ext uri="{FF2B5EF4-FFF2-40B4-BE49-F238E27FC236}">
                <a16:creationId xmlns:a16="http://schemas.microsoft.com/office/drawing/2014/main" id="{67C84F12-7DB2-40D7-B260-D3B6A9285FE0}"/>
              </a:ext>
            </a:extLst>
          </p:cNvPr>
          <p:cNvPicPr>
            <a:picLocks noChangeAspect="1"/>
          </p:cNvPicPr>
          <p:nvPr/>
        </p:nvPicPr>
        <p:blipFill>
          <a:blip r:embed="rId5">
            <a:extLst>
              <a:ext uri="{BEBA8EAE-BF5A-486C-A8C5-ECC9F3942E4B}">
                <a14:imgProps xmlns:a14="http://schemas.microsoft.com/office/drawing/2010/main">
                  <a14:imgLayer r:embed="rId6">
                    <a14:imgEffect>
                      <a14:saturation sat="0"/>
                    </a14:imgEffect>
                  </a14:imgLayer>
                </a14:imgProps>
              </a:ext>
            </a:extLst>
          </a:blip>
          <a:stretch>
            <a:fillRect/>
          </a:stretch>
        </p:blipFill>
        <p:spPr>
          <a:xfrm>
            <a:off x="4333124" y="3645024"/>
            <a:ext cx="3730761" cy="2330326"/>
          </a:xfrm>
          <a:prstGeom prst="rect">
            <a:avLst/>
          </a:prstGeom>
        </p:spPr>
      </p:pic>
      <p:pic>
        <p:nvPicPr>
          <p:cNvPr id="10" name="Imagen 9">
            <a:extLst>
              <a:ext uri="{FF2B5EF4-FFF2-40B4-BE49-F238E27FC236}">
                <a16:creationId xmlns:a16="http://schemas.microsoft.com/office/drawing/2014/main" id="{B87ED41C-23EA-4124-9DAB-471F87FD4460}"/>
              </a:ext>
            </a:extLst>
          </p:cNvPr>
          <p:cNvPicPr>
            <a:picLocks noChangeAspect="1"/>
          </p:cNvPicPr>
          <p:nvPr/>
        </p:nvPicPr>
        <p:blipFill>
          <a:blip r:embed="rId7">
            <a:extLst>
              <a:ext uri="{BEBA8EAE-BF5A-486C-A8C5-ECC9F3942E4B}">
                <a14:imgProps xmlns:a14="http://schemas.microsoft.com/office/drawing/2010/main">
                  <a14:imgLayer r:embed="rId8">
                    <a14:imgEffect>
                      <a14:saturation sat="0"/>
                    </a14:imgEffect>
                  </a14:imgLayer>
                </a14:imgProps>
              </a:ext>
            </a:extLst>
          </a:blip>
          <a:stretch>
            <a:fillRect/>
          </a:stretch>
        </p:blipFill>
        <p:spPr>
          <a:xfrm>
            <a:off x="8223169" y="3645024"/>
            <a:ext cx="3730762" cy="2330326"/>
          </a:xfrm>
          <a:prstGeom prst="rect">
            <a:avLst/>
          </a:prstGeom>
        </p:spPr>
      </p:pic>
      <p:sp>
        <p:nvSpPr>
          <p:cNvPr id="11" name="1 Título">
            <a:extLst>
              <a:ext uri="{FF2B5EF4-FFF2-40B4-BE49-F238E27FC236}">
                <a16:creationId xmlns:a16="http://schemas.microsoft.com/office/drawing/2014/main" id="{52542332-40AA-4926-BE7E-BD2AAC5ABB87}"/>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CO" sz="800">
                <a:latin typeface="Segoe UI Light" panose="020B0502040204020203" pitchFamily="34" charset="0"/>
                <a:cs typeface="Segoe UI Light" panose="020B0502040204020203" pitchFamily="34" charset="0"/>
              </a:rPr>
              <a:t>5. CONFIGURACIÓN GENERAL DE RAS Mapper</a:t>
            </a:r>
          </a:p>
        </p:txBody>
      </p:sp>
      <p:pic>
        <p:nvPicPr>
          <p:cNvPr id="9" name="Imagen 8">
            <a:extLst>
              <a:ext uri="{FF2B5EF4-FFF2-40B4-BE49-F238E27FC236}">
                <a16:creationId xmlns:a16="http://schemas.microsoft.com/office/drawing/2014/main" id="{98FC9003-D8CD-42AF-96F0-63EA18418953}"/>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21278932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1 Título">
            <a:extLst>
              <a:ext uri="{FF2B5EF4-FFF2-40B4-BE49-F238E27FC236}">
                <a16:creationId xmlns:a16="http://schemas.microsoft.com/office/drawing/2014/main" id="{3072C985-1B9B-4BDD-9204-91D61E909C9C}"/>
              </a:ext>
            </a:extLst>
          </p:cNvPr>
          <p:cNvSpPr txBox="1">
            <a:spLocks/>
          </p:cNvSpPr>
          <p:nvPr/>
        </p:nvSpPr>
        <p:spPr>
          <a:xfrm>
            <a:off x="7620002" y="6669360"/>
            <a:ext cx="4572000" cy="18864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r"/>
            <a:r>
              <a:rPr lang="es-ES" sz="800" dirty="0">
                <a:latin typeface="Segoe UI Light" panose="020B0502040204020203" pitchFamily="34" charset="0"/>
                <a:cs typeface="Segoe UI Light" panose="020B0502040204020203" pitchFamily="34" charset="0"/>
              </a:rPr>
              <a:t>v.2020117</a:t>
            </a:r>
            <a:endParaRPr lang="es-CO" sz="800" spc="100" dirty="0">
              <a:latin typeface="Segoe UI Light" panose="020B0502040204020203" pitchFamily="34" charset="0"/>
              <a:cs typeface="Segoe UI Light" panose="020B0502040204020203" pitchFamily="34" charset="0"/>
            </a:endParaRPr>
          </a:p>
        </p:txBody>
      </p:sp>
      <p:sp>
        <p:nvSpPr>
          <p:cNvPr id="10" name="1 Título">
            <a:extLst>
              <a:ext uri="{FF2B5EF4-FFF2-40B4-BE49-F238E27FC236}">
                <a16:creationId xmlns:a16="http://schemas.microsoft.com/office/drawing/2014/main" id="{7F6DDFB0-630E-45A2-B5EE-AB34BE184EC4}"/>
              </a:ext>
            </a:extLst>
          </p:cNvPr>
          <p:cNvSpPr txBox="1">
            <a:spLocks/>
          </p:cNvSpPr>
          <p:nvPr/>
        </p:nvSpPr>
        <p:spPr>
          <a:xfrm>
            <a:off x="0" y="6669360"/>
            <a:ext cx="4572000" cy="18864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800" dirty="0">
                <a:latin typeface="Segoe UI Light" panose="020B0502040204020203" pitchFamily="34" charset="0"/>
                <a:cs typeface="Segoe UI Light" panose="020B0502040204020203" pitchFamily="34" charset="0"/>
              </a:rPr>
              <a:t>Info: r.cfdtools@gmail.com</a:t>
            </a:r>
            <a:endParaRPr lang="es-CO" sz="800" spc="100" dirty="0">
              <a:latin typeface="Segoe UI Light" panose="020B0502040204020203" pitchFamily="34" charset="0"/>
              <a:cs typeface="Segoe UI Light" panose="020B0502040204020203" pitchFamily="34" charset="0"/>
            </a:endParaRPr>
          </a:p>
        </p:txBody>
      </p:sp>
      <p:sp>
        <p:nvSpPr>
          <p:cNvPr id="17" name="1 Título">
            <a:extLst>
              <a:ext uri="{FF2B5EF4-FFF2-40B4-BE49-F238E27FC236}">
                <a16:creationId xmlns:a16="http://schemas.microsoft.com/office/drawing/2014/main" id="{CF602DD4-6CD6-45A5-8387-11EC9AEA487E}"/>
              </a:ext>
            </a:extLst>
          </p:cNvPr>
          <p:cNvSpPr txBox="1">
            <a:spLocks/>
          </p:cNvSpPr>
          <p:nvPr/>
        </p:nvSpPr>
        <p:spPr>
          <a:xfrm>
            <a:off x="0" y="4263073"/>
            <a:ext cx="12192000" cy="1541552"/>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s-CO" sz="1200" dirty="0">
                <a:latin typeface="Segoe UI Light" panose="020B0502040204020203" pitchFamily="34" charset="0"/>
                <a:cs typeface="Segoe UI Light" panose="020B0502040204020203" pitchFamily="34" charset="0"/>
              </a:rPr>
              <a:t>Herramientas computacionales para el diseño y modelación de cauces</a:t>
            </a:r>
          </a:p>
          <a:p>
            <a:r>
              <a:rPr lang="es-CO" sz="1200" dirty="0">
                <a:latin typeface="Segoe UI Light" panose="020B0502040204020203" pitchFamily="34" charset="0"/>
                <a:cs typeface="Segoe UI Light" panose="020B0502040204020203" pitchFamily="34" charset="0"/>
              </a:rPr>
              <a:t>Modelación hidráulica 2D con HEC-RAS y RAS </a:t>
            </a:r>
            <a:r>
              <a:rPr lang="es-CO" sz="1200" dirty="0" err="1">
                <a:latin typeface="Segoe UI Light" panose="020B0502040204020203" pitchFamily="34" charset="0"/>
                <a:cs typeface="Segoe UI Light" panose="020B0502040204020203" pitchFamily="34" charset="0"/>
              </a:rPr>
              <a:t>Mapper</a:t>
            </a:r>
            <a:endParaRPr lang="es-CO" sz="1200" dirty="0">
              <a:latin typeface="Segoe UI Light" panose="020B0502040204020203" pitchFamily="34" charset="0"/>
              <a:cs typeface="Segoe UI Light" panose="020B0502040204020203" pitchFamily="34" charset="0"/>
            </a:endParaRPr>
          </a:p>
          <a:p>
            <a:r>
              <a:rPr lang="es-CO" sz="1600" dirty="0">
                <a:latin typeface="Segoe UI Light" panose="020B0502040204020203" pitchFamily="34" charset="0"/>
                <a:cs typeface="Segoe UI Light" panose="020B0502040204020203" pitchFamily="34" charset="0"/>
              </a:rPr>
              <a:t>Creación y procesamiento del modelo de terreno</a:t>
            </a:r>
          </a:p>
        </p:txBody>
      </p:sp>
      <p:pic>
        <p:nvPicPr>
          <p:cNvPr id="3" name="Imagen 2">
            <a:extLst>
              <a:ext uri="{FF2B5EF4-FFF2-40B4-BE49-F238E27FC236}">
                <a16:creationId xmlns:a16="http://schemas.microsoft.com/office/drawing/2014/main" id="{70C1FD41-6B01-4003-8583-7FDA4B45F6A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pic>
        <p:nvPicPr>
          <p:cNvPr id="4" name="Imagen 3">
            <a:extLst>
              <a:ext uri="{FF2B5EF4-FFF2-40B4-BE49-F238E27FC236}">
                <a16:creationId xmlns:a16="http://schemas.microsoft.com/office/drawing/2014/main" id="{B563B1D5-587D-442E-857D-1BE4C14FE1A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08852" y="2553460"/>
            <a:ext cx="1574295" cy="1751080"/>
          </a:xfrm>
          <a:prstGeom prst="rect">
            <a:avLst/>
          </a:prstGeom>
        </p:spPr>
      </p:pic>
      <p:pic>
        <p:nvPicPr>
          <p:cNvPr id="5" name="Picture 4" descr="Logo&#10;&#10;Description automatically generated">
            <a:extLst>
              <a:ext uri="{FF2B5EF4-FFF2-40B4-BE49-F238E27FC236}">
                <a16:creationId xmlns:a16="http://schemas.microsoft.com/office/drawing/2014/main" id="{1673DFAA-D2BC-4C1E-9623-FC647B80573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9697" y="26672"/>
            <a:ext cx="449679" cy="450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3240432" y="3105834"/>
            <a:ext cx="5711135" cy="646331"/>
          </a:xfrm>
          <a:prstGeom prst="rect">
            <a:avLst/>
          </a:prstGeom>
          <a:noFill/>
        </p:spPr>
        <p:txBody>
          <a:bodyPr wrap="square" rtlCol="0">
            <a:spAutoFit/>
          </a:bodyPr>
          <a:lstStyle/>
          <a:p>
            <a:pPr algn="ctr"/>
            <a:r>
              <a:rPr lang="es-CO" dirty="0">
                <a:latin typeface="Segoe UI Light" panose="020B0502040204020203" pitchFamily="34" charset="0"/>
                <a:cs typeface="Segoe UI Light" panose="020B0502040204020203" pitchFamily="34" charset="0"/>
              </a:rPr>
              <a:t>1. Creación de la grilla </a:t>
            </a:r>
            <a:r>
              <a:rPr lang="es-CO" dirty="0" err="1">
                <a:latin typeface="Segoe UI Light" panose="020B0502040204020203" pitchFamily="34" charset="0"/>
                <a:cs typeface="Segoe UI Light" panose="020B0502040204020203" pitchFamily="34" charset="0"/>
              </a:rPr>
              <a:t>GeoTiff</a:t>
            </a:r>
            <a:r>
              <a:rPr lang="es-CO" dirty="0">
                <a:latin typeface="Segoe UI Light" panose="020B0502040204020203" pitchFamily="34" charset="0"/>
                <a:cs typeface="Segoe UI Light" panose="020B0502040204020203" pitchFamily="34" charset="0"/>
              </a:rPr>
              <a:t> del modelo de terreno a partir de información LIDAR y trazado en Civil 3D</a:t>
            </a:r>
          </a:p>
        </p:txBody>
      </p:sp>
      <p:pic>
        <p:nvPicPr>
          <p:cNvPr id="4" name="Imagen 3">
            <a:extLst>
              <a:ext uri="{FF2B5EF4-FFF2-40B4-BE49-F238E27FC236}">
                <a16:creationId xmlns:a16="http://schemas.microsoft.com/office/drawing/2014/main" id="{D27155CA-E5BA-43C7-808E-7314530FB88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26626558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1775520" y="1052736"/>
            <a:ext cx="8640960" cy="2062103"/>
          </a:xfrm>
          <a:prstGeom prst="rect">
            <a:avLst/>
          </a:prstGeom>
          <a:noFill/>
        </p:spPr>
        <p:txBody>
          <a:bodyPr wrap="square" rtlCol="0">
            <a:spAutoFit/>
          </a:bodyPr>
          <a:lstStyle/>
          <a:p>
            <a:pPr algn="just"/>
            <a:r>
              <a:rPr lang="es-CO" sz="1600" dirty="0">
                <a:latin typeface="Segoe UI Light" panose="020B0502040204020203" pitchFamily="34" charset="0"/>
                <a:cs typeface="Segoe UI Light" panose="020B0502040204020203" pitchFamily="34" charset="0"/>
              </a:rPr>
              <a:t>La modelación 2D requiere de un modelo digital de terreno (MDT) de alta precisión, para la creación de la malla compuesta y para el cálculo de los parámetros geométricos e hidráulicos requeridos (Área hidráulica, perímetro mojado, pendiente, ancho superficial …).</a:t>
            </a:r>
          </a:p>
          <a:p>
            <a:pPr algn="just"/>
            <a:endParaRPr lang="es-CO"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Previamente en el Tema 3 – Actividad 1 y 2 del curso HCMC, se realizó la integración del modelo de terreno natural con el modelo de terreno trazado en Autodesk Civil 3D para el cauce de desviación. Se creo la red irregular de triángulos - TIN y se generó la grilla denominada TIN_Terrenonaturalcaucesinuoso_v0.tif.</a:t>
            </a:r>
          </a:p>
        </p:txBody>
      </p:sp>
      <p:pic>
        <p:nvPicPr>
          <p:cNvPr id="2" name="Imagen 1">
            <a:extLst>
              <a:ext uri="{FF2B5EF4-FFF2-40B4-BE49-F238E27FC236}">
                <a16:creationId xmlns:a16="http://schemas.microsoft.com/office/drawing/2014/main" id="{24C6ED23-EB43-4B4F-9C36-3777764B3DAC}"/>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colorTemperature colorTemp="11200"/>
                    </a14:imgEffect>
                    <a14:imgEffect>
                      <a14:saturation sat="0"/>
                    </a14:imgEffect>
                  </a14:imgLayer>
                </a14:imgProps>
              </a:ext>
              <a:ext uri="{28A0092B-C50C-407E-A947-70E740481C1C}">
                <a14:useLocalDpi xmlns:a14="http://schemas.microsoft.com/office/drawing/2010/main" val="0"/>
              </a:ext>
            </a:extLst>
          </a:blip>
          <a:srcRect/>
          <a:stretch/>
        </p:blipFill>
        <p:spPr>
          <a:xfrm>
            <a:off x="0" y="4056340"/>
            <a:ext cx="12192000" cy="2808312"/>
          </a:xfrm>
          <a:prstGeom prst="rect">
            <a:avLst/>
          </a:prstGeom>
        </p:spPr>
      </p:pic>
      <p:sp>
        <p:nvSpPr>
          <p:cNvPr id="9" name="1 Título">
            <a:extLst>
              <a:ext uri="{FF2B5EF4-FFF2-40B4-BE49-F238E27FC236}">
                <a16:creationId xmlns:a16="http://schemas.microsoft.com/office/drawing/2014/main" id="{32829417-0E71-4200-B2E9-ADEAB7B47648}"/>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1. Creación de la grilla </a:t>
            </a:r>
            <a:r>
              <a:rPr lang="es-ES" sz="800" dirty="0" err="1">
                <a:latin typeface="Segoe UI Light" panose="020B0502040204020203" pitchFamily="34" charset="0"/>
                <a:cs typeface="Segoe UI Light" panose="020B0502040204020203" pitchFamily="34" charset="0"/>
              </a:rPr>
              <a:t>GeoTiff</a:t>
            </a:r>
            <a:r>
              <a:rPr lang="es-ES" sz="800" dirty="0">
                <a:latin typeface="Segoe UI Light" panose="020B0502040204020203" pitchFamily="34" charset="0"/>
                <a:cs typeface="Segoe UI Light" panose="020B0502040204020203" pitchFamily="34" charset="0"/>
              </a:rPr>
              <a:t> del modelo de terreno a partir de información LIDAR y trazado en Civil 3D</a:t>
            </a:r>
          </a:p>
        </p:txBody>
      </p:sp>
      <p:pic>
        <p:nvPicPr>
          <p:cNvPr id="6" name="Imagen 5">
            <a:extLst>
              <a:ext uri="{FF2B5EF4-FFF2-40B4-BE49-F238E27FC236}">
                <a16:creationId xmlns:a16="http://schemas.microsoft.com/office/drawing/2014/main" id="{1BC26A61-1009-41BF-B55C-B50357B9A8C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22048186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3956730" y="3105834"/>
            <a:ext cx="4278539" cy="646331"/>
          </a:xfrm>
          <a:prstGeom prst="rect">
            <a:avLst/>
          </a:prstGeom>
          <a:noFill/>
        </p:spPr>
        <p:txBody>
          <a:bodyPr wrap="square" rtlCol="0">
            <a:spAutoFit/>
          </a:bodyPr>
          <a:lstStyle/>
          <a:p>
            <a:pPr algn="ctr"/>
            <a:r>
              <a:rPr lang="es-CO" dirty="0">
                <a:latin typeface="Segoe UI Light" panose="020B0502040204020203" pitchFamily="34" charset="0"/>
                <a:cs typeface="Segoe UI Light" panose="020B0502040204020203" pitchFamily="34" charset="0"/>
              </a:rPr>
              <a:t>2. Creación de terreno (.</a:t>
            </a:r>
            <a:r>
              <a:rPr lang="es-CO" dirty="0" err="1">
                <a:latin typeface="Segoe UI Light" panose="020B0502040204020203" pitchFamily="34" charset="0"/>
                <a:cs typeface="Segoe UI Light" panose="020B0502040204020203" pitchFamily="34" charset="0"/>
              </a:rPr>
              <a:t>hdf</a:t>
            </a:r>
            <a:r>
              <a:rPr lang="es-CO" dirty="0">
                <a:latin typeface="Segoe UI Light" panose="020B0502040204020203" pitchFamily="34" charset="0"/>
                <a:cs typeface="Segoe UI Light" panose="020B0502040204020203" pitchFamily="34" charset="0"/>
              </a:rPr>
              <a:t>) RAS </a:t>
            </a:r>
            <a:r>
              <a:rPr lang="es-CO" dirty="0" err="1">
                <a:latin typeface="Segoe UI Light" panose="020B0502040204020203" pitchFamily="34" charset="0"/>
                <a:cs typeface="Segoe UI Light" panose="020B0502040204020203" pitchFamily="34" charset="0"/>
              </a:rPr>
              <a:t>Mapper</a:t>
            </a:r>
            <a:r>
              <a:rPr lang="es-CO" dirty="0">
                <a:latin typeface="Segoe UI Light" panose="020B0502040204020203" pitchFamily="34" charset="0"/>
                <a:cs typeface="Segoe UI Light" panose="020B0502040204020203" pitchFamily="34" charset="0"/>
              </a:rPr>
              <a:t> a partir de la grilla </a:t>
            </a:r>
            <a:r>
              <a:rPr lang="es-CO" dirty="0" err="1">
                <a:latin typeface="Segoe UI Light" panose="020B0502040204020203" pitchFamily="34" charset="0"/>
                <a:cs typeface="Segoe UI Light" panose="020B0502040204020203" pitchFamily="34" charset="0"/>
              </a:rPr>
              <a:t>GeoTiff</a:t>
            </a:r>
            <a:endParaRPr lang="es-CO" dirty="0">
              <a:latin typeface="Segoe UI Light" panose="020B0502040204020203" pitchFamily="34" charset="0"/>
              <a:cs typeface="Segoe UI Light" panose="020B0502040204020203" pitchFamily="34" charset="0"/>
            </a:endParaRPr>
          </a:p>
        </p:txBody>
      </p:sp>
      <p:pic>
        <p:nvPicPr>
          <p:cNvPr id="4" name="Imagen 3">
            <a:extLst>
              <a:ext uri="{FF2B5EF4-FFF2-40B4-BE49-F238E27FC236}">
                <a16:creationId xmlns:a16="http://schemas.microsoft.com/office/drawing/2014/main" id="{2F7CFE35-4466-4CB9-AE3C-BE7CF25A73C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11395662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348812" y="458406"/>
            <a:ext cx="11521280" cy="2554545"/>
          </a:xfrm>
          <a:prstGeom prst="rect">
            <a:avLst/>
          </a:prstGeom>
          <a:noFill/>
        </p:spPr>
        <p:txBody>
          <a:bodyPr wrap="square" rtlCol="0">
            <a:spAutoFit/>
          </a:bodyPr>
          <a:lstStyle/>
          <a:p>
            <a:pPr algn="just"/>
            <a:r>
              <a:rPr lang="en-US" sz="1600" dirty="0">
                <a:latin typeface="Segoe UI Light" panose="020B0502040204020203" pitchFamily="34" charset="0"/>
                <a:cs typeface="Segoe UI Light" panose="020B0502040204020203" pitchFamily="34" charset="0"/>
              </a:rPr>
              <a:t>En RAS-Mapper de HEC-RAS 5.0.6, clic derecho en </a:t>
            </a:r>
            <a:r>
              <a:rPr lang="en-US" sz="1600" i="1" dirty="0">
                <a:latin typeface="Segoe UI Light" panose="020B0502040204020203" pitchFamily="34" charset="0"/>
                <a:cs typeface="Segoe UI Light" panose="020B0502040204020203" pitchFamily="34" charset="0"/>
              </a:rPr>
              <a:t>Terrains – Create a New RAS Terrain</a:t>
            </a:r>
            <a:r>
              <a:rPr lang="en-US" sz="1600" dirty="0">
                <a:latin typeface="Segoe UI Light" panose="020B0502040204020203" pitchFamily="34" charset="0"/>
                <a:cs typeface="Segoe UI Light" panose="020B0502040204020203" pitchFamily="34" charset="0"/>
              </a:rPr>
              <a:t>. </a:t>
            </a:r>
          </a:p>
          <a:p>
            <a:pPr algn="just"/>
            <a:endParaRPr lang="en-US" sz="1600" dirty="0">
              <a:latin typeface="Segoe UI Light" panose="020B0502040204020203" pitchFamily="34" charset="0"/>
              <a:cs typeface="Segoe UI Light" panose="020B0502040204020203" pitchFamily="34" charset="0"/>
            </a:endParaRPr>
          </a:p>
          <a:p>
            <a:pPr algn="just"/>
            <a:r>
              <a:rPr lang="en-US" sz="1600" dirty="0">
                <a:latin typeface="Segoe UI Light" panose="020B0502040204020203" pitchFamily="34" charset="0"/>
                <a:cs typeface="Segoe UI Light" panose="020B0502040204020203" pitchFamily="34" charset="0"/>
              </a:rPr>
              <a:t>En la </a:t>
            </a:r>
            <a:r>
              <a:rPr lang="en-US" sz="1600" dirty="0" err="1">
                <a:latin typeface="Segoe UI Light" panose="020B0502040204020203" pitchFamily="34" charset="0"/>
                <a:cs typeface="Segoe UI Light" panose="020B0502040204020203" pitchFamily="34" charset="0"/>
              </a:rPr>
              <a:t>ventana</a:t>
            </a:r>
            <a:r>
              <a:rPr lang="en-US" sz="1600">
                <a:latin typeface="Segoe UI Light" panose="020B0502040204020203" pitchFamily="34" charset="0"/>
                <a:cs typeface="Segoe UI Light" panose="020B0502040204020203" pitchFamily="34" charset="0"/>
              </a:rPr>
              <a:t> </a:t>
            </a:r>
            <a:r>
              <a:rPr lang="en-US" sz="1600" i="1">
                <a:latin typeface="Segoe UI Light" panose="020B0502040204020203" pitchFamily="34" charset="0"/>
                <a:cs typeface="Segoe UI Light" panose="020B0502040204020203" pitchFamily="34" charset="0"/>
              </a:rPr>
              <a:t>New Terrain Layer</a:t>
            </a:r>
            <a:r>
              <a:rPr lang="en-US" sz="1600">
                <a:latin typeface="Segoe UI Light" panose="020B0502040204020203" pitchFamily="34" charset="0"/>
                <a:cs typeface="Segoe UI Light" panose="020B0502040204020203" pitchFamily="34" charset="0"/>
              </a:rPr>
              <a:t> , clic en + y seleccionar el archivo</a:t>
            </a:r>
          </a:p>
          <a:p>
            <a:pPr algn="just"/>
            <a:r>
              <a:rPr lang="en-US" sz="1600">
                <a:latin typeface="Segoe UI Light" panose="020B0502040204020203" pitchFamily="34" charset="0"/>
                <a:cs typeface="Segoe UI Light" panose="020B0502040204020203" pitchFamily="34" charset="0"/>
              </a:rPr>
              <a:t>TIN_Terrenonaturalcaucesinuoso_v0.tif. También podrá utilizar archivos compatibles con la librería GDAL (Geospatial Data Abstraction Library) como los de tipo Raster Floating Point Format (.flt) y Esri Grid (.adf). Podrá agregar múltiples archivos de terreno para ser integrados. </a:t>
            </a:r>
            <a:r>
              <a:rPr lang="en-US" sz="1400">
                <a:latin typeface="Segoe UI Light" panose="020B0502040204020203" pitchFamily="34" charset="0"/>
                <a:cs typeface="Segoe UI Light" panose="020B0502040204020203" pitchFamily="34" charset="0"/>
              </a:rPr>
              <a:t>https://www.gdal.org/formats_list.html</a:t>
            </a:r>
          </a:p>
          <a:p>
            <a:pPr algn="just"/>
            <a:endParaRPr lang="en-US" sz="1600">
              <a:latin typeface="Segoe UI Light" panose="020B0502040204020203" pitchFamily="34" charset="0"/>
              <a:cs typeface="Segoe UI Light" panose="020B0502040204020203" pitchFamily="34" charset="0"/>
            </a:endParaRPr>
          </a:p>
          <a:p>
            <a:pPr algn="just"/>
            <a:r>
              <a:rPr lang="en-US" sz="1600">
                <a:latin typeface="Segoe UI Light" panose="020B0502040204020203" pitchFamily="34" charset="0"/>
                <a:cs typeface="Segoe UI Light" panose="020B0502040204020203" pitchFamily="34" charset="0"/>
              </a:rPr>
              <a:t>Desde la pestaña desplegable, seleccione el redondeo o precisión con la que la nueva grilla será almacenada. (Redondeo de 1/64 para el sistema inglés, significa que cada pixel tendrá una precisión respecto a la elevación original de +/- 0.015625). </a:t>
            </a:r>
            <a:r>
              <a:rPr lang="en-US" sz="1600" dirty="0">
                <a:latin typeface="Segoe UI Light" panose="020B0502040204020203" pitchFamily="34" charset="0"/>
                <a:cs typeface="Segoe UI Light" panose="020B0502040204020203" pitchFamily="34" charset="0"/>
              </a:rPr>
              <a:t>Stitches o puntadas crea elementos de unión entre varias grillas seleccionadas.</a:t>
            </a:r>
            <a:endParaRPr lang="es-CO" sz="1600" dirty="0">
              <a:latin typeface="Segoe UI Light" panose="020B0502040204020203" pitchFamily="34" charset="0"/>
              <a:cs typeface="Segoe UI Light" panose="020B0502040204020203" pitchFamily="34" charset="0"/>
            </a:endParaRPr>
          </a:p>
        </p:txBody>
      </p:sp>
      <p:pic>
        <p:nvPicPr>
          <p:cNvPr id="3" name="Imagen 2">
            <a:extLst>
              <a:ext uri="{FF2B5EF4-FFF2-40B4-BE49-F238E27FC236}">
                <a16:creationId xmlns:a16="http://schemas.microsoft.com/office/drawing/2014/main" id="{31B1614C-A2C9-465E-8D20-88001EB500E7}"/>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rcRect/>
          <a:stretch/>
        </p:blipFill>
        <p:spPr>
          <a:xfrm>
            <a:off x="345172" y="3356992"/>
            <a:ext cx="4811962" cy="3312368"/>
          </a:xfrm>
          <a:prstGeom prst="rect">
            <a:avLst/>
          </a:prstGeom>
        </p:spPr>
      </p:pic>
      <p:pic>
        <p:nvPicPr>
          <p:cNvPr id="7" name="Imagen 6">
            <a:extLst>
              <a:ext uri="{FF2B5EF4-FFF2-40B4-BE49-F238E27FC236}">
                <a16:creationId xmlns:a16="http://schemas.microsoft.com/office/drawing/2014/main" id="{F2E3B8EF-4DBA-422A-A872-3B01266A420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346497" y="4892998"/>
            <a:ext cx="360000" cy="360000"/>
          </a:xfrm>
          <a:prstGeom prst="rect">
            <a:avLst/>
          </a:prstGeom>
        </p:spPr>
      </p:pic>
      <p:pic>
        <p:nvPicPr>
          <p:cNvPr id="9" name="Imagen 8">
            <a:extLst>
              <a:ext uri="{FF2B5EF4-FFF2-40B4-BE49-F238E27FC236}">
                <a16:creationId xmlns:a16="http://schemas.microsoft.com/office/drawing/2014/main" id="{7B158213-53E3-4889-BDA9-59658BC26446}"/>
              </a:ext>
            </a:extLst>
          </p:cNvPr>
          <p:cNvPicPr>
            <a:picLocks noChangeAspect="1"/>
          </p:cNvPicPr>
          <p:nvPr/>
        </p:nvPicPr>
        <p:blipFill>
          <a:blip r:embed="rId6">
            <a:extLst>
              <a:ext uri="{BEBA8EAE-BF5A-486C-A8C5-ECC9F3942E4B}">
                <a14:imgProps xmlns:a14="http://schemas.microsoft.com/office/drawing/2010/main">
                  <a14:imgLayer r:embed="rId7">
                    <a14:imgEffect>
                      <a14:saturation sat="0"/>
                    </a14:imgEffect>
                  </a14:imgLayer>
                </a14:imgProps>
              </a:ext>
            </a:extLst>
          </a:blip>
          <a:stretch>
            <a:fillRect/>
          </a:stretch>
        </p:blipFill>
        <p:spPr>
          <a:xfrm>
            <a:off x="5215140" y="3356992"/>
            <a:ext cx="6654952" cy="3245203"/>
          </a:xfrm>
          <a:prstGeom prst="rect">
            <a:avLst/>
          </a:prstGeom>
        </p:spPr>
      </p:pic>
      <p:sp>
        <p:nvSpPr>
          <p:cNvPr id="12" name="1 Título">
            <a:extLst>
              <a:ext uri="{FF2B5EF4-FFF2-40B4-BE49-F238E27FC236}">
                <a16:creationId xmlns:a16="http://schemas.microsoft.com/office/drawing/2014/main" id="{66569BB0-B6C7-4AF0-A7F1-63FF694B3839}"/>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2. Creación de terreno (.</a:t>
            </a:r>
            <a:r>
              <a:rPr lang="es-ES" sz="800" dirty="0" err="1">
                <a:latin typeface="Segoe UI Light" panose="020B0502040204020203" pitchFamily="34" charset="0"/>
                <a:cs typeface="Segoe UI Light" panose="020B0502040204020203" pitchFamily="34" charset="0"/>
              </a:rPr>
              <a:t>hdf</a:t>
            </a:r>
            <a:r>
              <a:rPr lang="es-ES" sz="800" dirty="0">
                <a:latin typeface="Segoe UI Light" panose="020B0502040204020203" pitchFamily="34" charset="0"/>
                <a:cs typeface="Segoe UI Light" panose="020B0502040204020203" pitchFamily="34" charset="0"/>
              </a:rPr>
              <a:t>) RAS </a:t>
            </a:r>
            <a:r>
              <a:rPr lang="es-ES" sz="800" dirty="0" err="1">
                <a:latin typeface="Segoe UI Light" panose="020B0502040204020203" pitchFamily="34" charset="0"/>
                <a:cs typeface="Segoe UI Light" panose="020B0502040204020203" pitchFamily="34" charset="0"/>
              </a:rPr>
              <a:t>Mapper</a:t>
            </a:r>
            <a:r>
              <a:rPr lang="es-ES" sz="800" dirty="0">
                <a:latin typeface="Segoe UI Light" panose="020B0502040204020203" pitchFamily="34" charset="0"/>
                <a:cs typeface="Segoe UI Light" panose="020B0502040204020203" pitchFamily="34" charset="0"/>
              </a:rPr>
              <a:t> a partir de la grilla </a:t>
            </a:r>
            <a:r>
              <a:rPr lang="es-ES" sz="800" dirty="0" err="1">
                <a:latin typeface="Segoe UI Light" panose="020B0502040204020203" pitchFamily="34" charset="0"/>
                <a:cs typeface="Segoe UI Light" panose="020B0502040204020203" pitchFamily="34" charset="0"/>
              </a:rPr>
              <a:t>GeoTiff</a:t>
            </a:r>
            <a:endParaRPr lang="es-ES" sz="800" dirty="0">
              <a:latin typeface="Segoe UI Light" panose="020B0502040204020203" pitchFamily="34" charset="0"/>
              <a:cs typeface="Segoe UI Light" panose="020B0502040204020203" pitchFamily="34" charset="0"/>
            </a:endParaRPr>
          </a:p>
        </p:txBody>
      </p:sp>
      <p:pic>
        <p:nvPicPr>
          <p:cNvPr id="11" name="Imagen 10">
            <a:extLst>
              <a:ext uri="{FF2B5EF4-FFF2-40B4-BE49-F238E27FC236}">
                <a16:creationId xmlns:a16="http://schemas.microsoft.com/office/drawing/2014/main" id="{4A14DF97-8819-4CB6-AF54-0E81994C5888}"/>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17589888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4061774" y="3105834"/>
            <a:ext cx="4068452" cy="646331"/>
          </a:xfrm>
          <a:prstGeom prst="rect">
            <a:avLst/>
          </a:prstGeom>
          <a:noFill/>
        </p:spPr>
        <p:txBody>
          <a:bodyPr wrap="square" rtlCol="0">
            <a:spAutoFit/>
          </a:bodyPr>
          <a:lstStyle/>
          <a:p>
            <a:pPr algn="ctr"/>
            <a:r>
              <a:rPr lang="es-CO" dirty="0">
                <a:latin typeface="Segoe UI Light" panose="020B0502040204020203" pitchFamily="34" charset="0"/>
                <a:cs typeface="Segoe UI Light" panose="020B0502040204020203" pitchFamily="34" charset="0"/>
              </a:rPr>
              <a:t>3. Tipos de visualización para modelos de terreno en RAS </a:t>
            </a:r>
            <a:r>
              <a:rPr lang="es-CO" dirty="0" err="1">
                <a:latin typeface="Segoe UI Light" panose="020B0502040204020203" pitchFamily="34" charset="0"/>
                <a:cs typeface="Segoe UI Light" panose="020B0502040204020203" pitchFamily="34" charset="0"/>
              </a:rPr>
              <a:t>Mapper</a:t>
            </a:r>
            <a:endParaRPr lang="es-CO" dirty="0">
              <a:latin typeface="Segoe UI Light" panose="020B0502040204020203" pitchFamily="34" charset="0"/>
              <a:cs typeface="Segoe UI Light" panose="020B0502040204020203" pitchFamily="34" charset="0"/>
            </a:endParaRPr>
          </a:p>
        </p:txBody>
      </p:sp>
      <p:pic>
        <p:nvPicPr>
          <p:cNvPr id="4" name="Imagen 3">
            <a:extLst>
              <a:ext uri="{FF2B5EF4-FFF2-40B4-BE49-F238E27FC236}">
                <a16:creationId xmlns:a16="http://schemas.microsoft.com/office/drawing/2014/main" id="{1A363B9C-A090-4860-8E61-51704F9355C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27357505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n 9">
            <a:extLst>
              <a:ext uri="{FF2B5EF4-FFF2-40B4-BE49-F238E27FC236}">
                <a16:creationId xmlns:a16="http://schemas.microsoft.com/office/drawing/2014/main" id="{5FF9E6E4-6C39-402B-BFBA-2B28B2CCAFE6}"/>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Lst>
          </a:blip>
          <a:stretch>
            <a:fillRect/>
          </a:stretch>
        </p:blipFill>
        <p:spPr>
          <a:xfrm>
            <a:off x="196205" y="1556792"/>
            <a:ext cx="5000625" cy="3219450"/>
          </a:xfrm>
          <a:prstGeom prst="rect">
            <a:avLst/>
          </a:prstGeom>
        </p:spPr>
      </p:pic>
      <p:sp>
        <p:nvSpPr>
          <p:cNvPr id="8" name="7 CuadroTexto"/>
          <p:cNvSpPr txBox="1"/>
          <p:nvPr/>
        </p:nvSpPr>
        <p:spPr>
          <a:xfrm>
            <a:off x="3412735" y="789119"/>
            <a:ext cx="5366529" cy="338554"/>
          </a:xfrm>
          <a:prstGeom prst="rect">
            <a:avLst/>
          </a:prstGeom>
          <a:noFill/>
        </p:spPr>
        <p:txBody>
          <a:bodyPr wrap="square" rtlCol="0">
            <a:spAutoFit/>
          </a:bodyPr>
          <a:lstStyle/>
          <a:p>
            <a:pPr algn="ctr"/>
            <a:r>
              <a:rPr lang="en-US" sz="1600" dirty="0">
                <a:latin typeface="Segoe UI Light" panose="020B0502040204020203" pitchFamily="34" charset="0"/>
                <a:cs typeface="Segoe UI Light" panose="020B0502040204020203" pitchFamily="34" charset="0"/>
              </a:rPr>
              <a:t>Clic derecho en </a:t>
            </a:r>
            <a:r>
              <a:rPr lang="en-US" sz="1600" i="1" dirty="0">
                <a:latin typeface="Segoe UI Light" panose="020B0502040204020203" pitchFamily="34" charset="0"/>
                <a:cs typeface="Segoe UI Light" panose="020B0502040204020203" pitchFamily="34" charset="0"/>
              </a:rPr>
              <a:t>Terrain</a:t>
            </a:r>
            <a:r>
              <a:rPr lang="en-US" sz="1600" dirty="0">
                <a:latin typeface="Segoe UI Light" panose="020B0502040204020203" pitchFamily="34" charset="0"/>
                <a:cs typeface="Segoe UI Light" panose="020B0502040204020203" pitchFamily="34" charset="0"/>
              </a:rPr>
              <a:t> – </a:t>
            </a:r>
            <a:r>
              <a:rPr lang="en-US" sz="1600" i="1" dirty="0">
                <a:latin typeface="Segoe UI Light" panose="020B0502040204020203" pitchFamily="34" charset="0"/>
                <a:cs typeface="Segoe UI Light" panose="020B0502040204020203" pitchFamily="34" charset="0"/>
              </a:rPr>
              <a:t>Image Display Properties</a:t>
            </a:r>
            <a:r>
              <a:rPr lang="en-US" sz="1600" dirty="0">
                <a:latin typeface="Segoe UI Light" panose="020B0502040204020203" pitchFamily="34" charset="0"/>
                <a:cs typeface="Segoe UI Light" panose="020B0502040204020203" pitchFamily="34" charset="0"/>
              </a:rPr>
              <a:t>. </a:t>
            </a:r>
          </a:p>
        </p:txBody>
      </p:sp>
      <p:pic>
        <p:nvPicPr>
          <p:cNvPr id="7" name="Imagen 6">
            <a:extLst>
              <a:ext uri="{FF2B5EF4-FFF2-40B4-BE49-F238E27FC236}">
                <a16:creationId xmlns:a16="http://schemas.microsoft.com/office/drawing/2014/main" id="{F2E3B8EF-4DBA-422A-A872-3B01266A420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673728" y="3216115"/>
            <a:ext cx="360000" cy="360000"/>
          </a:xfrm>
          <a:prstGeom prst="rect">
            <a:avLst/>
          </a:prstGeom>
        </p:spPr>
      </p:pic>
      <p:pic>
        <p:nvPicPr>
          <p:cNvPr id="5" name="Imagen 4">
            <a:extLst>
              <a:ext uri="{FF2B5EF4-FFF2-40B4-BE49-F238E27FC236}">
                <a16:creationId xmlns:a16="http://schemas.microsoft.com/office/drawing/2014/main" id="{235D8F67-BD13-447E-8A9B-B27F75FA0121}"/>
              </a:ext>
            </a:extLst>
          </p:cNvPr>
          <p:cNvPicPr>
            <a:picLocks noChangeAspect="1"/>
          </p:cNvPicPr>
          <p:nvPr/>
        </p:nvPicPr>
        <p:blipFill>
          <a:blip r:embed="rId6">
            <a:extLst>
              <a:ext uri="{BEBA8EAE-BF5A-486C-A8C5-ECC9F3942E4B}">
                <a14:imgProps xmlns:a14="http://schemas.microsoft.com/office/drawing/2010/main">
                  <a14:imgLayer r:embed="rId7">
                    <a14:imgEffect>
                      <a14:saturation sat="0"/>
                    </a14:imgEffect>
                  </a14:imgLayer>
                </a14:imgProps>
              </a:ext>
            </a:extLst>
          </a:blip>
          <a:stretch>
            <a:fillRect/>
          </a:stretch>
        </p:blipFill>
        <p:spPr>
          <a:xfrm>
            <a:off x="5308773" y="1556792"/>
            <a:ext cx="6619875" cy="4657725"/>
          </a:xfrm>
          <a:prstGeom prst="rect">
            <a:avLst/>
          </a:prstGeom>
        </p:spPr>
      </p:pic>
      <p:sp>
        <p:nvSpPr>
          <p:cNvPr id="12" name="1 Título">
            <a:extLst>
              <a:ext uri="{FF2B5EF4-FFF2-40B4-BE49-F238E27FC236}">
                <a16:creationId xmlns:a16="http://schemas.microsoft.com/office/drawing/2014/main" id="{80C8EE00-86AD-4EC7-ABA6-E2E37FE2705A}"/>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3. Tipos de visualización para modelos de terreno en RAS </a:t>
            </a:r>
            <a:r>
              <a:rPr lang="es-ES" sz="800" dirty="0" err="1">
                <a:latin typeface="Segoe UI Light" panose="020B0502040204020203" pitchFamily="34" charset="0"/>
                <a:cs typeface="Segoe UI Light" panose="020B0502040204020203" pitchFamily="34" charset="0"/>
              </a:rPr>
              <a:t>Mapper</a:t>
            </a:r>
            <a:endParaRPr lang="es-ES" sz="800" dirty="0">
              <a:latin typeface="Segoe UI Light" panose="020B0502040204020203" pitchFamily="34" charset="0"/>
              <a:cs typeface="Segoe UI Light" panose="020B0502040204020203" pitchFamily="34" charset="0"/>
            </a:endParaRPr>
          </a:p>
        </p:txBody>
      </p:sp>
      <p:pic>
        <p:nvPicPr>
          <p:cNvPr id="11" name="Imagen 10">
            <a:extLst>
              <a:ext uri="{FF2B5EF4-FFF2-40B4-BE49-F238E27FC236}">
                <a16:creationId xmlns:a16="http://schemas.microsoft.com/office/drawing/2014/main" id="{27CC10F7-F6F0-47A0-BB75-2A7CACAB8107}"/>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38077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579419B7-3E10-49D0-9706-7CCD921A27D0}"/>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Lst>
          </a:blip>
          <a:stretch>
            <a:fillRect/>
          </a:stretch>
        </p:blipFill>
        <p:spPr>
          <a:xfrm>
            <a:off x="1055440" y="1209124"/>
            <a:ext cx="9984432" cy="5460236"/>
          </a:xfrm>
          <a:prstGeom prst="rect">
            <a:avLst/>
          </a:prstGeom>
        </p:spPr>
      </p:pic>
      <p:sp>
        <p:nvSpPr>
          <p:cNvPr id="8" name="7 CuadroTexto"/>
          <p:cNvSpPr txBox="1"/>
          <p:nvPr/>
        </p:nvSpPr>
        <p:spPr>
          <a:xfrm>
            <a:off x="1055440" y="548680"/>
            <a:ext cx="9984432" cy="584775"/>
          </a:xfrm>
          <a:prstGeom prst="rect">
            <a:avLst/>
          </a:prstGeom>
          <a:noFill/>
        </p:spPr>
        <p:txBody>
          <a:bodyPr wrap="square" rtlCol="0">
            <a:spAutoFit/>
          </a:bodyPr>
          <a:lstStyle/>
          <a:p>
            <a:pPr algn="ctr"/>
            <a:r>
              <a:rPr lang="en-US" sz="1600" dirty="0">
                <a:latin typeface="Segoe UI Light" panose="020B0502040204020203" pitchFamily="34" charset="0"/>
                <a:cs typeface="Segoe UI Light" panose="020B0502040204020203" pitchFamily="34" charset="0"/>
              </a:rPr>
              <a:t>Active y desactive las diferentes opciones adicionales (como la visualización de </a:t>
            </a:r>
            <a:r>
              <a:rPr lang="en-US" sz="1600">
                <a:latin typeface="Segoe UI Light" panose="020B0502040204020203" pitchFamily="34" charset="0"/>
                <a:cs typeface="Segoe UI Light" panose="020B0502040204020203" pitchFamily="34" charset="0"/>
              </a:rPr>
              <a:t>mosaicos)</a:t>
            </a:r>
          </a:p>
          <a:p>
            <a:pPr algn="ctr"/>
            <a:r>
              <a:rPr lang="en-US" sz="1600">
                <a:latin typeface="Segoe UI Light" panose="020B0502040204020203" pitchFamily="34" charset="0"/>
                <a:cs typeface="Segoe UI Light" panose="020B0502040204020203" pitchFamily="34" charset="0"/>
              </a:rPr>
              <a:t>y </a:t>
            </a:r>
            <a:r>
              <a:rPr lang="en-US" sz="1600" dirty="0">
                <a:latin typeface="Segoe UI Light" panose="020B0502040204020203" pitchFamily="34" charset="0"/>
                <a:cs typeface="Segoe UI Light" panose="020B0502040204020203" pitchFamily="34" charset="0"/>
              </a:rPr>
              <a:t>verifique su apariencia en pantalla.</a:t>
            </a:r>
          </a:p>
        </p:txBody>
      </p:sp>
      <p:pic>
        <p:nvPicPr>
          <p:cNvPr id="7" name="Imagen 6">
            <a:extLst>
              <a:ext uri="{FF2B5EF4-FFF2-40B4-BE49-F238E27FC236}">
                <a16:creationId xmlns:a16="http://schemas.microsoft.com/office/drawing/2014/main" id="{F2E3B8EF-4DBA-422A-A872-3B01266A420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551368" y="5159055"/>
            <a:ext cx="360000" cy="360000"/>
          </a:xfrm>
          <a:prstGeom prst="rect">
            <a:avLst/>
          </a:prstGeom>
        </p:spPr>
      </p:pic>
      <p:pic>
        <p:nvPicPr>
          <p:cNvPr id="9" name="Imagen 8">
            <a:extLst>
              <a:ext uri="{FF2B5EF4-FFF2-40B4-BE49-F238E27FC236}">
                <a16:creationId xmlns:a16="http://schemas.microsoft.com/office/drawing/2014/main" id="{30C9EBAE-5438-48D6-8F5A-4826697D494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1" name="1 Título">
            <a:extLst>
              <a:ext uri="{FF2B5EF4-FFF2-40B4-BE49-F238E27FC236}">
                <a16:creationId xmlns:a16="http://schemas.microsoft.com/office/drawing/2014/main" id="{D690CE8B-52F6-485B-BBA9-B99E85C506B8}"/>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3. Tipos de visualización para modelos de terreno en RAS </a:t>
            </a:r>
            <a:r>
              <a:rPr lang="es-ES" sz="800" dirty="0" err="1">
                <a:latin typeface="Segoe UI Light" panose="020B0502040204020203" pitchFamily="34" charset="0"/>
                <a:cs typeface="Segoe UI Light" panose="020B0502040204020203" pitchFamily="34" charset="0"/>
              </a:rPr>
              <a:t>Mapper</a:t>
            </a:r>
            <a:endParaRPr lang="es-ES" sz="800" dirty="0">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36718996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BCACFC46-46A1-4926-AE39-43FBCFD1CE0D}"/>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Lst>
          </a:blip>
          <a:stretch>
            <a:fillRect/>
          </a:stretch>
        </p:blipFill>
        <p:spPr>
          <a:xfrm>
            <a:off x="1257251" y="1268760"/>
            <a:ext cx="9807301" cy="5363368"/>
          </a:xfrm>
          <a:prstGeom prst="rect">
            <a:avLst/>
          </a:prstGeom>
        </p:spPr>
      </p:pic>
      <p:sp>
        <p:nvSpPr>
          <p:cNvPr id="8" name="7 CuadroTexto"/>
          <p:cNvSpPr txBox="1"/>
          <p:nvPr/>
        </p:nvSpPr>
        <p:spPr>
          <a:xfrm>
            <a:off x="1257252" y="548680"/>
            <a:ext cx="9807300" cy="584775"/>
          </a:xfrm>
          <a:prstGeom prst="rect">
            <a:avLst/>
          </a:prstGeom>
          <a:noFill/>
        </p:spPr>
        <p:txBody>
          <a:bodyPr wrap="square" rtlCol="0">
            <a:spAutoFit/>
          </a:bodyPr>
          <a:lstStyle/>
          <a:p>
            <a:pPr algn="ctr"/>
            <a:r>
              <a:rPr lang="en-US" sz="1600" dirty="0" err="1">
                <a:latin typeface="Segoe UI Light" panose="020B0502040204020203" pitchFamily="34" charset="0"/>
                <a:cs typeface="Segoe UI Light" panose="020B0502040204020203" pitchFamily="34" charset="0"/>
              </a:rPr>
              <a:t>Modifique</a:t>
            </a:r>
            <a:r>
              <a:rPr lang="en-US" sz="1600">
                <a:latin typeface="Segoe UI Light" panose="020B0502040204020203" pitchFamily="34" charset="0"/>
                <a:cs typeface="Segoe UI Light" panose="020B0502040204020203" pitchFamily="34" charset="0"/>
              </a:rPr>
              <a:t> la rampa de valores ajustados (Surface – Stretched), por ejemplo a 16 rangos. Active además las opciones de ploteo de contornos en intervalos de 1 mt y sombreado de colinas en 5.</a:t>
            </a:r>
          </a:p>
        </p:txBody>
      </p:sp>
      <p:pic>
        <p:nvPicPr>
          <p:cNvPr id="7" name="Imagen 6">
            <a:extLst>
              <a:ext uri="{FF2B5EF4-FFF2-40B4-BE49-F238E27FC236}">
                <a16:creationId xmlns:a16="http://schemas.microsoft.com/office/drawing/2014/main" id="{F2E3B8EF-4DBA-422A-A872-3B01266A420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832304" y="5010760"/>
            <a:ext cx="360000" cy="360000"/>
          </a:xfrm>
          <a:prstGeom prst="rect">
            <a:avLst/>
          </a:prstGeom>
        </p:spPr>
      </p:pic>
      <p:pic>
        <p:nvPicPr>
          <p:cNvPr id="9" name="Imagen 8">
            <a:extLst>
              <a:ext uri="{FF2B5EF4-FFF2-40B4-BE49-F238E27FC236}">
                <a16:creationId xmlns:a16="http://schemas.microsoft.com/office/drawing/2014/main" id="{BF477041-F426-43AF-BB9E-EF57C6C1635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647728" y="4183856"/>
            <a:ext cx="360000" cy="360000"/>
          </a:xfrm>
          <a:prstGeom prst="rect">
            <a:avLst/>
          </a:prstGeom>
        </p:spPr>
      </p:pic>
      <p:pic>
        <p:nvPicPr>
          <p:cNvPr id="12" name="Imagen 11">
            <a:extLst>
              <a:ext uri="{FF2B5EF4-FFF2-40B4-BE49-F238E27FC236}">
                <a16:creationId xmlns:a16="http://schemas.microsoft.com/office/drawing/2014/main" id="{741DEB54-E57C-4421-9105-87008699E54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256240" y="5984056"/>
            <a:ext cx="360000" cy="360000"/>
          </a:xfrm>
          <a:prstGeom prst="rect">
            <a:avLst/>
          </a:prstGeom>
        </p:spPr>
      </p:pic>
      <p:pic>
        <p:nvPicPr>
          <p:cNvPr id="10" name="Imagen 9">
            <a:extLst>
              <a:ext uri="{FF2B5EF4-FFF2-40B4-BE49-F238E27FC236}">
                <a16:creationId xmlns:a16="http://schemas.microsoft.com/office/drawing/2014/main" id="{4A89E20C-64AB-40CC-B41D-6E9F69C9C413}"/>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3" name="1 Título">
            <a:extLst>
              <a:ext uri="{FF2B5EF4-FFF2-40B4-BE49-F238E27FC236}">
                <a16:creationId xmlns:a16="http://schemas.microsoft.com/office/drawing/2014/main" id="{C4BB1C76-8ACB-4AA7-98BE-5B997D54B1CC}"/>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3. Tipos de visualización para modelos de terreno en RAS </a:t>
            </a:r>
            <a:r>
              <a:rPr lang="es-ES" sz="800" dirty="0" err="1">
                <a:latin typeface="Segoe UI Light" panose="020B0502040204020203" pitchFamily="34" charset="0"/>
                <a:cs typeface="Segoe UI Light" panose="020B0502040204020203" pitchFamily="34" charset="0"/>
              </a:rPr>
              <a:t>Mapper</a:t>
            </a:r>
            <a:endParaRPr lang="es-ES" sz="800" dirty="0">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6169817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4050518" y="3105834"/>
            <a:ext cx="4090962" cy="646331"/>
          </a:xfrm>
          <a:prstGeom prst="rect">
            <a:avLst/>
          </a:prstGeom>
          <a:noFill/>
        </p:spPr>
        <p:txBody>
          <a:bodyPr wrap="square" rtlCol="0">
            <a:spAutoFit/>
          </a:bodyPr>
          <a:lstStyle/>
          <a:p>
            <a:pPr algn="ctr"/>
            <a:r>
              <a:rPr lang="es-CO" dirty="0">
                <a:latin typeface="Segoe UI Light" panose="020B0502040204020203" pitchFamily="34" charset="0"/>
                <a:cs typeface="Segoe UI Light" panose="020B0502040204020203" pitchFamily="34" charset="0"/>
              </a:rPr>
              <a:t>4. Asociación de mapas e imágenes de dominio público como fondo</a:t>
            </a:r>
          </a:p>
        </p:txBody>
      </p:sp>
      <p:pic>
        <p:nvPicPr>
          <p:cNvPr id="9" name="Imagen 8">
            <a:extLst>
              <a:ext uri="{FF2B5EF4-FFF2-40B4-BE49-F238E27FC236}">
                <a16:creationId xmlns:a16="http://schemas.microsoft.com/office/drawing/2014/main" id="{B67EAE27-89E5-457F-8C18-488A9A5DE10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14321" y="5013176"/>
            <a:ext cx="540000" cy="540000"/>
          </a:xfrm>
          <a:prstGeom prst="rect">
            <a:avLst/>
          </a:prstGeom>
        </p:spPr>
      </p:pic>
      <p:pic>
        <p:nvPicPr>
          <p:cNvPr id="1026" name="Picture 2" descr="Image result for open street icon png">
            <a:extLst>
              <a:ext uri="{FF2B5EF4-FFF2-40B4-BE49-F238E27FC236}">
                <a16:creationId xmlns:a16="http://schemas.microsoft.com/office/drawing/2014/main" id="{3B3DC6FE-4D65-4795-B19C-BAEF4F0C69F2}"/>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340466" y="5004873"/>
            <a:ext cx="537899" cy="5400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result for usgs png">
            <a:extLst>
              <a:ext uri="{FF2B5EF4-FFF2-40B4-BE49-F238E27FC236}">
                <a16:creationId xmlns:a16="http://schemas.microsoft.com/office/drawing/2014/main" id="{60595B73-5CE3-48B6-916A-63FC3C2330D0}"/>
              </a:ext>
            </a:extLst>
          </p:cNvPr>
          <p:cNvPicPr>
            <a:picLocks noChangeAspect="1" noChangeArrowheads="1"/>
          </p:cNvPicPr>
          <p:nvPr/>
        </p:nvPicPr>
        <p:blipFill>
          <a:blip r:embed="rId5" cstate="print">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5364510" y="5013176"/>
            <a:ext cx="1462979" cy="5400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Image result for arcgis png">
            <a:extLst>
              <a:ext uri="{FF2B5EF4-FFF2-40B4-BE49-F238E27FC236}">
                <a16:creationId xmlns:a16="http://schemas.microsoft.com/office/drawing/2014/main" id="{B4B1127E-1C10-4F79-A408-202CD100A3D6}"/>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220785" y="5004873"/>
            <a:ext cx="1544516" cy="540000"/>
          </a:xfrm>
          <a:prstGeom prst="rect">
            <a:avLst/>
          </a:prstGeom>
          <a:noFill/>
          <a:extLst>
            <a:ext uri="{909E8E84-426E-40DD-AFC4-6F175D3DCCD1}">
              <a14:hiddenFill xmlns:a14="http://schemas.microsoft.com/office/drawing/2010/main">
                <a:solidFill>
                  <a:srgbClr val="FFFFFF"/>
                </a:solidFill>
              </a14:hiddenFill>
            </a:ext>
          </a:extLst>
        </p:spPr>
      </p:pic>
      <p:pic>
        <p:nvPicPr>
          <p:cNvPr id="10" name="Imagen 9">
            <a:extLst>
              <a:ext uri="{FF2B5EF4-FFF2-40B4-BE49-F238E27FC236}">
                <a16:creationId xmlns:a16="http://schemas.microsoft.com/office/drawing/2014/main" id="{BDB12A8A-ABB4-4596-BDE2-FA3CB5B67AE2}"/>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38847204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6C79C0FA-2C21-47FB-945A-087CDC6C77A6}"/>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Lst>
          </a:blip>
          <a:stretch>
            <a:fillRect/>
          </a:stretch>
        </p:blipFill>
        <p:spPr>
          <a:xfrm>
            <a:off x="287725" y="1973619"/>
            <a:ext cx="4409342" cy="2854077"/>
          </a:xfrm>
          <a:prstGeom prst="rect">
            <a:avLst/>
          </a:prstGeom>
        </p:spPr>
      </p:pic>
      <p:sp>
        <p:nvSpPr>
          <p:cNvPr id="8" name="7 CuadroTexto"/>
          <p:cNvSpPr txBox="1"/>
          <p:nvPr/>
        </p:nvSpPr>
        <p:spPr>
          <a:xfrm>
            <a:off x="335359" y="603265"/>
            <a:ext cx="11593289" cy="1077218"/>
          </a:xfrm>
          <a:prstGeom prst="rect">
            <a:avLst/>
          </a:prstGeom>
          <a:noFill/>
        </p:spPr>
        <p:txBody>
          <a:bodyPr wrap="square" rtlCol="0">
            <a:spAutoFit/>
          </a:bodyPr>
          <a:lstStyle/>
          <a:p>
            <a:pPr algn="just"/>
            <a:r>
              <a:rPr lang="en-US" sz="1600" dirty="0">
                <a:latin typeface="Segoe UI Light" panose="020B0502040204020203" pitchFamily="34" charset="0"/>
                <a:cs typeface="Segoe UI Light" panose="020B0502040204020203" pitchFamily="34" charset="0"/>
              </a:rPr>
              <a:t>Una </a:t>
            </a:r>
            <a:r>
              <a:rPr lang="en-US" sz="1600" dirty="0" err="1">
                <a:latin typeface="Segoe UI Light" panose="020B0502040204020203" pitchFamily="34" charset="0"/>
                <a:cs typeface="Segoe UI Light" panose="020B0502040204020203" pitchFamily="34" charset="0"/>
              </a:rPr>
              <a:t>característica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adicional</a:t>
            </a:r>
            <a:r>
              <a:rPr lang="en-US" sz="1600" dirty="0">
                <a:latin typeface="Segoe UI Light" panose="020B0502040204020203" pitchFamily="34" charset="0"/>
                <a:cs typeface="Segoe UI Light" panose="020B0502040204020203" pitchFamily="34" charset="0"/>
              </a:rPr>
              <a:t> de RAS Mapper, es la </a:t>
            </a:r>
            <a:r>
              <a:rPr lang="en-US" sz="1600" dirty="0" err="1">
                <a:latin typeface="Segoe UI Light" panose="020B0502040204020203" pitchFamily="34" charset="0"/>
                <a:cs typeface="Segoe UI Light" panose="020B0502040204020203" pitchFamily="34" charset="0"/>
              </a:rPr>
              <a:t>inclusión</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mapas</a:t>
            </a:r>
            <a:r>
              <a:rPr lang="en-US" sz="1600" dirty="0">
                <a:latin typeface="Segoe UI Light" panose="020B0502040204020203" pitchFamily="34" charset="0"/>
                <a:cs typeface="Segoe UI Light" panose="020B0502040204020203" pitchFamily="34" charset="0"/>
              </a:rPr>
              <a:t> e </a:t>
            </a:r>
            <a:r>
              <a:rPr lang="en-US" sz="1600" dirty="0" err="1">
                <a:latin typeface="Segoe UI Light" panose="020B0502040204020203" pitchFamily="34" charset="0"/>
                <a:cs typeface="Segoe UI Light" panose="020B0502040204020203" pitchFamily="34" charset="0"/>
              </a:rPr>
              <a:t>imágenes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satelitales</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fondo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Esta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característica</a:t>
            </a:r>
            <a:r>
              <a:rPr lang="en-US" sz="1600" dirty="0">
                <a:latin typeface="Segoe UI Light" panose="020B0502040204020203" pitchFamily="34" charset="0"/>
                <a:cs typeface="Segoe UI Light" panose="020B0502040204020203" pitchFamily="34" charset="0"/>
              </a:rPr>
              <a:t> solo </a:t>
            </a:r>
            <a:r>
              <a:rPr lang="en-US" sz="1600" dirty="0" err="1">
                <a:latin typeface="Segoe UI Light" panose="020B0502040204020203" pitchFamily="34" charset="0"/>
                <a:cs typeface="Segoe UI Light" panose="020B0502040204020203" pitchFamily="34" charset="0"/>
              </a:rPr>
              <a:t>podrá</a:t>
            </a:r>
            <a:r>
              <a:rPr lang="en-US" sz="1600" dirty="0">
                <a:latin typeface="Segoe UI Light" panose="020B0502040204020203" pitchFamily="34" charset="0"/>
                <a:cs typeface="Segoe UI Light" panose="020B0502040204020203" pitchFamily="34" charset="0"/>
              </a:rPr>
              <a:t> ser </a:t>
            </a:r>
            <a:r>
              <a:rPr lang="en-US" sz="1600" dirty="0" err="1">
                <a:latin typeface="Segoe UI Light" panose="020B0502040204020203" pitchFamily="34" charset="0"/>
                <a:cs typeface="Segoe UI Light" panose="020B0502040204020203" pitchFamily="34" charset="0"/>
              </a:rPr>
              <a:t>utilizada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sí</a:t>
            </a:r>
            <a:r>
              <a:rPr lang="en-US" sz="1600" dirty="0">
                <a:latin typeface="Segoe UI Light" panose="020B0502040204020203" pitchFamily="34" charset="0"/>
                <a:cs typeface="Segoe UI Light" panose="020B0502040204020203" pitchFamily="34" charset="0"/>
              </a:rPr>
              <a:t> al </a:t>
            </a:r>
            <a:r>
              <a:rPr lang="en-US" sz="1600" dirty="0" err="1">
                <a:latin typeface="Segoe UI Light" panose="020B0502040204020203" pitchFamily="34" charset="0"/>
                <a:cs typeface="Segoe UI Light" panose="020B0502040204020203" pitchFamily="34" charset="0"/>
              </a:rPr>
              <a:t>proyecto</a:t>
            </a:r>
            <a:r>
              <a:rPr lang="en-US" sz="1600" dirty="0">
                <a:latin typeface="Segoe UI Light" panose="020B0502040204020203" pitchFamily="34" charset="0"/>
                <a:cs typeface="Segoe UI Light" panose="020B0502040204020203" pitchFamily="34" charset="0"/>
              </a:rPr>
              <a:t> se le ha </a:t>
            </a:r>
            <a:r>
              <a:rPr lang="en-US" sz="1600" dirty="0" err="1">
                <a:latin typeface="Segoe UI Light" panose="020B0502040204020203" pitchFamily="34" charset="0"/>
                <a:cs typeface="Segoe UI Light" panose="020B0502040204020203" pitchFamily="34" charset="0"/>
              </a:rPr>
              <a:t>asignado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sistema</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proyecció</a:t>
            </a:r>
            <a:r>
              <a:rPr lang="es-CO" sz="1600" dirty="0">
                <a:latin typeface="Segoe UI Light" panose="020B0502040204020203" pitchFamily="34" charset="0"/>
                <a:cs typeface="Segoe UI Light" panose="020B0502040204020203" pitchFamily="34" charset="0"/>
              </a:rPr>
              <a:t>n de coordenadas. Clic derecho en </a:t>
            </a:r>
            <a:r>
              <a:rPr lang="es-CO" sz="1600" i="1" dirty="0" err="1">
                <a:latin typeface="Segoe UI Light" panose="020B0502040204020203" pitchFamily="34" charset="0"/>
                <a:cs typeface="Segoe UI Light" panose="020B0502040204020203" pitchFamily="34" charset="0"/>
              </a:rPr>
              <a:t>Map</a:t>
            </a:r>
            <a:r>
              <a:rPr lang="es-CO" sz="1600" i="1" dirty="0">
                <a:latin typeface="Segoe UI Light" panose="020B0502040204020203" pitchFamily="34" charset="0"/>
                <a:cs typeface="Segoe UI Light" panose="020B0502040204020203" pitchFamily="34" charset="0"/>
              </a:rPr>
              <a:t> </a:t>
            </a:r>
            <a:r>
              <a:rPr lang="es-CO" sz="1600" i="1" dirty="0" err="1">
                <a:latin typeface="Segoe UI Light" panose="020B0502040204020203" pitchFamily="34" charset="0"/>
                <a:cs typeface="Segoe UI Light" panose="020B0502040204020203" pitchFamily="34" charset="0"/>
              </a:rPr>
              <a:t>Layers</a:t>
            </a:r>
            <a:r>
              <a:rPr lang="es-CO" sz="1600" i="1" dirty="0">
                <a:latin typeface="Segoe UI Light" panose="020B0502040204020203" pitchFamily="34" charset="0"/>
                <a:cs typeface="Segoe UI Light" panose="020B0502040204020203" pitchFamily="34" charset="0"/>
              </a:rPr>
              <a:t> – </a:t>
            </a:r>
            <a:r>
              <a:rPr lang="es-CO" sz="1600" i="1" dirty="0" err="1">
                <a:latin typeface="Segoe UI Light" panose="020B0502040204020203" pitchFamily="34" charset="0"/>
                <a:cs typeface="Segoe UI Light" panose="020B0502040204020203" pitchFamily="34" charset="0"/>
              </a:rPr>
              <a:t>Add</a:t>
            </a:r>
            <a:r>
              <a:rPr lang="es-CO" sz="1600" i="1" dirty="0">
                <a:latin typeface="Segoe UI Light" panose="020B0502040204020203" pitchFamily="34" charset="0"/>
                <a:cs typeface="Segoe UI Light" panose="020B0502040204020203" pitchFamily="34" charset="0"/>
              </a:rPr>
              <a:t> Web </a:t>
            </a:r>
            <a:r>
              <a:rPr lang="es-CO" sz="1600" i="1" dirty="0" err="1">
                <a:latin typeface="Segoe UI Light" panose="020B0502040204020203" pitchFamily="34" charset="0"/>
                <a:cs typeface="Segoe UI Light" panose="020B0502040204020203" pitchFamily="34" charset="0"/>
              </a:rPr>
              <a:t>Imagery</a:t>
            </a:r>
            <a:r>
              <a:rPr lang="es-CO" sz="1600" i="1" dirty="0">
                <a:latin typeface="Segoe UI Light" panose="020B0502040204020203" pitchFamily="34" charset="0"/>
                <a:cs typeface="Segoe UI Light" panose="020B0502040204020203" pitchFamily="34" charset="0"/>
              </a:rPr>
              <a:t> </a:t>
            </a:r>
            <a:r>
              <a:rPr lang="es-CO" sz="1600" i="1" dirty="0" err="1">
                <a:latin typeface="Segoe UI Light" panose="020B0502040204020203" pitchFamily="34" charset="0"/>
                <a:cs typeface="Segoe UI Light" panose="020B0502040204020203" pitchFamily="34" charset="0"/>
              </a:rPr>
              <a:t>Layer</a:t>
            </a:r>
            <a:r>
              <a:rPr lang="es-CO" sz="1600" i="1" dirty="0">
                <a:latin typeface="Segoe UI Light" panose="020B0502040204020203" pitchFamily="34" charset="0"/>
                <a:cs typeface="Segoe UI Light" panose="020B0502040204020203" pitchFamily="34" charset="0"/>
              </a:rPr>
              <a:t>… </a:t>
            </a:r>
            <a:r>
              <a:rPr lang="es-CO" sz="1600" dirty="0">
                <a:latin typeface="Segoe UI Light" panose="020B0502040204020203" pitchFamily="34" charset="0"/>
                <a:cs typeface="Segoe UI Light" panose="020B0502040204020203" pitchFamily="34" charset="0"/>
              </a:rPr>
              <a:t>Seleccione por ejemplo, la imagen satelital de Google y como método de muestreo, vecino más cercano (</a:t>
            </a:r>
            <a:r>
              <a:rPr lang="es-CO" sz="1600" dirty="0" err="1">
                <a:latin typeface="Segoe UI Light" panose="020B0502040204020203" pitchFamily="34" charset="0"/>
                <a:cs typeface="Segoe UI Light" panose="020B0502040204020203" pitchFamily="34" charset="0"/>
              </a:rPr>
              <a:t>Near</a:t>
            </a:r>
            <a:r>
              <a:rPr lang="es-CO" sz="1600" dirty="0">
                <a:latin typeface="Segoe UI Light" panose="020B0502040204020203" pitchFamily="34" charset="0"/>
                <a:cs typeface="Segoe UI Light" panose="020B0502040204020203" pitchFamily="34" charset="0"/>
              </a:rPr>
              <a:t>). Desde las propiedades de la imagen, establezca transparencia en aproximadamente 25%.</a:t>
            </a:r>
            <a:endParaRPr lang="en-US" sz="1600" dirty="0">
              <a:latin typeface="Segoe UI Light" panose="020B0502040204020203" pitchFamily="34" charset="0"/>
              <a:cs typeface="Segoe UI Light" panose="020B0502040204020203" pitchFamily="34" charset="0"/>
            </a:endParaRPr>
          </a:p>
        </p:txBody>
      </p:sp>
      <p:pic>
        <p:nvPicPr>
          <p:cNvPr id="12" name="Imagen 11">
            <a:extLst>
              <a:ext uri="{FF2B5EF4-FFF2-40B4-BE49-F238E27FC236}">
                <a16:creationId xmlns:a16="http://schemas.microsoft.com/office/drawing/2014/main" id="{741DEB54-E57C-4421-9105-87008699E54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513357" y="3521811"/>
            <a:ext cx="360000" cy="360000"/>
          </a:xfrm>
          <a:prstGeom prst="rect">
            <a:avLst/>
          </a:prstGeom>
        </p:spPr>
      </p:pic>
      <p:pic>
        <p:nvPicPr>
          <p:cNvPr id="3" name="Imagen 2">
            <a:extLst>
              <a:ext uri="{FF2B5EF4-FFF2-40B4-BE49-F238E27FC236}">
                <a16:creationId xmlns:a16="http://schemas.microsoft.com/office/drawing/2014/main" id="{0F64BC78-E0C7-420D-95B6-39E7CBD24418}"/>
              </a:ext>
            </a:extLst>
          </p:cNvPr>
          <p:cNvPicPr>
            <a:picLocks noChangeAspect="1"/>
          </p:cNvPicPr>
          <p:nvPr/>
        </p:nvPicPr>
        <p:blipFill>
          <a:blip r:embed="rId6">
            <a:extLst>
              <a:ext uri="{BEBA8EAE-BF5A-486C-A8C5-ECC9F3942E4B}">
                <a14:imgProps xmlns:a14="http://schemas.microsoft.com/office/drawing/2010/main">
                  <a14:imgLayer r:embed="rId7">
                    <a14:imgEffect>
                      <a14:saturation sat="0"/>
                    </a14:imgEffect>
                  </a14:imgLayer>
                </a14:imgProps>
              </a:ext>
            </a:extLst>
          </a:blip>
          <a:stretch>
            <a:fillRect/>
          </a:stretch>
        </p:blipFill>
        <p:spPr>
          <a:xfrm>
            <a:off x="4727785" y="1981922"/>
            <a:ext cx="3051817" cy="4789990"/>
          </a:xfrm>
          <a:prstGeom prst="rect">
            <a:avLst/>
          </a:prstGeom>
        </p:spPr>
      </p:pic>
      <p:pic>
        <p:nvPicPr>
          <p:cNvPr id="11" name="Imagen 10">
            <a:extLst>
              <a:ext uri="{FF2B5EF4-FFF2-40B4-BE49-F238E27FC236}">
                <a16:creationId xmlns:a16="http://schemas.microsoft.com/office/drawing/2014/main" id="{34E04FDD-DD12-46D0-BC7E-992F3DC1F31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624429" y="4952592"/>
            <a:ext cx="360000" cy="360000"/>
          </a:xfrm>
          <a:prstGeom prst="rect">
            <a:avLst/>
          </a:prstGeom>
        </p:spPr>
      </p:pic>
      <p:pic>
        <p:nvPicPr>
          <p:cNvPr id="13" name="Imagen 12">
            <a:extLst>
              <a:ext uri="{FF2B5EF4-FFF2-40B4-BE49-F238E27FC236}">
                <a16:creationId xmlns:a16="http://schemas.microsoft.com/office/drawing/2014/main" id="{8E18F365-E422-499C-981D-1B97667E2BB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599602" y="6392956"/>
            <a:ext cx="360000" cy="360000"/>
          </a:xfrm>
          <a:prstGeom prst="rect">
            <a:avLst/>
          </a:prstGeom>
        </p:spPr>
      </p:pic>
      <p:pic>
        <p:nvPicPr>
          <p:cNvPr id="10" name="Imagen 9">
            <a:extLst>
              <a:ext uri="{FF2B5EF4-FFF2-40B4-BE49-F238E27FC236}">
                <a16:creationId xmlns:a16="http://schemas.microsoft.com/office/drawing/2014/main" id="{233A57B4-8661-4C41-AE52-E2AD9EBF4382}"/>
              </a:ext>
            </a:extLst>
          </p:cNvPr>
          <p:cNvPicPr>
            <a:picLocks noChangeAspect="1"/>
          </p:cNvPicPr>
          <p:nvPr/>
        </p:nvPicPr>
        <p:blipFill>
          <a:blip r:embed="rId8">
            <a:extLst>
              <a:ext uri="{BEBA8EAE-BF5A-486C-A8C5-ECC9F3942E4B}">
                <a14:imgProps xmlns:a14="http://schemas.microsoft.com/office/drawing/2010/main">
                  <a14:imgLayer r:embed="rId9">
                    <a14:imgEffect>
                      <a14:saturation sat="0"/>
                    </a14:imgEffect>
                  </a14:imgLayer>
                </a14:imgProps>
              </a:ext>
            </a:extLst>
          </a:blip>
          <a:stretch>
            <a:fillRect/>
          </a:stretch>
        </p:blipFill>
        <p:spPr>
          <a:xfrm>
            <a:off x="7908588" y="1973619"/>
            <a:ext cx="4061869" cy="4210022"/>
          </a:xfrm>
          <a:prstGeom prst="rect">
            <a:avLst/>
          </a:prstGeom>
        </p:spPr>
      </p:pic>
      <p:sp>
        <p:nvSpPr>
          <p:cNvPr id="15" name="7 CuadroTexto">
            <a:extLst>
              <a:ext uri="{FF2B5EF4-FFF2-40B4-BE49-F238E27FC236}">
                <a16:creationId xmlns:a16="http://schemas.microsoft.com/office/drawing/2014/main" id="{685728F7-D08B-40C3-8473-DF14B51255DB}"/>
              </a:ext>
            </a:extLst>
          </p:cNvPr>
          <p:cNvSpPr txBox="1"/>
          <p:nvPr/>
        </p:nvSpPr>
        <p:spPr>
          <a:xfrm>
            <a:off x="275474" y="4903977"/>
            <a:ext cx="4323325" cy="1323439"/>
          </a:xfrm>
          <a:prstGeom prst="rect">
            <a:avLst/>
          </a:prstGeom>
          <a:noFill/>
        </p:spPr>
        <p:txBody>
          <a:bodyPr wrap="square" rtlCol="0">
            <a:spAutoFit/>
          </a:bodyPr>
          <a:lstStyle/>
          <a:p>
            <a:pPr algn="just"/>
            <a:r>
              <a:rPr lang="en-US" sz="1600">
                <a:latin typeface="Segoe UI Light" panose="020B0502040204020203" pitchFamily="34" charset="0"/>
                <a:cs typeface="Segoe UI Light" panose="020B0502040204020203" pitchFamily="34" charset="0"/>
              </a:rPr>
              <a:t>Este tipo de imágenes podrá ser utilizado para el refinamiento de las zonas de coeficiente de rugosidad de Manning (n) fuera de los límites del corredor trazado y sobre las coberturas naturales preservadas.</a:t>
            </a:r>
          </a:p>
        </p:txBody>
      </p:sp>
      <p:sp>
        <p:nvSpPr>
          <p:cNvPr id="17" name="1 Título">
            <a:extLst>
              <a:ext uri="{FF2B5EF4-FFF2-40B4-BE49-F238E27FC236}">
                <a16:creationId xmlns:a16="http://schemas.microsoft.com/office/drawing/2014/main" id="{119451FA-2C9F-4311-8BC1-D438172A41C8}"/>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4. Asociación de mapas e imágenes de dominio público como fondo</a:t>
            </a:r>
          </a:p>
        </p:txBody>
      </p:sp>
      <p:pic>
        <p:nvPicPr>
          <p:cNvPr id="16" name="Imagen 15">
            <a:extLst>
              <a:ext uri="{FF2B5EF4-FFF2-40B4-BE49-F238E27FC236}">
                <a16:creationId xmlns:a16="http://schemas.microsoft.com/office/drawing/2014/main" id="{9254957D-31CB-4B4A-9458-2FE914C9727A}"/>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39580321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E70EE07A-5BFD-466E-B14A-12C366129646}"/>
              </a:ext>
            </a:extLst>
          </p:cNvPr>
          <p:cNvGrpSpPr/>
          <p:nvPr/>
        </p:nvGrpSpPr>
        <p:grpSpPr>
          <a:xfrm>
            <a:off x="4331804" y="1579664"/>
            <a:ext cx="3528392" cy="3698672"/>
            <a:chOff x="4223792" y="1628800"/>
            <a:chExt cx="3528392" cy="3698672"/>
          </a:xfrm>
        </p:grpSpPr>
        <p:sp>
          <p:nvSpPr>
            <p:cNvPr id="6" name="7 CuadroTexto">
              <a:extLst>
                <a:ext uri="{FF2B5EF4-FFF2-40B4-BE49-F238E27FC236}">
                  <a16:creationId xmlns:a16="http://schemas.microsoft.com/office/drawing/2014/main" id="{3572065F-81C1-454C-8E77-453E36FB65E9}"/>
                </a:ext>
              </a:extLst>
            </p:cNvPr>
            <p:cNvSpPr txBox="1"/>
            <p:nvPr/>
          </p:nvSpPr>
          <p:spPr>
            <a:xfrm>
              <a:off x="4223792" y="1628800"/>
              <a:ext cx="3528392" cy="861774"/>
            </a:xfrm>
            <a:prstGeom prst="rect">
              <a:avLst/>
            </a:prstGeom>
            <a:noFill/>
          </p:spPr>
          <p:txBody>
            <a:bodyPr wrap="square" rtlCol="0">
              <a:spAutoFit/>
            </a:bodyPr>
            <a:lstStyle/>
            <a:p>
              <a:pPr algn="ctr"/>
              <a:r>
                <a:rPr lang="es-ES" sz="1000" dirty="0">
                  <a:latin typeface="Segoe UI Light" panose="020B0502040204020203" pitchFamily="34" charset="0"/>
                  <a:cs typeface="Segoe UI Light" panose="020B0502040204020203" pitchFamily="34" charset="0"/>
                </a:rPr>
                <a:t>Contenido creado por: r.cfdtools@gmail.com</a:t>
              </a:r>
            </a:p>
            <a:p>
              <a:pPr algn="ctr"/>
              <a:r>
                <a:rPr lang="es-ES" sz="1000" dirty="0">
                  <a:latin typeface="Segoe UI Light" panose="020B0502040204020203" pitchFamily="34" charset="0"/>
                  <a:cs typeface="Segoe UI Light" panose="020B0502040204020203" pitchFamily="34" charset="0"/>
                  <a:hlinkClick r:id="rId2"/>
                </a:rPr>
                <a:t>https://github.com/rcfdtools</a:t>
              </a:r>
              <a:endParaRPr lang="es-ES" sz="1000" dirty="0">
                <a:latin typeface="Segoe UI Light" panose="020B0502040204020203" pitchFamily="34" charset="0"/>
                <a:cs typeface="Segoe UI Light" panose="020B0502040204020203" pitchFamily="34" charset="0"/>
              </a:endParaRPr>
            </a:p>
            <a:p>
              <a:pPr algn="ctr"/>
              <a:endParaRPr lang="es-ES" sz="1000" dirty="0">
                <a:latin typeface="Segoe UI Light" panose="020B0502040204020203" pitchFamily="34" charset="0"/>
                <a:cs typeface="Segoe UI Light" panose="020B0502040204020203" pitchFamily="34" charset="0"/>
              </a:endParaRPr>
            </a:p>
            <a:p>
              <a:pPr algn="ctr"/>
              <a:r>
                <a:rPr lang="es-ES" sz="1000" dirty="0">
                  <a:latin typeface="Segoe UI Light" panose="020B0502040204020203" pitchFamily="34" charset="0"/>
                  <a:cs typeface="Segoe UI Light" panose="020B0502040204020203" pitchFamily="34" charset="0"/>
                </a:rPr>
                <a:t>Licencia, cláusulas y condiciones de uso en:</a:t>
              </a:r>
            </a:p>
            <a:p>
              <a:pPr algn="ctr"/>
              <a:r>
                <a:rPr lang="es-ES" sz="1000" dirty="0">
                  <a:latin typeface="Segoe UI Light" panose="020B0502040204020203" pitchFamily="34" charset="0"/>
                  <a:cs typeface="Segoe UI Light" panose="020B0502040204020203" pitchFamily="34" charset="0"/>
                  <a:hlinkClick r:id="rId3"/>
                </a:rPr>
                <a:t>https://github.com/rcfdtools/R.HydroTools/wiki/License</a:t>
              </a:r>
              <a:endParaRPr lang="es-ES" sz="1000" dirty="0">
                <a:latin typeface="Segoe UI Light" panose="020B0502040204020203" pitchFamily="34" charset="0"/>
                <a:cs typeface="Segoe UI Light" panose="020B0502040204020203" pitchFamily="34" charset="0"/>
              </a:endParaRPr>
            </a:p>
          </p:txBody>
        </p:sp>
        <p:pic>
          <p:nvPicPr>
            <p:cNvPr id="7" name="Picture 6" descr="Qr code&#10;&#10;Description automatically generated">
              <a:extLst>
                <a:ext uri="{FF2B5EF4-FFF2-40B4-BE49-F238E27FC236}">
                  <a16:creationId xmlns:a16="http://schemas.microsoft.com/office/drawing/2014/main" id="{90F7619C-3D91-416E-B1F4-909E882E746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37988" y="2627472"/>
              <a:ext cx="2700000" cy="2700000"/>
            </a:xfrm>
            <a:prstGeom prst="rect">
              <a:avLst/>
            </a:prstGeom>
          </p:spPr>
        </p:pic>
      </p:grpSp>
      <p:pic>
        <p:nvPicPr>
          <p:cNvPr id="9" name="Imagen 8">
            <a:extLst>
              <a:ext uri="{FF2B5EF4-FFF2-40B4-BE49-F238E27FC236}">
                <a16:creationId xmlns:a16="http://schemas.microsoft.com/office/drawing/2014/main" id="{D1E24590-5B37-4B8E-8E7F-7CC7FF0BA20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2945859939"/>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5851</TotalTime>
  <Words>2371</Words>
  <Application>Microsoft Office PowerPoint</Application>
  <PresentationFormat>Widescreen</PresentationFormat>
  <Paragraphs>175</Paragraphs>
  <Slides>29</Slides>
  <Notes>26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Arial</vt:lpstr>
      <vt:lpstr>Calibri</vt:lpstr>
      <vt:lpstr>Orkney Light</vt:lpstr>
      <vt:lpstr>Segoe UI Light</vt:lpstr>
      <vt:lpstr>Wingdings</vt:lpstr>
      <vt:lpstr>Tema de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HCMC_4_1</dc:title>
  <dc:creator>master</dc:creator>
  <cp:lastModifiedBy>WILLIAM RICARDO AGUILAR PIÑA</cp:lastModifiedBy>
  <cp:revision>410</cp:revision>
  <dcterms:created xsi:type="dcterms:W3CDTF">2010-05-17T13:13:34Z</dcterms:created>
  <dcterms:modified xsi:type="dcterms:W3CDTF">2025-11-21T16:11:21Z</dcterms:modified>
</cp:coreProperties>
</file>