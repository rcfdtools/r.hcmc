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7"/>
  </p:notesMasterIdLst>
  <p:sldIdLst>
    <p:sldId id="390" r:id="rId2"/>
    <p:sldId id="301" r:id="rId3"/>
    <p:sldId id="289" r:id="rId4"/>
    <p:sldId id="388" r:id="rId5"/>
    <p:sldId id="391" r:id="rId6"/>
    <p:sldId id="406" r:id="rId7"/>
    <p:sldId id="333" r:id="rId8"/>
    <p:sldId id="392" r:id="rId9"/>
    <p:sldId id="429" r:id="rId10"/>
    <p:sldId id="430" r:id="rId11"/>
    <p:sldId id="431" r:id="rId12"/>
    <p:sldId id="432" r:id="rId13"/>
    <p:sldId id="433" r:id="rId14"/>
    <p:sldId id="434" r:id="rId15"/>
    <p:sldId id="435" r:id="rId16"/>
    <p:sldId id="436" r:id="rId17"/>
    <p:sldId id="437" r:id="rId18"/>
    <p:sldId id="438" r:id="rId19"/>
    <p:sldId id="439" r:id="rId20"/>
    <p:sldId id="440" r:id="rId21"/>
    <p:sldId id="443" r:id="rId22"/>
    <p:sldId id="444" r:id="rId23"/>
    <p:sldId id="445" r:id="rId24"/>
    <p:sldId id="446" r:id="rId25"/>
    <p:sldId id="447" r:id="rId26"/>
    <p:sldId id="442" r:id="rId27"/>
    <p:sldId id="448" r:id="rId28"/>
    <p:sldId id="449" r:id="rId29"/>
    <p:sldId id="450" r:id="rId30"/>
    <p:sldId id="451" r:id="rId31"/>
    <p:sldId id="452" r:id="rId32"/>
    <p:sldId id="453" r:id="rId33"/>
    <p:sldId id="455" r:id="rId34"/>
    <p:sldId id="454" r:id="rId35"/>
    <p:sldId id="456" r:id="rId36"/>
    <p:sldId id="469" r:id="rId37"/>
    <p:sldId id="468" r:id="rId38"/>
    <p:sldId id="457" r:id="rId39"/>
    <p:sldId id="458" r:id="rId40"/>
    <p:sldId id="474" r:id="rId41"/>
    <p:sldId id="459" r:id="rId42"/>
    <p:sldId id="460" r:id="rId43"/>
    <p:sldId id="461" r:id="rId44"/>
    <p:sldId id="462" r:id="rId45"/>
    <p:sldId id="470" r:id="rId46"/>
    <p:sldId id="471" r:id="rId47"/>
    <p:sldId id="463" r:id="rId48"/>
    <p:sldId id="464" r:id="rId49"/>
    <p:sldId id="465" r:id="rId50"/>
    <p:sldId id="466" r:id="rId51"/>
    <p:sldId id="467" r:id="rId52"/>
    <p:sldId id="472" r:id="rId53"/>
    <p:sldId id="473" r:id="rId54"/>
    <p:sldId id="441" r:id="rId55"/>
    <p:sldId id="384" r:id="rId5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53" autoAdjust="0"/>
    <p:restoredTop sz="96416" autoAdjust="0"/>
  </p:normalViewPr>
  <p:slideViewPr>
    <p:cSldViewPr>
      <p:cViewPr varScale="1">
        <p:scale>
          <a:sx n="103" d="100"/>
          <a:sy n="103" d="100"/>
        </p:scale>
        <p:origin x="792" y="10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LLIAM RICARDO AGUILAR PIÑA" userId="25538c52-b196-49fc-9025-2dd86a54f18a" providerId="ADAL" clId="{9BA94E50-164F-4E5F-AD46-D5EBBF3767D3}"/>
    <pc:docChg chg="undo custSel modSld">
      <pc:chgData name="WILLIAM RICARDO AGUILAR PIÑA" userId="25538c52-b196-49fc-9025-2dd86a54f18a" providerId="ADAL" clId="{9BA94E50-164F-4E5F-AD46-D5EBBF3767D3}" dt="2023-12-01T12:50:33.494" v="176" actId="6549"/>
      <pc:docMkLst>
        <pc:docMk/>
      </pc:docMkLst>
      <pc:sldChg chg="modSp mod">
        <pc:chgData name="WILLIAM RICARDO AGUILAR PIÑA" userId="25538c52-b196-49fc-9025-2dd86a54f18a" providerId="ADAL" clId="{9BA94E50-164F-4E5F-AD46-D5EBBF3767D3}" dt="2023-11-24T15:25:53.310" v="170" actId="6549"/>
        <pc:sldMkLst>
          <pc:docMk/>
          <pc:sldMk cId="1805327859" sldId="289"/>
        </pc:sldMkLst>
        <pc:spChg chg="mod">
          <ac:chgData name="WILLIAM RICARDO AGUILAR PIÑA" userId="25538c52-b196-49fc-9025-2dd86a54f18a" providerId="ADAL" clId="{9BA94E50-164F-4E5F-AD46-D5EBBF3767D3}" dt="2023-11-24T15:25:53.310" v="170" actId="6549"/>
          <ac:spMkLst>
            <pc:docMk/>
            <pc:sldMk cId="1805327859" sldId="289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9BA94E50-164F-4E5F-AD46-D5EBBF3767D3}" dt="2023-11-24T15:25:04.536" v="165" actId="20577"/>
        <pc:sldMkLst>
          <pc:docMk/>
          <pc:sldMk cId="0" sldId="390"/>
        </pc:sldMkLst>
        <pc:spChg chg="mod">
          <ac:chgData name="WILLIAM RICARDO AGUILAR PIÑA" userId="25538c52-b196-49fc-9025-2dd86a54f18a" providerId="ADAL" clId="{9BA94E50-164F-4E5F-AD46-D5EBBF3767D3}" dt="2023-11-24T15:25:04.536" v="165" actId="20577"/>
          <ac:spMkLst>
            <pc:docMk/>
            <pc:sldMk cId="0" sldId="390"/>
            <ac:spMk id="9" creationId="{3072C985-1B9B-4BDD-9204-91D61E909C9C}"/>
          </ac:spMkLst>
        </pc:spChg>
      </pc:sldChg>
      <pc:sldChg chg="modSp mod">
        <pc:chgData name="WILLIAM RICARDO AGUILAR PIÑA" userId="25538c52-b196-49fc-9025-2dd86a54f18a" providerId="ADAL" clId="{9BA94E50-164F-4E5F-AD46-D5EBBF3767D3}" dt="2023-11-24T14:31:30.094" v="124" actId="6549"/>
        <pc:sldMkLst>
          <pc:docMk/>
          <pc:sldMk cId="3704081396" sldId="431"/>
        </pc:sldMkLst>
        <pc:spChg chg="mod">
          <ac:chgData name="WILLIAM RICARDO AGUILAR PIÑA" userId="25538c52-b196-49fc-9025-2dd86a54f18a" providerId="ADAL" clId="{9BA94E50-164F-4E5F-AD46-D5EBBF3767D3}" dt="2023-11-24T14:31:30.094" v="124" actId="6549"/>
          <ac:spMkLst>
            <pc:docMk/>
            <pc:sldMk cId="3704081396" sldId="431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9BA94E50-164F-4E5F-AD46-D5EBBF3767D3}" dt="2023-11-24T14:35:10.279" v="147" actId="20577"/>
        <pc:sldMkLst>
          <pc:docMk/>
          <pc:sldMk cId="2664252017" sldId="435"/>
        </pc:sldMkLst>
        <pc:spChg chg="mod">
          <ac:chgData name="WILLIAM RICARDO AGUILAR PIÑA" userId="25538c52-b196-49fc-9025-2dd86a54f18a" providerId="ADAL" clId="{9BA94E50-164F-4E5F-AD46-D5EBBF3767D3}" dt="2023-11-24T14:35:10.279" v="147" actId="20577"/>
          <ac:spMkLst>
            <pc:docMk/>
            <pc:sldMk cId="2664252017" sldId="435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9BA94E50-164F-4E5F-AD46-D5EBBF3767D3}" dt="2023-11-24T14:39:39.429" v="151" actId="20577"/>
        <pc:sldMkLst>
          <pc:docMk/>
          <pc:sldMk cId="2676913899" sldId="436"/>
        </pc:sldMkLst>
        <pc:spChg chg="mod">
          <ac:chgData name="WILLIAM RICARDO AGUILAR PIÑA" userId="25538c52-b196-49fc-9025-2dd86a54f18a" providerId="ADAL" clId="{9BA94E50-164F-4E5F-AD46-D5EBBF3767D3}" dt="2023-11-24T14:39:39.429" v="151" actId="20577"/>
          <ac:spMkLst>
            <pc:docMk/>
            <pc:sldMk cId="2676913899" sldId="436"/>
            <ac:spMk id="9" creationId="{7E07541B-8C5E-483D-9C34-6918AF23DBE8}"/>
          </ac:spMkLst>
        </pc:spChg>
      </pc:sldChg>
      <pc:sldChg chg="modSp mod">
        <pc:chgData name="WILLIAM RICARDO AGUILAR PIÑA" userId="25538c52-b196-49fc-9025-2dd86a54f18a" providerId="ADAL" clId="{9BA94E50-164F-4E5F-AD46-D5EBBF3767D3}" dt="2023-12-01T12:50:33.494" v="176" actId="6549"/>
        <pc:sldMkLst>
          <pc:docMk/>
          <pc:sldMk cId="727428934" sldId="441"/>
        </pc:sldMkLst>
        <pc:spChg chg="mod">
          <ac:chgData name="WILLIAM RICARDO AGUILAR PIÑA" userId="25538c52-b196-49fc-9025-2dd86a54f18a" providerId="ADAL" clId="{9BA94E50-164F-4E5F-AD46-D5EBBF3767D3}" dt="2023-12-01T12:50:33.494" v="176" actId="6549"/>
          <ac:spMkLst>
            <pc:docMk/>
            <pc:sldMk cId="727428934" sldId="441"/>
            <ac:spMk id="8" creationId="{00000000-0000-0000-0000-000000000000}"/>
          </ac:spMkLst>
        </pc:spChg>
      </pc:sldChg>
    </pc:docChg>
  </pc:docChgLst>
  <pc:docChgLst>
    <pc:chgData name="WILLIAM RICARDO AGUILAR PIÑA" userId="25538c52-b196-49fc-9025-2dd86a54f18a" providerId="ADAL" clId="{95B553F3-9970-4CA5-882A-5015121B9342}"/>
    <pc:docChg chg="custSel addSld modSld">
      <pc:chgData name="WILLIAM RICARDO AGUILAR PIÑA" userId="25538c52-b196-49fc-9025-2dd86a54f18a" providerId="ADAL" clId="{95B553F3-9970-4CA5-882A-5015121B9342}" dt="2022-11-25T14:00:16.527" v="97" actId="20577"/>
      <pc:docMkLst>
        <pc:docMk/>
      </pc:docMkLst>
      <pc:sldChg chg="modSp mod">
        <pc:chgData name="WILLIAM RICARDO AGUILAR PIÑA" userId="25538c52-b196-49fc-9025-2dd86a54f18a" providerId="ADAL" clId="{95B553F3-9970-4CA5-882A-5015121B9342}" dt="2022-11-25T14:00:16.527" v="97" actId="20577"/>
        <pc:sldMkLst>
          <pc:docMk/>
          <pc:sldMk cId="0" sldId="390"/>
        </pc:sldMkLst>
        <pc:spChg chg="mod">
          <ac:chgData name="WILLIAM RICARDO AGUILAR PIÑA" userId="25538c52-b196-49fc-9025-2dd86a54f18a" providerId="ADAL" clId="{95B553F3-9970-4CA5-882A-5015121B9342}" dt="2022-11-25T14:00:16.527" v="97" actId="20577"/>
          <ac:spMkLst>
            <pc:docMk/>
            <pc:sldMk cId="0" sldId="390"/>
            <ac:spMk id="9" creationId="{3072C985-1B9B-4BDD-9204-91D61E909C9C}"/>
          </ac:spMkLst>
        </pc:spChg>
      </pc:sldChg>
      <pc:sldChg chg="modSp mod">
        <pc:chgData name="WILLIAM RICARDO AGUILAR PIÑA" userId="25538c52-b196-49fc-9025-2dd86a54f18a" providerId="ADAL" clId="{95B553F3-9970-4CA5-882A-5015121B9342}" dt="2022-11-25T12:52:37.769" v="11" actId="20577"/>
        <pc:sldMkLst>
          <pc:docMk/>
          <pc:sldMk cId="561131202" sldId="391"/>
        </pc:sldMkLst>
        <pc:spChg chg="mod">
          <ac:chgData name="WILLIAM RICARDO AGUILAR PIÑA" userId="25538c52-b196-49fc-9025-2dd86a54f18a" providerId="ADAL" clId="{95B553F3-9970-4CA5-882A-5015121B9342}" dt="2022-11-25T12:52:37.769" v="11" actId="20577"/>
          <ac:spMkLst>
            <pc:docMk/>
            <pc:sldMk cId="561131202" sldId="391"/>
            <ac:spMk id="8" creationId="{00000000-0000-0000-0000-000000000000}"/>
          </ac:spMkLst>
        </pc:spChg>
      </pc:sldChg>
      <pc:sldChg chg="addSp delSp modSp add mod">
        <pc:chgData name="WILLIAM RICARDO AGUILAR PIÑA" userId="25538c52-b196-49fc-9025-2dd86a54f18a" providerId="ADAL" clId="{95B553F3-9970-4CA5-882A-5015121B9342}" dt="2022-11-25T13:55:10.514" v="87" actId="20577"/>
        <pc:sldMkLst>
          <pc:docMk/>
          <pc:sldMk cId="3589845441" sldId="474"/>
        </pc:sldMkLst>
        <pc:spChg chg="mod">
          <ac:chgData name="WILLIAM RICARDO AGUILAR PIÑA" userId="25538c52-b196-49fc-9025-2dd86a54f18a" providerId="ADAL" clId="{95B553F3-9970-4CA5-882A-5015121B9342}" dt="2022-11-25T13:55:10.514" v="87" actId="20577"/>
          <ac:spMkLst>
            <pc:docMk/>
            <pc:sldMk cId="3589845441" sldId="474"/>
            <ac:spMk id="14" creationId="{D294F58C-1D40-4606-AC56-F0630D5621A1}"/>
          </ac:spMkLst>
        </pc:spChg>
        <pc:picChg chg="add mod">
          <ac:chgData name="WILLIAM RICARDO AGUILAR PIÑA" userId="25538c52-b196-49fc-9025-2dd86a54f18a" providerId="ADAL" clId="{95B553F3-9970-4CA5-882A-5015121B9342}" dt="2022-11-25T13:54:29.879" v="55" actId="1076"/>
          <ac:picMkLst>
            <pc:docMk/>
            <pc:sldMk cId="3589845441" sldId="474"/>
            <ac:picMk id="2" creationId="{8D931C1A-EDA2-F362-3D41-2130698FA123}"/>
          </ac:picMkLst>
        </pc:picChg>
        <pc:picChg chg="add mod">
          <ac:chgData name="WILLIAM RICARDO AGUILAR PIÑA" userId="25538c52-b196-49fc-9025-2dd86a54f18a" providerId="ADAL" clId="{95B553F3-9970-4CA5-882A-5015121B9342}" dt="2022-11-25T13:54:46.047" v="57" actId="1076"/>
          <ac:picMkLst>
            <pc:docMk/>
            <pc:sldMk cId="3589845441" sldId="474"/>
            <ac:picMk id="3" creationId="{312D90CA-66C8-F01B-9EBC-62652853041A}"/>
          </ac:picMkLst>
        </pc:picChg>
        <pc:picChg chg="del">
          <ac:chgData name="WILLIAM RICARDO AGUILAR PIÑA" userId="25538c52-b196-49fc-9025-2dd86a54f18a" providerId="ADAL" clId="{95B553F3-9970-4CA5-882A-5015121B9342}" dt="2022-11-25T13:54:13.325" v="52" actId="478"/>
          <ac:picMkLst>
            <pc:docMk/>
            <pc:sldMk cId="3589845441" sldId="474"/>
            <ac:picMk id="4" creationId="{856C3A2B-DA3A-47E2-93F9-F10F5E533282}"/>
          </ac:picMkLst>
        </pc:picChg>
        <pc:picChg chg="add mod">
          <ac:chgData name="WILLIAM RICARDO AGUILAR PIÑA" userId="25538c52-b196-49fc-9025-2dd86a54f18a" providerId="ADAL" clId="{95B553F3-9970-4CA5-882A-5015121B9342}" dt="2022-11-25T13:54:55.305" v="59" actId="1076"/>
          <ac:picMkLst>
            <pc:docMk/>
            <pc:sldMk cId="3589845441" sldId="474"/>
            <ac:picMk id="5" creationId="{9494571B-BFA3-4DC7-73FB-8A77F7EBC675}"/>
          </ac:picMkLst>
        </pc:picChg>
        <pc:picChg chg="add mod">
          <ac:chgData name="WILLIAM RICARDO AGUILAR PIÑA" userId="25538c52-b196-49fc-9025-2dd86a54f18a" providerId="ADAL" clId="{95B553F3-9970-4CA5-882A-5015121B9342}" dt="2022-11-25T13:54:59.642" v="61" actId="1076"/>
          <ac:picMkLst>
            <pc:docMk/>
            <pc:sldMk cId="3589845441" sldId="474"/>
            <ac:picMk id="7" creationId="{A253A012-5C56-8988-2B29-A859266A63D6}"/>
          </ac:picMkLst>
        </pc:picChg>
        <pc:picChg chg="del">
          <ac:chgData name="WILLIAM RICARDO AGUILAR PIÑA" userId="25538c52-b196-49fc-9025-2dd86a54f18a" providerId="ADAL" clId="{95B553F3-9970-4CA5-882A-5015121B9342}" dt="2022-11-25T13:54:12.843" v="51" actId="478"/>
          <ac:picMkLst>
            <pc:docMk/>
            <pc:sldMk cId="3589845441" sldId="474"/>
            <ac:picMk id="12" creationId="{47ED623E-8847-4428-A80E-F09F5C87E019}"/>
          </ac:picMkLst>
        </pc:picChg>
      </pc:sldChg>
    </pc:docChg>
  </pc:docChgLst>
  <pc:docChgLst>
    <pc:chgData name="WILLIAM RICARDO AGUILAR PIÑA" userId="25538c52-b196-49fc-9025-2dd86a54f18a" providerId="ADAL" clId="{D3FA8312-171E-430D-854B-1C847FEB9C91}"/>
    <pc:docChg chg="modSld">
      <pc:chgData name="WILLIAM RICARDO AGUILAR PIÑA" userId="25538c52-b196-49fc-9025-2dd86a54f18a" providerId="ADAL" clId="{D3FA8312-171E-430D-854B-1C847FEB9C91}" dt="2021-11-29T12:05:00.160" v="0" actId="1076"/>
      <pc:docMkLst>
        <pc:docMk/>
      </pc:docMkLst>
      <pc:sldChg chg="modSp mod">
        <pc:chgData name="WILLIAM RICARDO AGUILAR PIÑA" userId="25538c52-b196-49fc-9025-2dd86a54f18a" providerId="ADAL" clId="{D3FA8312-171E-430D-854B-1C847FEB9C91}" dt="2021-11-29T12:05:00.160" v="0" actId="1076"/>
        <pc:sldMkLst>
          <pc:docMk/>
          <pc:sldMk cId="2664252017" sldId="435"/>
        </pc:sldMkLst>
        <pc:picChg chg="mod">
          <ac:chgData name="WILLIAM RICARDO AGUILAR PIÑA" userId="25538c52-b196-49fc-9025-2dd86a54f18a" providerId="ADAL" clId="{D3FA8312-171E-430D-854B-1C847FEB9C91}" dt="2021-11-29T12:05:00.160" v="0" actId="1076"/>
          <ac:picMkLst>
            <pc:docMk/>
            <pc:sldMk cId="2664252017" sldId="435"/>
            <ac:picMk id="15" creationId="{31FD6FA7-5F90-43A7-8379-0BD440AA4512}"/>
          </ac:picMkLst>
        </pc:picChg>
      </pc:sldChg>
    </pc:docChg>
  </pc:docChgLst>
  <pc:docChgLst>
    <pc:chgData name="WILLIAM RICARDO AGUILAR PIÑA" userId="25538c52-b196-49fc-9025-2dd86a54f18a" providerId="ADAL" clId="{8C7D90C3-895E-4D22-B3BA-4F1983945D1B}"/>
    <pc:docChg chg="undo custSel addSld delSld modSld sldOrd">
      <pc:chgData name="WILLIAM RICARDO AGUILAR PIÑA" userId="25538c52-b196-49fc-9025-2dd86a54f18a" providerId="ADAL" clId="{8C7D90C3-895E-4D22-B3BA-4F1983945D1B}" dt="2020-10-25T23:30:41.375" v="5021" actId="1076"/>
      <pc:docMkLst>
        <pc:docMk/>
      </pc:docMkLst>
      <pc:sldChg chg="modSp mod">
        <pc:chgData name="WILLIAM RICARDO AGUILAR PIÑA" userId="25538c52-b196-49fc-9025-2dd86a54f18a" providerId="ADAL" clId="{8C7D90C3-895E-4D22-B3BA-4F1983945D1B}" dt="2020-10-25T23:20:25" v="4976" actId="20577"/>
        <pc:sldMkLst>
          <pc:docMk/>
          <pc:sldMk cId="1805327859" sldId="289"/>
        </pc:sldMkLst>
        <pc:spChg chg="mod">
          <ac:chgData name="WILLIAM RICARDO AGUILAR PIÑA" userId="25538c52-b196-49fc-9025-2dd86a54f18a" providerId="ADAL" clId="{8C7D90C3-895E-4D22-B3BA-4F1983945D1B}" dt="2020-10-25T23:20:25" v="4976" actId="20577"/>
          <ac:spMkLst>
            <pc:docMk/>
            <pc:sldMk cId="1805327859" sldId="289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8C7D90C3-895E-4D22-B3BA-4F1983945D1B}" dt="2020-10-25T13:40:52.372" v="239" actId="20577"/>
        <pc:sldMkLst>
          <pc:docMk/>
          <pc:sldMk cId="2852190545" sldId="301"/>
        </pc:sldMkLst>
        <pc:spChg chg="mod">
          <ac:chgData name="WILLIAM RICARDO AGUILAR PIÑA" userId="25538c52-b196-49fc-9025-2dd86a54f18a" providerId="ADAL" clId="{8C7D90C3-895E-4D22-B3BA-4F1983945D1B}" dt="2020-10-25T13:40:52.372" v="239" actId="20577"/>
          <ac:spMkLst>
            <pc:docMk/>
            <pc:sldMk cId="2852190545" sldId="301"/>
            <ac:spMk id="8" creationId="{00000000-0000-0000-0000-000000000000}"/>
          </ac:spMkLst>
        </pc:spChg>
      </pc:sldChg>
      <pc:sldChg chg="addSp delSp modSp mod">
        <pc:chgData name="WILLIAM RICARDO AGUILAR PIÑA" userId="25538c52-b196-49fc-9025-2dd86a54f18a" providerId="ADAL" clId="{8C7D90C3-895E-4D22-B3BA-4F1983945D1B}" dt="2020-10-25T13:58:27.442" v="709" actId="1076"/>
        <pc:sldMkLst>
          <pc:docMk/>
          <pc:sldMk cId="3206536397" sldId="333"/>
        </pc:sldMkLst>
        <pc:spChg chg="mod">
          <ac:chgData name="WILLIAM RICARDO AGUILAR PIÑA" userId="25538c52-b196-49fc-9025-2dd86a54f18a" providerId="ADAL" clId="{8C7D90C3-895E-4D22-B3BA-4F1983945D1B}" dt="2020-10-25T13:53:03.101" v="470"/>
          <ac:spMkLst>
            <pc:docMk/>
            <pc:sldMk cId="3206536397" sldId="333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13:58:17.668" v="705" actId="6549"/>
          <ac:spMkLst>
            <pc:docMk/>
            <pc:sldMk cId="3206536397" sldId="333"/>
            <ac:spMk id="8" creationId="{00000000-0000-0000-0000-000000000000}"/>
          </ac:spMkLst>
        </pc:spChg>
        <pc:picChg chg="add del mod ord">
          <ac:chgData name="WILLIAM RICARDO AGUILAR PIÑA" userId="25538c52-b196-49fc-9025-2dd86a54f18a" providerId="ADAL" clId="{8C7D90C3-895E-4D22-B3BA-4F1983945D1B}" dt="2020-10-25T13:57:35.730" v="656" actId="478"/>
          <ac:picMkLst>
            <pc:docMk/>
            <pc:sldMk cId="3206536397" sldId="333"/>
            <ac:picMk id="3" creationId="{A5A55B9D-0145-45FA-BBDC-EFA017C6DB57}"/>
          </ac:picMkLst>
        </pc:picChg>
        <pc:picChg chg="add mod">
          <ac:chgData name="WILLIAM RICARDO AGUILAR PIÑA" userId="25538c52-b196-49fc-9025-2dd86a54f18a" providerId="ADAL" clId="{8C7D90C3-895E-4D22-B3BA-4F1983945D1B}" dt="2020-10-25T13:57:47.458" v="662" actId="1076"/>
          <ac:picMkLst>
            <pc:docMk/>
            <pc:sldMk cId="3206536397" sldId="333"/>
            <ac:picMk id="4" creationId="{7910181D-B018-4A19-B4F2-4924A96F9DFD}"/>
          </ac:picMkLst>
        </pc:picChg>
        <pc:picChg chg="mod">
          <ac:chgData name="WILLIAM RICARDO AGUILAR PIÑA" userId="25538c52-b196-49fc-9025-2dd86a54f18a" providerId="ADAL" clId="{8C7D90C3-895E-4D22-B3BA-4F1983945D1B}" dt="2020-10-25T13:57:53.219" v="663" actId="1076"/>
          <ac:picMkLst>
            <pc:docMk/>
            <pc:sldMk cId="3206536397" sldId="333"/>
            <ac:picMk id="5" creationId="{068C51D1-B5E7-4D67-9E53-D516F3475E61}"/>
          </ac:picMkLst>
        </pc:picChg>
        <pc:picChg chg="mod">
          <ac:chgData name="WILLIAM RICARDO AGUILAR PIÑA" userId="25538c52-b196-49fc-9025-2dd86a54f18a" providerId="ADAL" clId="{8C7D90C3-895E-4D22-B3BA-4F1983945D1B}" dt="2020-10-25T13:57:53.219" v="663" actId="1076"/>
          <ac:picMkLst>
            <pc:docMk/>
            <pc:sldMk cId="3206536397" sldId="333"/>
            <ac:picMk id="9" creationId="{2F6E8F39-2DD2-4B15-A0B6-EE84F7A500B8}"/>
          </ac:picMkLst>
        </pc:picChg>
        <pc:picChg chg="del">
          <ac:chgData name="WILLIAM RICARDO AGUILAR PIÑA" userId="25538c52-b196-49fc-9025-2dd86a54f18a" providerId="ADAL" clId="{8C7D90C3-895E-4D22-B3BA-4F1983945D1B}" dt="2020-10-25T13:56:07.460" v="639" actId="478"/>
          <ac:picMkLst>
            <pc:docMk/>
            <pc:sldMk cId="3206536397" sldId="333"/>
            <ac:picMk id="11" creationId="{F395DD47-14B1-47DC-96E5-22C469FB9101}"/>
          </ac:picMkLst>
        </pc:picChg>
        <pc:picChg chg="del">
          <ac:chgData name="WILLIAM RICARDO AGUILAR PIÑA" userId="25538c52-b196-49fc-9025-2dd86a54f18a" providerId="ADAL" clId="{8C7D90C3-895E-4D22-B3BA-4F1983945D1B}" dt="2020-10-25T13:56:07.460" v="639" actId="478"/>
          <ac:picMkLst>
            <pc:docMk/>
            <pc:sldMk cId="3206536397" sldId="333"/>
            <ac:picMk id="13" creationId="{15B0DFF8-2FB7-4DDD-9DDB-2F536A604C13}"/>
          </ac:picMkLst>
        </pc:picChg>
        <pc:picChg chg="add mod ord">
          <ac:chgData name="WILLIAM RICARDO AGUILAR PIÑA" userId="25538c52-b196-49fc-9025-2dd86a54f18a" providerId="ADAL" clId="{8C7D90C3-895E-4D22-B3BA-4F1983945D1B}" dt="2020-10-25T13:57:44.178" v="661" actId="171"/>
          <ac:picMkLst>
            <pc:docMk/>
            <pc:sldMk cId="3206536397" sldId="333"/>
            <ac:picMk id="14" creationId="{4031867E-898E-42FA-A4D2-71FC4FD344D8}"/>
          </ac:picMkLst>
        </pc:picChg>
        <pc:picChg chg="add mod">
          <ac:chgData name="WILLIAM RICARDO AGUILAR PIÑA" userId="25538c52-b196-49fc-9025-2dd86a54f18a" providerId="ADAL" clId="{8C7D90C3-895E-4D22-B3BA-4F1983945D1B}" dt="2020-10-25T13:58:24.473" v="707" actId="1076"/>
          <ac:picMkLst>
            <pc:docMk/>
            <pc:sldMk cId="3206536397" sldId="333"/>
            <ac:picMk id="16" creationId="{1D9E743C-102D-4F13-9A17-2971DBD38D0A}"/>
          </ac:picMkLst>
        </pc:picChg>
        <pc:picChg chg="add mod">
          <ac:chgData name="WILLIAM RICARDO AGUILAR PIÑA" userId="25538c52-b196-49fc-9025-2dd86a54f18a" providerId="ADAL" clId="{8C7D90C3-895E-4D22-B3BA-4F1983945D1B}" dt="2020-10-25T13:58:27.442" v="709" actId="1076"/>
          <ac:picMkLst>
            <pc:docMk/>
            <pc:sldMk cId="3206536397" sldId="333"/>
            <ac:picMk id="18" creationId="{055C9E48-2725-4D28-839E-0BB19CE3AC52}"/>
          </ac:picMkLst>
        </pc:picChg>
      </pc:sldChg>
      <pc:sldChg chg="modSp mod">
        <pc:chgData name="WILLIAM RICARDO AGUILAR PIÑA" userId="25538c52-b196-49fc-9025-2dd86a54f18a" providerId="ADAL" clId="{8C7D90C3-895E-4D22-B3BA-4F1983945D1B}" dt="2020-10-25T13:09:55.474" v="1" actId="20577"/>
        <pc:sldMkLst>
          <pc:docMk/>
          <pc:sldMk cId="0" sldId="390"/>
        </pc:sldMkLst>
        <pc:spChg chg="mod">
          <ac:chgData name="WILLIAM RICARDO AGUILAR PIÑA" userId="25538c52-b196-49fc-9025-2dd86a54f18a" providerId="ADAL" clId="{8C7D90C3-895E-4D22-B3BA-4F1983945D1B}" dt="2020-10-25T13:09:55.474" v="1" actId="20577"/>
          <ac:spMkLst>
            <pc:docMk/>
            <pc:sldMk cId="0" sldId="390"/>
            <ac:spMk id="17" creationId="{CF602DD4-6CD6-45A5-8387-11EC9AEA487E}"/>
          </ac:spMkLst>
        </pc:spChg>
      </pc:sldChg>
      <pc:sldChg chg="addSp delSp modSp mod">
        <pc:chgData name="WILLIAM RICARDO AGUILAR PIÑA" userId="25538c52-b196-49fc-9025-2dd86a54f18a" providerId="ADAL" clId="{8C7D90C3-895E-4D22-B3BA-4F1983945D1B}" dt="2020-10-25T22:35:16.439" v="3768" actId="20577"/>
        <pc:sldMkLst>
          <pc:docMk/>
          <pc:sldMk cId="561131202" sldId="391"/>
        </pc:sldMkLst>
        <pc:spChg chg="mod">
          <ac:chgData name="WILLIAM RICARDO AGUILAR PIÑA" userId="25538c52-b196-49fc-9025-2dd86a54f18a" providerId="ADAL" clId="{8C7D90C3-895E-4D22-B3BA-4F1983945D1B}" dt="2020-10-25T13:50:33.618" v="384" actId="20577"/>
          <ac:spMkLst>
            <pc:docMk/>
            <pc:sldMk cId="561131202" sldId="391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22:35:16.439" v="3768" actId="20577"/>
          <ac:spMkLst>
            <pc:docMk/>
            <pc:sldMk cId="561131202" sldId="391"/>
            <ac:spMk id="8" creationId="{00000000-0000-0000-0000-000000000000}"/>
          </ac:spMkLst>
        </pc:spChg>
        <pc:picChg chg="add del mod ord">
          <ac:chgData name="WILLIAM RICARDO AGUILAR PIÑA" userId="25538c52-b196-49fc-9025-2dd86a54f18a" providerId="ADAL" clId="{8C7D90C3-895E-4D22-B3BA-4F1983945D1B}" dt="2020-10-25T13:49:19.601" v="370" actId="478"/>
          <ac:picMkLst>
            <pc:docMk/>
            <pc:sldMk cId="561131202" sldId="391"/>
            <ac:picMk id="3" creationId="{58B30198-1E75-4FBD-91F5-FFC88D7E2F63}"/>
          </ac:picMkLst>
        </pc:picChg>
        <pc:picChg chg="add del">
          <ac:chgData name="WILLIAM RICARDO AGUILAR PIÑA" userId="25538c52-b196-49fc-9025-2dd86a54f18a" providerId="ADAL" clId="{8C7D90C3-895E-4D22-B3BA-4F1983945D1B}" dt="2020-10-25T13:44:57.368" v="349" actId="478"/>
          <ac:picMkLst>
            <pc:docMk/>
            <pc:sldMk cId="561131202" sldId="391"/>
            <ac:picMk id="5" creationId="{5B04B46E-44A7-4ED4-B817-E6D4E9FDA618}"/>
          </ac:picMkLst>
        </pc:picChg>
        <pc:picChg chg="add mod ord">
          <ac:chgData name="WILLIAM RICARDO AGUILAR PIÑA" userId="25538c52-b196-49fc-9025-2dd86a54f18a" providerId="ADAL" clId="{8C7D90C3-895E-4D22-B3BA-4F1983945D1B}" dt="2020-10-25T13:50:20.868" v="381" actId="1076"/>
          <ac:picMkLst>
            <pc:docMk/>
            <pc:sldMk cId="561131202" sldId="391"/>
            <ac:picMk id="7" creationId="{7300E4BF-E029-4C70-9C04-326ECF022AA6}"/>
          </ac:picMkLst>
        </pc:picChg>
        <pc:picChg chg="mod">
          <ac:chgData name="WILLIAM RICARDO AGUILAR PIÑA" userId="25538c52-b196-49fc-9025-2dd86a54f18a" providerId="ADAL" clId="{8C7D90C3-895E-4D22-B3BA-4F1983945D1B}" dt="2020-10-25T13:50:20.868" v="381" actId="1076"/>
          <ac:picMkLst>
            <pc:docMk/>
            <pc:sldMk cId="561131202" sldId="391"/>
            <ac:picMk id="9" creationId="{2F6E8F39-2DD2-4B15-A0B6-EE84F7A500B8}"/>
          </ac:picMkLst>
        </pc:picChg>
        <pc:picChg chg="add mod">
          <ac:chgData name="WILLIAM RICARDO AGUILAR PIÑA" userId="25538c52-b196-49fc-9025-2dd86a54f18a" providerId="ADAL" clId="{8C7D90C3-895E-4D22-B3BA-4F1983945D1B}" dt="2020-10-25T13:50:20.868" v="381" actId="1076"/>
          <ac:picMkLst>
            <pc:docMk/>
            <pc:sldMk cId="561131202" sldId="391"/>
            <ac:picMk id="12" creationId="{F2B56E4C-5182-4852-8ADF-A54E00E82D94}"/>
          </ac:picMkLst>
        </pc:picChg>
      </pc:sldChg>
      <pc:sldChg chg="addSp delSp modSp mod">
        <pc:chgData name="WILLIAM RICARDO AGUILAR PIÑA" userId="25538c52-b196-49fc-9025-2dd86a54f18a" providerId="ADAL" clId="{8C7D90C3-895E-4D22-B3BA-4F1983945D1B}" dt="2020-10-25T14:02:15.906" v="909" actId="1076"/>
        <pc:sldMkLst>
          <pc:docMk/>
          <pc:sldMk cId="854168165" sldId="392"/>
        </pc:sldMkLst>
        <pc:spChg chg="mod">
          <ac:chgData name="WILLIAM RICARDO AGUILAR PIÑA" userId="25538c52-b196-49fc-9025-2dd86a54f18a" providerId="ADAL" clId="{8C7D90C3-895E-4D22-B3BA-4F1983945D1B}" dt="2020-10-25T13:59:41.786" v="715"/>
          <ac:spMkLst>
            <pc:docMk/>
            <pc:sldMk cId="854168165" sldId="392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14:02:05.881" v="899" actId="1076"/>
          <ac:spMkLst>
            <pc:docMk/>
            <pc:sldMk cId="854168165" sldId="392"/>
            <ac:spMk id="8" creationId="{00000000-0000-0000-0000-000000000000}"/>
          </ac:spMkLst>
        </pc:spChg>
        <pc:picChg chg="add mod">
          <ac:chgData name="WILLIAM RICARDO AGUILAR PIÑA" userId="25538c52-b196-49fc-9025-2dd86a54f18a" providerId="ADAL" clId="{8C7D90C3-895E-4D22-B3BA-4F1983945D1B}" dt="2020-10-25T14:01:53.002" v="894" actId="1076"/>
          <ac:picMkLst>
            <pc:docMk/>
            <pc:sldMk cId="854168165" sldId="392"/>
            <ac:picMk id="3" creationId="{713755D4-6D5C-4814-A7FE-102B6A1EE073}"/>
          </ac:picMkLst>
        </pc:picChg>
        <pc:picChg chg="add mod ord">
          <ac:chgData name="WILLIAM RICARDO AGUILAR PIÑA" userId="25538c52-b196-49fc-9025-2dd86a54f18a" providerId="ADAL" clId="{8C7D90C3-895E-4D22-B3BA-4F1983945D1B}" dt="2020-10-25T14:02:12.031" v="908" actId="1035"/>
          <ac:picMkLst>
            <pc:docMk/>
            <pc:sldMk cId="854168165" sldId="392"/>
            <ac:picMk id="5" creationId="{12AB9F71-B0B0-4B6E-9A0A-7E538F3EBE4F}"/>
          </ac:picMkLst>
        </pc:picChg>
        <pc:picChg chg="del mod">
          <ac:chgData name="WILLIAM RICARDO AGUILAR PIÑA" userId="25538c52-b196-49fc-9025-2dd86a54f18a" providerId="ADAL" clId="{8C7D90C3-895E-4D22-B3BA-4F1983945D1B}" dt="2020-10-25T13:58:34.471" v="711" actId="478"/>
          <ac:picMkLst>
            <pc:docMk/>
            <pc:sldMk cId="854168165" sldId="392"/>
            <ac:picMk id="7" creationId="{07175688-A57D-4248-87F7-B14F82BB684F}"/>
          </ac:picMkLst>
        </pc:picChg>
        <pc:picChg chg="mod">
          <ac:chgData name="WILLIAM RICARDO AGUILAR PIÑA" userId="25538c52-b196-49fc-9025-2dd86a54f18a" providerId="ADAL" clId="{8C7D90C3-895E-4D22-B3BA-4F1983945D1B}" dt="2020-10-25T14:02:12.031" v="908" actId="1035"/>
          <ac:picMkLst>
            <pc:docMk/>
            <pc:sldMk cId="854168165" sldId="392"/>
            <ac:picMk id="9" creationId="{2F6E8F39-2DD2-4B15-A0B6-EE84F7A500B8}"/>
          </ac:picMkLst>
        </pc:picChg>
        <pc:picChg chg="add mod">
          <ac:chgData name="WILLIAM RICARDO AGUILAR PIÑA" userId="25538c52-b196-49fc-9025-2dd86a54f18a" providerId="ADAL" clId="{8C7D90C3-895E-4D22-B3BA-4F1983945D1B}" dt="2020-10-25T14:01:07.680" v="804" actId="1076"/>
          <ac:picMkLst>
            <pc:docMk/>
            <pc:sldMk cId="854168165" sldId="392"/>
            <ac:picMk id="11" creationId="{772FB43C-8860-4E06-8948-20A740A3423E}"/>
          </ac:picMkLst>
        </pc:picChg>
        <pc:picChg chg="add mod">
          <ac:chgData name="WILLIAM RICARDO AGUILAR PIÑA" userId="25538c52-b196-49fc-9025-2dd86a54f18a" providerId="ADAL" clId="{8C7D90C3-895E-4D22-B3BA-4F1983945D1B}" dt="2020-10-25T14:02:15.906" v="909" actId="1076"/>
          <ac:picMkLst>
            <pc:docMk/>
            <pc:sldMk cId="854168165" sldId="392"/>
            <ac:picMk id="13" creationId="{17385EBF-F7DA-40CE-A87C-52C37947CA64}"/>
          </ac:picMkLst>
        </pc:picChg>
        <pc:picChg chg="del mod">
          <ac:chgData name="WILLIAM RICARDO AGUILAR PIÑA" userId="25538c52-b196-49fc-9025-2dd86a54f18a" providerId="ADAL" clId="{8C7D90C3-895E-4D22-B3BA-4F1983945D1B}" dt="2020-10-25T13:58:35.287" v="713" actId="478"/>
          <ac:picMkLst>
            <pc:docMk/>
            <pc:sldMk cId="854168165" sldId="392"/>
            <ac:picMk id="14" creationId="{442C7FA5-3503-42F6-BCFE-D02511B64E77}"/>
          </ac:picMkLst>
        </pc:picChg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4227947010" sldId="393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1765113603" sldId="394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3898736340" sldId="395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2147548285" sldId="396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2882940706" sldId="397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2202335959" sldId="398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3753323128" sldId="399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545041832" sldId="400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1468411433" sldId="401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3803944980" sldId="404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2119725662" sldId="405"/>
        </pc:sldMkLst>
      </pc:sldChg>
      <pc:sldChg chg="modSp mod ord">
        <pc:chgData name="WILLIAM RICARDO AGUILAR PIÑA" userId="25538c52-b196-49fc-9025-2dd86a54f18a" providerId="ADAL" clId="{8C7D90C3-895E-4D22-B3BA-4F1983945D1B}" dt="2020-10-25T13:52:54.798" v="465" actId="1076"/>
        <pc:sldMkLst>
          <pc:docMk/>
          <pc:sldMk cId="1823623332" sldId="406"/>
        </pc:sldMkLst>
        <pc:spChg chg="mod">
          <ac:chgData name="WILLIAM RICARDO AGUILAR PIÑA" userId="25538c52-b196-49fc-9025-2dd86a54f18a" providerId="ADAL" clId="{8C7D90C3-895E-4D22-B3BA-4F1983945D1B}" dt="2020-10-25T13:52:54.798" v="465" actId="1076"/>
          <ac:spMkLst>
            <pc:docMk/>
            <pc:sldMk cId="1823623332" sldId="406"/>
            <ac:spMk id="8" creationId="{00000000-0000-0000-0000-000000000000}"/>
          </ac:spMkLst>
        </pc:spChg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2845195521" sldId="407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3753786401" sldId="408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4287917731" sldId="409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3395959137" sldId="410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1139395593" sldId="411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1376526617" sldId="412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1376514433" sldId="413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1802416395" sldId="415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3049153936" sldId="416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3213178569" sldId="417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2247759475" sldId="418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3605477086" sldId="419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2219987946" sldId="420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550326085" sldId="421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2594985207" sldId="422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1013676477" sldId="423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3942108715" sldId="424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1380260702" sldId="425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632517861" sldId="426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4203839214" sldId="427"/>
        </pc:sldMkLst>
      </pc:sldChg>
      <pc:sldChg chg="del">
        <pc:chgData name="WILLIAM RICARDO AGUILAR PIÑA" userId="25538c52-b196-49fc-9025-2dd86a54f18a" providerId="ADAL" clId="{8C7D90C3-895E-4D22-B3BA-4F1983945D1B}" dt="2020-10-25T14:05:30.538" v="1036" actId="47"/>
        <pc:sldMkLst>
          <pc:docMk/>
          <pc:sldMk cId="57113935" sldId="428"/>
        </pc:sldMkLst>
      </pc:sldChg>
      <pc:sldChg chg="addSp delSp modSp add mod">
        <pc:chgData name="WILLIAM RICARDO AGUILAR PIÑA" userId="25538c52-b196-49fc-9025-2dd86a54f18a" providerId="ADAL" clId="{8C7D90C3-895E-4D22-B3BA-4F1983945D1B}" dt="2020-10-25T14:04:22.924" v="1035" actId="478"/>
        <pc:sldMkLst>
          <pc:docMk/>
          <pc:sldMk cId="716226931" sldId="429"/>
        </pc:sldMkLst>
        <pc:spChg chg="mod">
          <ac:chgData name="WILLIAM RICARDO AGUILAR PIÑA" userId="25538c52-b196-49fc-9025-2dd86a54f18a" providerId="ADAL" clId="{8C7D90C3-895E-4D22-B3BA-4F1983945D1B}" dt="2020-10-25T14:03:53.405" v="1023" actId="1076"/>
          <ac:spMkLst>
            <pc:docMk/>
            <pc:sldMk cId="716226931" sldId="429"/>
            <ac:spMk id="8" creationId="{00000000-0000-0000-0000-000000000000}"/>
          </ac:spMkLst>
        </pc:spChg>
        <pc:picChg chg="del">
          <ac:chgData name="WILLIAM RICARDO AGUILAR PIÑA" userId="25538c52-b196-49fc-9025-2dd86a54f18a" providerId="ADAL" clId="{8C7D90C3-895E-4D22-B3BA-4F1983945D1B}" dt="2020-10-25T14:03:12.569" v="912" actId="478"/>
          <ac:picMkLst>
            <pc:docMk/>
            <pc:sldMk cId="716226931" sldId="429"/>
            <ac:picMk id="3" creationId="{713755D4-6D5C-4814-A7FE-102B6A1EE073}"/>
          </ac:picMkLst>
        </pc:picChg>
        <pc:picChg chg="add mod ord">
          <ac:chgData name="WILLIAM RICARDO AGUILAR PIÑA" userId="25538c52-b196-49fc-9025-2dd86a54f18a" providerId="ADAL" clId="{8C7D90C3-895E-4D22-B3BA-4F1983945D1B}" dt="2020-10-25T14:04:08.339" v="1032" actId="167"/>
          <ac:picMkLst>
            <pc:docMk/>
            <pc:sldMk cId="716226931" sldId="429"/>
            <ac:picMk id="4" creationId="{176132AB-D0D1-47C0-8B15-EA33DF4B4D45}"/>
          </ac:picMkLst>
        </pc:picChg>
        <pc:picChg chg="del">
          <ac:chgData name="WILLIAM RICARDO AGUILAR PIÑA" userId="25538c52-b196-49fc-9025-2dd86a54f18a" providerId="ADAL" clId="{8C7D90C3-895E-4D22-B3BA-4F1983945D1B}" dt="2020-10-25T14:03:11.219" v="911" actId="478"/>
          <ac:picMkLst>
            <pc:docMk/>
            <pc:sldMk cId="716226931" sldId="429"/>
            <ac:picMk id="5" creationId="{12AB9F71-B0B0-4B6E-9A0A-7E538F3EBE4F}"/>
          </ac:picMkLst>
        </pc:picChg>
        <pc:picChg chg="del">
          <ac:chgData name="WILLIAM RICARDO AGUILAR PIÑA" userId="25538c52-b196-49fc-9025-2dd86a54f18a" providerId="ADAL" clId="{8C7D90C3-895E-4D22-B3BA-4F1983945D1B}" dt="2020-10-25T14:04:22.924" v="1035" actId="478"/>
          <ac:picMkLst>
            <pc:docMk/>
            <pc:sldMk cId="716226931" sldId="429"/>
            <ac:picMk id="9" creationId="{2F6E8F39-2DD2-4B15-A0B6-EE84F7A500B8}"/>
          </ac:picMkLst>
        </pc:picChg>
        <pc:picChg chg="mod">
          <ac:chgData name="WILLIAM RICARDO AGUILAR PIÑA" userId="25538c52-b196-49fc-9025-2dd86a54f18a" providerId="ADAL" clId="{8C7D90C3-895E-4D22-B3BA-4F1983945D1B}" dt="2020-10-25T14:04:19.210" v="1034" actId="1076"/>
          <ac:picMkLst>
            <pc:docMk/>
            <pc:sldMk cId="716226931" sldId="429"/>
            <ac:picMk id="11" creationId="{772FB43C-8860-4E06-8948-20A740A3423E}"/>
          </ac:picMkLst>
        </pc:picChg>
        <pc:picChg chg="mod">
          <ac:chgData name="WILLIAM RICARDO AGUILAR PIÑA" userId="25538c52-b196-49fc-9025-2dd86a54f18a" providerId="ADAL" clId="{8C7D90C3-895E-4D22-B3BA-4F1983945D1B}" dt="2020-10-25T14:04:15.243" v="1033" actId="1076"/>
          <ac:picMkLst>
            <pc:docMk/>
            <pc:sldMk cId="716226931" sldId="429"/>
            <ac:picMk id="13" creationId="{17385EBF-F7DA-40CE-A87C-52C37947CA64}"/>
          </ac:picMkLst>
        </pc:picChg>
      </pc:sldChg>
      <pc:sldChg chg="modSp add mod">
        <pc:chgData name="WILLIAM RICARDO AGUILAR PIÑA" userId="25538c52-b196-49fc-9025-2dd86a54f18a" providerId="ADAL" clId="{8C7D90C3-895E-4D22-B3BA-4F1983945D1B}" dt="2020-10-25T14:05:46.752" v="1067" actId="20577"/>
        <pc:sldMkLst>
          <pc:docMk/>
          <pc:sldMk cId="3538789678" sldId="430"/>
        </pc:sldMkLst>
        <pc:spChg chg="mod">
          <ac:chgData name="WILLIAM RICARDO AGUILAR PIÑA" userId="25538c52-b196-49fc-9025-2dd86a54f18a" providerId="ADAL" clId="{8C7D90C3-895E-4D22-B3BA-4F1983945D1B}" dt="2020-10-25T14:05:46.752" v="1067" actId="20577"/>
          <ac:spMkLst>
            <pc:docMk/>
            <pc:sldMk cId="3538789678" sldId="430"/>
            <ac:spMk id="8" creationId="{00000000-0000-0000-0000-000000000000}"/>
          </ac:spMkLst>
        </pc:spChg>
      </pc:sldChg>
      <pc:sldChg chg="addSp delSp modSp add mod">
        <pc:chgData name="WILLIAM RICARDO AGUILAR PIÑA" userId="25538c52-b196-49fc-9025-2dd86a54f18a" providerId="ADAL" clId="{8C7D90C3-895E-4D22-B3BA-4F1983945D1B}" dt="2020-10-25T14:15:53.140" v="1461" actId="1076"/>
        <pc:sldMkLst>
          <pc:docMk/>
          <pc:sldMk cId="3704081396" sldId="431"/>
        </pc:sldMkLst>
        <pc:spChg chg="mod">
          <ac:chgData name="WILLIAM RICARDO AGUILAR PIÑA" userId="25538c52-b196-49fc-9025-2dd86a54f18a" providerId="ADAL" clId="{8C7D90C3-895E-4D22-B3BA-4F1983945D1B}" dt="2020-10-25T14:06:27.585" v="1069"/>
          <ac:spMkLst>
            <pc:docMk/>
            <pc:sldMk cId="3704081396" sldId="431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14:12:51.080" v="1396" actId="1076"/>
          <ac:spMkLst>
            <pc:docMk/>
            <pc:sldMk cId="3704081396" sldId="431"/>
            <ac:spMk id="8" creationId="{00000000-0000-0000-0000-000000000000}"/>
          </ac:spMkLst>
        </pc:spChg>
        <pc:picChg chg="del">
          <ac:chgData name="WILLIAM RICARDO AGUILAR PIÑA" userId="25538c52-b196-49fc-9025-2dd86a54f18a" providerId="ADAL" clId="{8C7D90C3-895E-4D22-B3BA-4F1983945D1B}" dt="2020-10-25T14:09:36.772" v="1299" actId="478"/>
          <ac:picMkLst>
            <pc:docMk/>
            <pc:sldMk cId="3704081396" sldId="431"/>
            <ac:picMk id="3" creationId="{713755D4-6D5C-4814-A7FE-102B6A1EE073}"/>
          </ac:picMkLst>
        </pc:picChg>
        <pc:picChg chg="add mod ord">
          <ac:chgData name="WILLIAM RICARDO AGUILAR PIÑA" userId="25538c52-b196-49fc-9025-2dd86a54f18a" providerId="ADAL" clId="{8C7D90C3-895E-4D22-B3BA-4F1983945D1B}" dt="2020-10-25T14:12:51.080" v="1396" actId="1076"/>
          <ac:picMkLst>
            <pc:docMk/>
            <pc:sldMk cId="3704081396" sldId="431"/>
            <ac:picMk id="4" creationId="{C1D9C143-312A-4FA6-A51E-C205C7CDBA78}"/>
          </ac:picMkLst>
        </pc:picChg>
        <pc:picChg chg="del">
          <ac:chgData name="WILLIAM RICARDO AGUILAR PIÑA" userId="25538c52-b196-49fc-9025-2dd86a54f18a" providerId="ADAL" clId="{8C7D90C3-895E-4D22-B3BA-4F1983945D1B}" dt="2020-10-25T14:09:36.383" v="1298" actId="478"/>
          <ac:picMkLst>
            <pc:docMk/>
            <pc:sldMk cId="3704081396" sldId="431"/>
            <ac:picMk id="5" creationId="{12AB9F71-B0B0-4B6E-9A0A-7E538F3EBE4F}"/>
          </ac:picMkLst>
        </pc:picChg>
        <pc:picChg chg="add del mod">
          <ac:chgData name="WILLIAM RICARDO AGUILAR PIÑA" userId="25538c52-b196-49fc-9025-2dd86a54f18a" providerId="ADAL" clId="{8C7D90C3-895E-4D22-B3BA-4F1983945D1B}" dt="2020-10-25T14:15:53.140" v="1461" actId="1076"/>
          <ac:picMkLst>
            <pc:docMk/>
            <pc:sldMk cId="3704081396" sldId="431"/>
            <ac:picMk id="9" creationId="{2F6E8F39-2DD2-4B15-A0B6-EE84F7A500B8}"/>
          </ac:picMkLst>
        </pc:picChg>
        <pc:picChg chg="mod">
          <ac:chgData name="WILLIAM RICARDO AGUILAR PIÑA" userId="25538c52-b196-49fc-9025-2dd86a54f18a" providerId="ADAL" clId="{8C7D90C3-895E-4D22-B3BA-4F1983945D1B}" dt="2020-10-25T14:12:51.080" v="1396" actId="1076"/>
          <ac:picMkLst>
            <pc:docMk/>
            <pc:sldMk cId="3704081396" sldId="431"/>
            <ac:picMk id="11" creationId="{772FB43C-8860-4E06-8948-20A740A3423E}"/>
          </ac:picMkLst>
        </pc:picChg>
        <pc:picChg chg="add mod ord">
          <ac:chgData name="WILLIAM RICARDO AGUILAR PIÑA" userId="25538c52-b196-49fc-9025-2dd86a54f18a" providerId="ADAL" clId="{8C7D90C3-895E-4D22-B3BA-4F1983945D1B}" dt="2020-10-25T14:12:51.080" v="1396" actId="1076"/>
          <ac:picMkLst>
            <pc:docMk/>
            <pc:sldMk cId="3704081396" sldId="431"/>
            <ac:picMk id="12" creationId="{7AEA967A-4F4B-45C0-987E-0413BF841752}"/>
          </ac:picMkLst>
        </pc:picChg>
        <pc:picChg chg="mod">
          <ac:chgData name="WILLIAM RICARDO AGUILAR PIÑA" userId="25538c52-b196-49fc-9025-2dd86a54f18a" providerId="ADAL" clId="{8C7D90C3-895E-4D22-B3BA-4F1983945D1B}" dt="2020-10-25T14:12:51.080" v="1396" actId="1076"/>
          <ac:picMkLst>
            <pc:docMk/>
            <pc:sldMk cId="3704081396" sldId="431"/>
            <ac:picMk id="13" creationId="{17385EBF-F7DA-40CE-A87C-52C37947CA64}"/>
          </ac:picMkLst>
        </pc:picChg>
      </pc:sldChg>
      <pc:sldChg chg="modSp add mod">
        <pc:chgData name="WILLIAM RICARDO AGUILAR PIÑA" userId="25538c52-b196-49fc-9025-2dd86a54f18a" providerId="ADAL" clId="{8C7D90C3-895E-4D22-B3BA-4F1983945D1B}" dt="2020-10-25T14:15:23.099" v="1453" actId="20577"/>
        <pc:sldMkLst>
          <pc:docMk/>
          <pc:sldMk cId="728675023" sldId="432"/>
        </pc:sldMkLst>
        <pc:spChg chg="mod">
          <ac:chgData name="WILLIAM RICARDO AGUILAR PIÑA" userId="25538c52-b196-49fc-9025-2dd86a54f18a" providerId="ADAL" clId="{8C7D90C3-895E-4D22-B3BA-4F1983945D1B}" dt="2020-10-25T14:15:23.099" v="1453" actId="20577"/>
          <ac:spMkLst>
            <pc:docMk/>
            <pc:sldMk cId="728675023" sldId="432"/>
            <ac:spMk id="8" creationId="{00000000-0000-0000-0000-000000000000}"/>
          </ac:spMkLst>
        </pc:spChg>
      </pc:sldChg>
      <pc:sldChg chg="addSp delSp modSp add mod">
        <pc:chgData name="WILLIAM RICARDO AGUILAR PIÑA" userId="25538c52-b196-49fc-9025-2dd86a54f18a" providerId="ADAL" clId="{8C7D90C3-895E-4D22-B3BA-4F1983945D1B}" dt="2020-10-25T14:31:19.199" v="2175" actId="22"/>
        <pc:sldMkLst>
          <pc:docMk/>
          <pc:sldMk cId="867158101" sldId="433"/>
        </pc:sldMkLst>
        <pc:spChg chg="mod">
          <ac:chgData name="WILLIAM RICARDO AGUILAR PIÑA" userId="25538c52-b196-49fc-9025-2dd86a54f18a" providerId="ADAL" clId="{8C7D90C3-895E-4D22-B3BA-4F1983945D1B}" dt="2020-10-25T14:15:37.382" v="1456"/>
          <ac:spMkLst>
            <pc:docMk/>
            <pc:sldMk cId="867158101" sldId="433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14:30:07.696" v="2150" actId="1037"/>
          <ac:spMkLst>
            <pc:docMk/>
            <pc:sldMk cId="867158101" sldId="433"/>
            <ac:spMk id="8" creationId="{00000000-0000-0000-0000-000000000000}"/>
          </ac:spMkLst>
        </pc:spChg>
        <pc:picChg chg="add del mod ord">
          <ac:chgData name="WILLIAM RICARDO AGUILAR PIÑA" userId="25538c52-b196-49fc-9025-2dd86a54f18a" providerId="ADAL" clId="{8C7D90C3-895E-4D22-B3BA-4F1983945D1B}" dt="2020-10-25T14:26:29.591" v="1939" actId="478"/>
          <ac:picMkLst>
            <pc:docMk/>
            <pc:sldMk cId="867158101" sldId="433"/>
            <ac:picMk id="3" creationId="{49F95505-537C-4CEA-9307-22554B516C6A}"/>
          </ac:picMkLst>
        </pc:picChg>
        <pc:picChg chg="del">
          <ac:chgData name="WILLIAM RICARDO AGUILAR PIÑA" userId="25538c52-b196-49fc-9025-2dd86a54f18a" providerId="ADAL" clId="{8C7D90C3-895E-4D22-B3BA-4F1983945D1B}" dt="2020-10-25T14:26:13.301" v="1933" actId="478"/>
          <ac:picMkLst>
            <pc:docMk/>
            <pc:sldMk cId="867158101" sldId="433"/>
            <ac:picMk id="4" creationId="{C1D9C143-312A-4FA6-A51E-C205C7CDBA78}"/>
          </ac:picMkLst>
        </pc:picChg>
        <pc:picChg chg="add mod ord">
          <ac:chgData name="WILLIAM RICARDO AGUILAR PIÑA" userId="25538c52-b196-49fc-9025-2dd86a54f18a" providerId="ADAL" clId="{8C7D90C3-895E-4D22-B3BA-4F1983945D1B}" dt="2020-10-25T14:30:01.152" v="2138" actId="1038"/>
          <ac:picMkLst>
            <pc:docMk/>
            <pc:sldMk cId="867158101" sldId="433"/>
            <ac:picMk id="7" creationId="{171FF25F-F03A-47DF-9939-7319F8468889}"/>
          </ac:picMkLst>
        </pc:picChg>
        <pc:picChg chg="del">
          <ac:chgData name="WILLIAM RICARDO AGUILAR PIÑA" userId="25538c52-b196-49fc-9025-2dd86a54f18a" providerId="ADAL" clId="{8C7D90C3-895E-4D22-B3BA-4F1983945D1B}" dt="2020-10-25T14:26:47.633" v="1957" actId="478"/>
          <ac:picMkLst>
            <pc:docMk/>
            <pc:sldMk cId="867158101" sldId="433"/>
            <ac:picMk id="9" creationId="{2F6E8F39-2DD2-4B15-A0B6-EE84F7A500B8}"/>
          </ac:picMkLst>
        </pc:picChg>
        <pc:picChg chg="mod">
          <ac:chgData name="WILLIAM RICARDO AGUILAR PIÑA" userId="25538c52-b196-49fc-9025-2dd86a54f18a" providerId="ADAL" clId="{8C7D90C3-895E-4D22-B3BA-4F1983945D1B}" dt="2020-10-25T14:30:01.152" v="2138" actId="1038"/>
          <ac:picMkLst>
            <pc:docMk/>
            <pc:sldMk cId="867158101" sldId="433"/>
            <ac:picMk id="11" creationId="{772FB43C-8860-4E06-8948-20A740A3423E}"/>
          </ac:picMkLst>
        </pc:picChg>
        <pc:picChg chg="del">
          <ac:chgData name="WILLIAM RICARDO AGUILAR PIÑA" userId="25538c52-b196-49fc-9025-2dd86a54f18a" providerId="ADAL" clId="{8C7D90C3-895E-4D22-B3BA-4F1983945D1B}" dt="2020-10-25T14:15:40.485" v="1457" actId="478"/>
          <ac:picMkLst>
            <pc:docMk/>
            <pc:sldMk cId="867158101" sldId="433"/>
            <ac:picMk id="12" creationId="{7AEA967A-4F4B-45C0-987E-0413BF841752}"/>
          </ac:picMkLst>
        </pc:picChg>
        <pc:picChg chg="mod">
          <ac:chgData name="WILLIAM RICARDO AGUILAR PIÑA" userId="25538c52-b196-49fc-9025-2dd86a54f18a" providerId="ADAL" clId="{8C7D90C3-895E-4D22-B3BA-4F1983945D1B}" dt="2020-10-25T14:30:01.152" v="2138" actId="1038"/>
          <ac:picMkLst>
            <pc:docMk/>
            <pc:sldMk cId="867158101" sldId="433"/>
            <ac:picMk id="13" creationId="{17385EBF-F7DA-40CE-A87C-52C37947CA64}"/>
          </ac:picMkLst>
        </pc:picChg>
        <pc:picChg chg="add mod">
          <ac:chgData name="WILLIAM RICARDO AGUILAR PIÑA" userId="25538c52-b196-49fc-9025-2dd86a54f18a" providerId="ADAL" clId="{8C7D90C3-895E-4D22-B3BA-4F1983945D1B}" dt="2020-10-25T14:30:01.152" v="2138" actId="1038"/>
          <ac:picMkLst>
            <pc:docMk/>
            <pc:sldMk cId="867158101" sldId="433"/>
            <ac:picMk id="15" creationId="{31FD6FA7-5F90-43A7-8379-0BD440AA4512}"/>
          </ac:picMkLst>
        </pc:picChg>
        <pc:picChg chg="add mod">
          <ac:chgData name="WILLIAM RICARDO AGUILAR PIÑA" userId="25538c52-b196-49fc-9025-2dd86a54f18a" providerId="ADAL" clId="{8C7D90C3-895E-4D22-B3BA-4F1983945D1B}" dt="2020-10-25T14:30:20.030" v="2168" actId="1035"/>
          <ac:picMkLst>
            <pc:docMk/>
            <pc:sldMk cId="867158101" sldId="433"/>
            <ac:picMk id="17" creationId="{EA26F6FB-7A7D-4172-8A87-B78E27D15AC0}"/>
          </ac:picMkLst>
        </pc:picChg>
        <pc:picChg chg="add mod">
          <ac:chgData name="WILLIAM RICARDO AGUILAR PIÑA" userId="25538c52-b196-49fc-9025-2dd86a54f18a" providerId="ADAL" clId="{8C7D90C3-895E-4D22-B3BA-4F1983945D1B}" dt="2020-10-25T14:30:29.244" v="2171" actId="1076"/>
          <ac:picMkLst>
            <pc:docMk/>
            <pc:sldMk cId="867158101" sldId="433"/>
            <ac:picMk id="19" creationId="{224C9311-0D9D-4C47-ADE2-A9A23714EE7E}"/>
          </ac:picMkLst>
        </pc:picChg>
        <pc:picChg chg="add mod">
          <ac:chgData name="WILLIAM RICARDO AGUILAR PIÑA" userId="25538c52-b196-49fc-9025-2dd86a54f18a" providerId="ADAL" clId="{8C7D90C3-895E-4D22-B3BA-4F1983945D1B}" dt="2020-10-25T14:30:33.180" v="2173" actId="1076"/>
          <ac:picMkLst>
            <pc:docMk/>
            <pc:sldMk cId="867158101" sldId="433"/>
            <ac:picMk id="21" creationId="{89CB925C-525D-40DD-9313-1A33EFB33C90}"/>
          </ac:picMkLst>
        </pc:picChg>
        <pc:picChg chg="add del">
          <ac:chgData name="WILLIAM RICARDO AGUILAR PIÑA" userId="25538c52-b196-49fc-9025-2dd86a54f18a" providerId="ADAL" clId="{8C7D90C3-895E-4D22-B3BA-4F1983945D1B}" dt="2020-10-25T14:31:19.199" v="2175" actId="22"/>
          <ac:picMkLst>
            <pc:docMk/>
            <pc:sldMk cId="867158101" sldId="433"/>
            <ac:picMk id="23" creationId="{4B7BD155-6095-423F-87AD-077A99C105EC}"/>
          </ac:picMkLst>
        </pc:picChg>
      </pc:sldChg>
      <pc:sldChg chg="modSp add mod">
        <pc:chgData name="WILLIAM RICARDO AGUILAR PIÑA" userId="25538c52-b196-49fc-9025-2dd86a54f18a" providerId="ADAL" clId="{8C7D90C3-895E-4D22-B3BA-4F1983945D1B}" dt="2020-10-25T14:55:47.808" v="2978" actId="20577"/>
        <pc:sldMkLst>
          <pc:docMk/>
          <pc:sldMk cId="1580261935" sldId="434"/>
        </pc:sldMkLst>
        <pc:spChg chg="mod">
          <ac:chgData name="WILLIAM RICARDO AGUILAR PIÑA" userId="25538c52-b196-49fc-9025-2dd86a54f18a" providerId="ADAL" clId="{8C7D90C3-895E-4D22-B3BA-4F1983945D1B}" dt="2020-10-25T14:55:47.808" v="2978" actId="20577"/>
          <ac:spMkLst>
            <pc:docMk/>
            <pc:sldMk cId="1580261935" sldId="434"/>
            <ac:spMk id="8" creationId="{00000000-0000-0000-0000-000000000000}"/>
          </ac:spMkLst>
        </pc:spChg>
      </pc:sldChg>
      <pc:sldChg chg="addSp delSp modSp add mod">
        <pc:chgData name="WILLIAM RICARDO AGUILAR PIÑA" userId="25538c52-b196-49fc-9025-2dd86a54f18a" providerId="ADAL" clId="{8C7D90C3-895E-4D22-B3BA-4F1983945D1B}" dt="2020-10-25T14:55:56.250" v="2980" actId="6549"/>
        <pc:sldMkLst>
          <pc:docMk/>
          <pc:sldMk cId="2664252017" sldId="435"/>
        </pc:sldMkLst>
        <pc:spChg chg="mod">
          <ac:chgData name="WILLIAM RICARDO AGUILAR PIÑA" userId="25538c52-b196-49fc-9025-2dd86a54f18a" providerId="ADAL" clId="{8C7D90C3-895E-4D22-B3BA-4F1983945D1B}" dt="2020-10-25T14:55:56.250" v="2980" actId="6549"/>
          <ac:spMkLst>
            <pc:docMk/>
            <pc:sldMk cId="2664252017" sldId="435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14:37:47.199" v="2299" actId="1076"/>
          <ac:spMkLst>
            <pc:docMk/>
            <pc:sldMk cId="2664252017" sldId="435"/>
            <ac:spMk id="8" creationId="{00000000-0000-0000-0000-000000000000}"/>
          </ac:spMkLst>
        </pc:spChg>
        <pc:picChg chg="add del mod">
          <ac:chgData name="WILLIAM RICARDO AGUILAR PIÑA" userId="25538c52-b196-49fc-9025-2dd86a54f18a" providerId="ADAL" clId="{8C7D90C3-895E-4D22-B3BA-4F1983945D1B}" dt="2020-10-25T14:33:57.200" v="2269" actId="478"/>
          <ac:picMkLst>
            <pc:docMk/>
            <pc:sldMk cId="2664252017" sldId="435"/>
            <ac:picMk id="3" creationId="{E185EAE5-EADF-4F6E-8223-B3C62F2A8A14}"/>
          </ac:picMkLst>
        </pc:picChg>
        <pc:picChg chg="add mod ord">
          <ac:chgData name="WILLIAM RICARDO AGUILAR PIÑA" userId="25538c52-b196-49fc-9025-2dd86a54f18a" providerId="ADAL" clId="{8C7D90C3-895E-4D22-B3BA-4F1983945D1B}" dt="2020-10-25T14:38:02.448" v="2307" actId="1038"/>
          <ac:picMkLst>
            <pc:docMk/>
            <pc:sldMk cId="2664252017" sldId="435"/>
            <ac:picMk id="5" creationId="{6A7D2051-65B4-43C4-8646-620684B8009C}"/>
          </ac:picMkLst>
        </pc:picChg>
        <pc:picChg chg="del">
          <ac:chgData name="WILLIAM RICARDO AGUILAR PIÑA" userId="25538c52-b196-49fc-9025-2dd86a54f18a" providerId="ADAL" clId="{8C7D90C3-895E-4D22-B3BA-4F1983945D1B}" dt="2020-10-25T14:31:43.501" v="2212" actId="478"/>
          <ac:picMkLst>
            <pc:docMk/>
            <pc:sldMk cId="2664252017" sldId="435"/>
            <ac:picMk id="7" creationId="{171FF25F-F03A-47DF-9939-7319F8468889}"/>
          </ac:picMkLst>
        </pc:picChg>
        <pc:picChg chg="mod">
          <ac:chgData name="WILLIAM RICARDO AGUILAR PIÑA" userId="25538c52-b196-49fc-9025-2dd86a54f18a" providerId="ADAL" clId="{8C7D90C3-895E-4D22-B3BA-4F1983945D1B}" dt="2020-10-25T14:38:06.709" v="2312" actId="1037"/>
          <ac:picMkLst>
            <pc:docMk/>
            <pc:sldMk cId="2664252017" sldId="435"/>
            <ac:picMk id="11" creationId="{772FB43C-8860-4E06-8948-20A740A3423E}"/>
          </ac:picMkLst>
        </pc:picChg>
        <pc:picChg chg="add del">
          <ac:chgData name="WILLIAM RICARDO AGUILAR PIÑA" userId="25538c52-b196-49fc-9025-2dd86a54f18a" providerId="ADAL" clId="{8C7D90C3-895E-4D22-B3BA-4F1983945D1B}" dt="2020-10-25T14:36:09.552" v="2280" actId="478"/>
          <ac:picMkLst>
            <pc:docMk/>
            <pc:sldMk cId="2664252017" sldId="435"/>
            <ac:picMk id="12" creationId="{168F61F6-EEC6-406F-B0B0-2763012AF915}"/>
          </ac:picMkLst>
        </pc:picChg>
        <pc:picChg chg="mod">
          <ac:chgData name="WILLIAM RICARDO AGUILAR PIÑA" userId="25538c52-b196-49fc-9025-2dd86a54f18a" providerId="ADAL" clId="{8C7D90C3-895E-4D22-B3BA-4F1983945D1B}" dt="2020-10-25T14:38:02.448" v="2307" actId="1038"/>
          <ac:picMkLst>
            <pc:docMk/>
            <pc:sldMk cId="2664252017" sldId="435"/>
            <ac:picMk id="13" creationId="{17385EBF-F7DA-40CE-A87C-52C37947CA64}"/>
          </ac:picMkLst>
        </pc:picChg>
        <pc:picChg chg="mod">
          <ac:chgData name="WILLIAM RICARDO AGUILAR PIÑA" userId="25538c52-b196-49fc-9025-2dd86a54f18a" providerId="ADAL" clId="{8C7D90C3-895E-4D22-B3BA-4F1983945D1B}" dt="2020-10-25T14:38:06.709" v="2312" actId="1037"/>
          <ac:picMkLst>
            <pc:docMk/>
            <pc:sldMk cId="2664252017" sldId="435"/>
            <ac:picMk id="15" creationId="{31FD6FA7-5F90-43A7-8379-0BD440AA4512}"/>
          </ac:picMkLst>
        </pc:picChg>
        <pc:picChg chg="add del">
          <ac:chgData name="WILLIAM RICARDO AGUILAR PIÑA" userId="25538c52-b196-49fc-9025-2dd86a54f18a" providerId="ADAL" clId="{8C7D90C3-895E-4D22-B3BA-4F1983945D1B}" dt="2020-10-25T14:36:16.927" v="2282" actId="478"/>
          <ac:picMkLst>
            <pc:docMk/>
            <pc:sldMk cId="2664252017" sldId="435"/>
            <ac:picMk id="16" creationId="{8A8DC4EC-8A58-49EB-9184-9E92764EBA46}"/>
          </ac:picMkLst>
        </pc:picChg>
        <pc:picChg chg="del">
          <ac:chgData name="WILLIAM RICARDO AGUILAR PIÑA" userId="25538c52-b196-49fc-9025-2dd86a54f18a" providerId="ADAL" clId="{8C7D90C3-895E-4D22-B3BA-4F1983945D1B}" dt="2020-10-25T14:31:44.348" v="2213" actId="478"/>
          <ac:picMkLst>
            <pc:docMk/>
            <pc:sldMk cId="2664252017" sldId="435"/>
            <ac:picMk id="17" creationId="{EA26F6FB-7A7D-4172-8A87-B78E27D15AC0}"/>
          </ac:picMkLst>
        </pc:picChg>
        <pc:picChg chg="del">
          <ac:chgData name="WILLIAM RICARDO AGUILAR PIÑA" userId="25538c52-b196-49fc-9025-2dd86a54f18a" providerId="ADAL" clId="{8C7D90C3-895E-4D22-B3BA-4F1983945D1B}" dt="2020-10-25T14:32:13.328" v="2216" actId="478"/>
          <ac:picMkLst>
            <pc:docMk/>
            <pc:sldMk cId="2664252017" sldId="435"/>
            <ac:picMk id="19" creationId="{224C9311-0D9D-4C47-ADE2-A9A23714EE7E}"/>
          </ac:picMkLst>
        </pc:picChg>
        <pc:picChg chg="add mod ord">
          <ac:chgData name="WILLIAM RICARDO AGUILAR PIÑA" userId="25538c52-b196-49fc-9025-2dd86a54f18a" providerId="ADAL" clId="{8C7D90C3-895E-4D22-B3BA-4F1983945D1B}" dt="2020-10-25T14:38:06.709" v="2312" actId="1037"/>
          <ac:picMkLst>
            <pc:docMk/>
            <pc:sldMk cId="2664252017" sldId="435"/>
            <ac:picMk id="20" creationId="{26FEE370-5EB9-4F83-B10A-05866E533878}"/>
          </ac:picMkLst>
        </pc:picChg>
        <pc:picChg chg="del">
          <ac:chgData name="WILLIAM RICARDO AGUILAR PIÑA" userId="25538c52-b196-49fc-9025-2dd86a54f18a" providerId="ADAL" clId="{8C7D90C3-895E-4D22-B3BA-4F1983945D1B}" dt="2020-10-25T14:32:13.328" v="2216" actId="478"/>
          <ac:picMkLst>
            <pc:docMk/>
            <pc:sldMk cId="2664252017" sldId="435"/>
            <ac:picMk id="21" creationId="{89CB925C-525D-40DD-9313-1A33EFB33C90}"/>
          </ac:picMkLst>
        </pc:picChg>
        <pc:picChg chg="add mod">
          <ac:chgData name="WILLIAM RICARDO AGUILAR PIÑA" userId="25538c52-b196-49fc-9025-2dd86a54f18a" providerId="ADAL" clId="{8C7D90C3-895E-4D22-B3BA-4F1983945D1B}" dt="2020-10-25T14:38:06.709" v="2312" actId="1037"/>
          <ac:picMkLst>
            <pc:docMk/>
            <pc:sldMk cId="2664252017" sldId="435"/>
            <ac:picMk id="23" creationId="{7F8D6A70-D9BE-429A-8345-99D30830B4E2}"/>
          </ac:picMkLst>
        </pc:picChg>
        <pc:picChg chg="add mod">
          <ac:chgData name="WILLIAM RICARDO AGUILAR PIÑA" userId="25538c52-b196-49fc-9025-2dd86a54f18a" providerId="ADAL" clId="{8C7D90C3-895E-4D22-B3BA-4F1983945D1B}" dt="2020-10-25T14:38:06.709" v="2312" actId="1037"/>
          <ac:picMkLst>
            <pc:docMk/>
            <pc:sldMk cId="2664252017" sldId="435"/>
            <ac:picMk id="25" creationId="{0BF4DE03-3D71-4471-AF1E-F5066EF61B7D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14:56:25.683" v="2988" actId="15"/>
        <pc:sldMkLst>
          <pc:docMk/>
          <pc:sldMk cId="2676913899" sldId="436"/>
        </pc:sldMkLst>
        <pc:spChg chg="mod">
          <ac:chgData name="WILLIAM RICARDO AGUILAR PIÑA" userId="25538c52-b196-49fc-9025-2dd86a54f18a" providerId="ADAL" clId="{8C7D90C3-895E-4D22-B3BA-4F1983945D1B}" dt="2020-10-25T14:56:00.290" v="2981"/>
          <ac:spMkLst>
            <pc:docMk/>
            <pc:sldMk cId="2676913899" sldId="436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14:56:25.683" v="2988" actId="15"/>
          <ac:spMkLst>
            <pc:docMk/>
            <pc:sldMk cId="2676913899" sldId="436"/>
            <ac:spMk id="8" creationId="{00000000-0000-0000-0000-000000000000}"/>
          </ac:spMkLst>
        </pc:spChg>
        <pc:spChg chg="add mod">
          <ac:chgData name="WILLIAM RICARDO AGUILAR PIÑA" userId="25538c52-b196-49fc-9025-2dd86a54f18a" providerId="ADAL" clId="{8C7D90C3-895E-4D22-B3BA-4F1983945D1B}" dt="2020-10-25T14:44:18.022" v="2726"/>
          <ac:spMkLst>
            <pc:docMk/>
            <pc:sldMk cId="2676913899" sldId="436"/>
            <ac:spMk id="9" creationId="{7E07541B-8C5E-483D-9C34-6918AF23DBE8}"/>
          </ac:spMkLst>
        </pc:spChg>
        <pc:spChg chg="add del mod">
          <ac:chgData name="WILLIAM RICARDO AGUILAR PIÑA" userId="25538c52-b196-49fc-9025-2dd86a54f18a" providerId="ADAL" clId="{8C7D90C3-895E-4D22-B3BA-4F1983945D1B}" dt="2020-10-25T14:45:17.485" v="2729" actId="478"/>
          <ac:spMkLst>
            <pc:docMk/>
            <pc:sldMk cId="2676913899" sldId="436"/>
            <ac:spMk id="19" creationId="{41BDAB70-D75A-4F3D-8905-A122583D4A75}"/>
          </ac:spMkLst>
        </pc:spChg>
        <pc:picChg chg="add mod ord">
          <ac:chgData name="WILLIAM RICARDO AGUILAR PIÑA" userId="25538c52-b196-49fc-9025-2dd86a54f18a" providerId="ADAL" clId="{8C7D90C3-895E-4D22-B3BA-4F1983945D1B}" dt="2020-10-25T14:43:08.062" v="2722" actId="14100"/>
          <ac:picMkLst>
            <pc:docMk/>
            <pc:sldMk cId="2676913899" sldId="436"/>
            <ac:picMk id="3" creationId="{75630C32-9FC2-45E8-84C1-626B94C256A2}"/>
          </ac:picMkLst>
        </pc:picChg>
        <pc:picChg chg="del">
          <ac:chgData name="WILLIAM RICARDO AGUILAR PIÑA" userId="25538c52-b196-49fc-9025-2dd86a54f18a" providerId="ADAL" clId="{8C7D90C3-895E-4D22-B3BA-4F1983945D1B}" dt="2020-10-25T14:39:21.707" v="2359" actId="478"/>
          <ac:picMkLst>
            <pc:docMk/>
            <pc:sldMk cId="2676913899" sldId="436"/>
            <ac:picMk id="5" creationId="{6A7D2051-65B4-43C4-8646-620684B8009C}"/>
          </ac:picMkLst>
        </pc:picChg>
        <pc:picChg chg="add mod ord">
          <ac:chgData name="WILLIAM RICARDO AGUILAR PIÑA" userId="25538c52-b196-49fc-9025-2dd86a54f18a" providerId="ADAL" clId="{8C7D90C3-895E-4D22-B3BA-4F1983945D1B}" dt="2020-10-25T14:42:03.148" v="2665" actId="167"/>
          <ac:picMkLst>
            <pc:docMk/>
            <pc:sldMk cId="2676913899" sldId="436"/>
            <ac:picMk id="7" creationId="{F2713668-720A-4136-AE8C-FD53D2B14B5C}"/>
          </ac:picMkLst>
        </pc:picChg>
        <pc:picChg chg="mod">
          <ac:chgData name="WILLIAM RICARDO AGUILAR PIÑA" userId="25538c52-b196-49fc-9025-2dd86a54f18a" providerId="ADAL" clId="{8C7D90C3-895E-4D22-B3BA-4F1983945D1B}" dt="2020-10-25T14:42:07.593" v="2667" actId="1076"/>
          <ac:picMkLst>
            <pc:docMk/>
            <pc:sldMk cId="2676913899" sldId="436"/>
            <ac:picMk id="11" creationId="{772FB43C-8860-4E06-8948-20A740A3423E}"/>
          </ac:picMkLst>
        </pc:picChg>
        <pc:picChg chg="mod">
          <ac:chgData name="WILLIAM RICARDO AGUILAR PIÑA" userId="25538c52-b196-49fc-9025-2dd86a54f18a" providerId="ADAL" clId="{8C7D90C3-895E-4D22-B3BA-4F1983945D1B}" dt="2020-10-25T14:41:57.998" v="2664" actId="1037"/>
          <ac:picMkLst>
            <pc:docMk/>
            <pc:sldMk cId="2676913899" sldId="436"/>
            <ac:picMk id="13" creationId="{17385EBF-F7DA-40CE-A87C-52C37947CA64}"/>
          </ac:picMkLst>
        </pc:picChg>
        <pc:picChg chg="mod">
          <ac:chgData name="WILLIAM RICARDO AGUILAR PIÑA" userId="25538c52-b196-49fc-9025-2dd86a54f18a" providerId="ADAL" clId="{8C7D90C3-895E-4D22-B3BA-4F1983945D1B}" dt="2020-10-25T14:42:05.638" v="2666" actId="1076"/>
          <ac:picMkLst>
            <pc:docMk/>
            <pc:sldMk cId="2676913899" sldId="436"/>
            <ac:picMk id="15" creationId="{31FD6FA7-5F90-43A7-8379-0BD440AA4512}"/>
          </ac:picMkLst>
        </pc:picChg>
        <pc:picChg chg="add del">
          <ac:chgData name="WILLIAM RICARDO AGUILAR PIÑA" userId="25538c52-b196-49fc-9025-2dd86a54f18a" providerId="ADAL" clId="{8C7D90C3-895E-4D22-B3BA-4F1983945D1B}" dt="2020-10-25T14:39:49.067" v="2366" actId="478"/>
          <ac:picMkLst>
            <pc:docMk/>
            <pc:sldMk cId="2676913899" sldId="436"/>
            <ac:picMk id="20" creationId="{26FEE370-5EB9-4F83-B10A-05866E533878}"/>
          </ac:picMkLst>
        </pc:picChg>
        <pc:picChg chg="del">
          <ac:chgData name="WILLIAM RICARDO AGUILAR PIÑA" userId="25538c52-b196-49fc-9025-2dd86a54f18a" providerId="ADAL" clId="{8C7D90C3-895E-4D22-B3BA-4F1983945D1B}" dt="2020-10-25T14:41:45.734" v="2645" actId="478"/>
          <ac:picMkLst>
            <pc:docMk/>
            <pc:sldMk cId="2676913899" sldId="436"/>
            <ac:picMk id="23" creationId="{7F8D6A70-D9BE-429A-8345-99D30830B4E2}"/>
          </ac:picMkLst>
        </pc:picChg>
        <pc:picChg chg="mod">
          <ac:chgData name="WILLIAM RICARDO AGUILAR PIÑA" userId="25538c52-b196-49fc-9025-2dd86a54f18a" providerId="ADAL" clId="{8C7D90C3-895E-4D22-B3BA-4F1983945D1B}" dt="2020-10-25T14:42:09.945" v="2668" actId="1076"/>
          <ac:picMkLst>
            <pc:docMk/>
            <pc:sldMk cId="2676913899" sldId="436"/>
            <ac:picMk id="25" creationId="{0BF4DE03-3D71-4471-AF1E-F5066EF61B7D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14:56:04.265" v="2982"/>
        <pc:sldMkLst>
          <pc:docMk/>
          <pc:sldMk cId="1155573276" sldId="437"/>
        </pc:sldMkLst>
        <pc:spChg chg="mod">
          <ac:chgData name="WILLIAM RICARDO AGUILAR PIÑA" userId="25538c52-b196-49fc-9025-2dd86a54f18a" providerId="ADAL" clId="{8C7D90C3-895E-4D22-B3BA-4F1983945D1B}" dt="2020-10-25T14:56:04.265" v="2982"/>
          <ac:spMkLst>
            <pc:docMk/>
            <pc:sldMk cId="1155573276" sldId="437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14:54:26.793" v="2947" actId="20577"/>
          <ac:spMkLst>
            <pc:docMk/>
            <pc:sldMk cId="1155573276" sldId="437"/>
            <ac:spMk id="8" creationId="{00000000-0000-0000-0000-000000000000}"/>
          </ac:spMkLst>
        </pc:spChg>
        <pc:spChg chg="del">
          <ac:chgData name="WILLIAM RICARDO AGUILAR PIÑA" userId="25538c52-b196-49fc-9025-2dd86a54f18a" providerId="ADAL" clId="{8C7D90C3-895E-4D22-B3BA-4F1983945D1B}" dt="2020-10-25T14:46:15.510" v="2900" actId="478"/>
          <ac:spMkLst>
            <pc:docMk/>
            <pc:sldMk cId="1155573276" sldId="437"/>
            <ac:spMk id="9" creationId="{7E07541B-8C5E-483D-9C34-6918AF23DBE8}"/>
          </ac:spMkLst>
        </pc:spChg>
        <pc:picChg chg="del">
          <ac:chgData name="WILLIAM RICARDO AGUILAR PIÑA" userId="25538c52-b196-49fc-9025-2dd86a54f18a" providerId="ADAL" clId="{8C7D90C3-895E-4D22-B3BA-4F1983945D1B}" dt="2020-10-25T14:46:12.940" v="2898" actId="478"/>
          <ac:picMkLst>
            <pc:docMk/>
            <pc:sldMk cId="1155573276" sldId="437"/>
            <ac:picMk id="3" creationId="{75630C32-9FC2-45E8-84C1-626B94C256A2}"/>
          </ac:picMkLst>
        </pc:picChg>
        <pc:picChg chg="add del mod ord">
          <ac:chgData name="WILLIAM RICARDO AGUILAR PIÑA" userId="25538c52-b196-49fc-9025-2dd86a54f18a" providerId="ADAL" clId="{8C7D90C3-895E-4D22-B3BA-4F1983945D1B}" dt="2020-10-25T14:53:35.773" v="2911" actId="478"/>
          <ac:picMkLst>
            <pc:docMk/>
            <pc:sldMk cId="1155573276" sldId="437"/>
            <ac:picMk id="4" creationId="{3C6BA3C2-4D27-4CEC-99E8-02ED5FF4FC5E}"/>
          </ac:picMkLst>
        </pc:picChg>
        <pc:picChg chg="add mod">
          <ac:chgData name="WILLIAM RICARDO AGUILAR PIÑA" userId="25538c52-b196-49fc-9025-2dd86a54f18a" providerId="ADAL" clId="{8C7D90C3-895E-4D22-B3BA-4F1983945D1B}" dt="2020-10-25T14:46:39.699" v="2910" actId="1076"/>
          <ac:picMkLst>
            <pc:docMk/>
            <pc:sldMk cId="1155573276" sldId="437"/>
            <ac:picMk id="5" creationId="{71EB7AA2-87B0-4144-B792-A949DEC1D173}"/>
          </ac:picMkLst>
        </pc:picChg>
        <pc:picChg chg="del">
          <ac:chgData name="WILLIAM RICARDO AGUILAR PIÑA" userId="25538c52-b196-49fc-9025-2dd86a54f18a" providerId="ADAL" clId="{8C7D90C3-895E-4D22-B3BA-4F1983945D1B}" dt="2020-10-25T14:46:13.494" v="2899" actId="478"/>
          <ac:picMkLst>
            <pc:docMk/>
            <pc:sldMk cId="1155573276" sldId="437"/>
            <ac:picMk id="7" creationId="{F2713668-720A-4136-AE8C-FD53D2B14B5C}"/>
          </ac:picMkLst>
        </pc:picChg>
        <pc:picChg chg="del">
          <ac:chgData name="WILLIAM RICARDO AGUILAR PIÑA" userId="25538c52-b196-49fc-9025-2dd86a54f18a" providerId="ADAL" clId="{8C7D90C3-895E-4D22-B3BA-4F1983945D1B}" dt="2020-10-25T14:46:32.247" v="2905" actId="478"/>
          <ac:picMkLst>
            <pc:docMk/>
            <pc:sldMk cId="1155573276" sldId="437"/>
            <ac:picMk id="11" creationId="{772FB43C-8860-4E06-8948-20A740A3423E}"/>
          </ac:picMkLst>
        </pc:picChg>
        <pc:picChg chg="mod">
          <ac:chgData name="WILLIAM RICARDO AGUILAR PIÑA" userId="25538c52-b196-49fc-9025-2dd86a54f18a" providerId="ADAL" clId="{8C7D90C3-895E-4D22-B3BA-4F1983945D1B}" dt="2020-10-25T14:46:37.364" v="2908" actId="1076"/>
          <ac:picMkLst>
            <pc:docMk/>
            <pc:sldMk cId="1155573276" sldId="437"/>
            <ac:picMk id="13" creationId="{17385EBF-F7DA-40CE-A87C-52C37947CA64}"/>
          </ac:picMkLst>
        </pc:picChg>
        <pc:picChg chg="del">
          <ac:chgData name="WILLIAM RICARDO AGUILAR PIÑA" userId="25538c52-b196-49fc-9025-2dd86a54f18a" providerId="ADAL" clId="{8C7D90C3-895E-4D22-B3BA-4F1983945D1B}" dt="2020-10-25T14:46:34.362" v="2907" actId="478"/>
          <ac:picMkLst>
            <pc:docMk/>
            <pc:sldMk cId="1155573276" sldId="437"/>
            <ac:picMk id="15" creationId="{31FD6FA7-5F90-43A7-8379-0BD440AA4512}"/>
          </ac:picMkLst>
        </pc:picChg>
        <pc:picChg chg="add mod ord">
          <ac:chgData name="WILLIAM RICARDO AGUILAR PIÑA" userId="25538c52-b196-49fc-9025-2dd86a54f18a" providerId="ADAL" clId="{8C7D90C3-895E-4D22-B3BA-4F1983945D1B}" dt="2020-10-25T14:54:06.184" v="2918" actId="167"/>
          <ac:picMkLst>
            <pc:docMk/>
            <pc:sldMk cId="1155573276" sldId="437"/>
            <ac:picMk id="16" creationId="{8940DE55-68FB-4807-AADC-ECFB137C84A9}"/>
          </ac:picMkLst>
        </pc:picChg>
        <pc:picChg chg="del">
          <ac:chgData name="WILLIAM RICARDO AGUILAR PIÑA" userId="25538c52-b196-49fc-9025-2dd86a54f18a" providerId="ADAL" clId="{8C7D90C3-895E-4D22-B3BA-4F1983945D1B}" dt="2020-10-25T14:46:33.548" v="2906" actId="478"/>
          <ac:picMkLst>
            <pc:docMk/>
            <pc:sldMk cId="1155573276" sldId="437"/>
            <ac:picMk id="25" creationId="{0BF4DE03-3D71-4471-AF1E-F5066EF61B7D}"/>
          </ac:picMkLst>
        </pc:picChg>
      </pc:sldChg>
      <pc:sldChg chg="modSp add mod">
        <pc:chgData name="WILLIAM RICARDO AGUILAR PIÑA" userId="25538c52-b196-49fc-9025-2dd86a54f18a" providerId="ADAL" clId="{8C7D90C3-895E-4D22-B3BA-4F1983945D1B}" dt="2020-10-25T14:55:37.378" v="2967" actId="20577"/>
        <pc:sldMkLst>
          <pc:docMk/>
          <pc:sldMk cId="1763586948" sldId="438"/>
        </pc:sldMkLst>
        <pc:spChg chg="mod">
          <ac:chgData name="WILLIAM RICARDO AGUILAR PIÑA" userId="25538c52-b196-49fc-9025-2dd86a54f18a" providerId="ADAL" clId="{8C7D90C3-895E-4D22-B3BA-4F1983945D1B}" dt="2020-10-25T14:55:37.378" v="2967" actId="20577"/>
          <ac:spMkLst>
            <pc:docMk/>
            <pc:sldMk cId="1763586948" sldId="438"/>
            <ac:spMk id="8" creationId="{00000000-0000-0000-0000-000000000000}"/>
          </ac:spMkLst>
        </pc:spChg>
      </pc:sldChg>
      <pc:sldChg chg="delSp modSp add mod">
        <pc:chgData name="WILLIAM RICARDO AGUILAR PIÑA" userId="25538c52-b196-49fc-9025-2dd86a54f18a" providerId="ADAL" clId="{8C7D90C3-895E-4D22-B3BA-4F1983945D1B}" dt="2020-10-25T22:41:15.456" v="4167" actId="1076"/>
        <pc:sldMkLst>
          <pc:docMk/>
          <pc:sldMk cId="3047794565" sldId="439"/>
        </pc:sldMkLst>
        <pc:spChg chg="mod">
          <ac:chgData name="WILLIAM RICARDO AGUILAR PIÑA" userId="25538c52-b196-49fc-9025-2dd86a54f18a" providerId="ADAL" clId="{8C7D90C3-895E-4D22-B3BA-4F1983945D1B}" dt="2020-10-25T22:36:17.459" v="3838" actId="120"/>
          <ac:spMkLst>
            <pc:docMk/>
            <pc:sldMk cId="3047794565" sldId="439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22:41:15.456" v="4167" actId="1076"/>
          <ac:spMkLst>
            <pc:docMk/>
            <pc:sldMk cId="3047794565" sldId="439"/>
            <ac:spMk id="8" creationId="{00000000-0000-0000-0000-000000000000}"/>
          </ac:spMkLst>
        </pc:spChg>
        <pc:picChg chg="del">
          <ac:chgData name="WILLIAM RICARDO AGUILAR PIÑA" userId="25538c52-b196-49fc-9025-2dd86a54f18a" providerId="ADAL" clId="{8C7D90C3-895E-4D22-B3BA-4F1983945D1B}" dt="2020-10-25T14:56:15.970" v="2984" actId="478"/>
          <ac:picMkLst>
            <pc:docMk/>
            <pc:sldMk cId="3047794565" sldId="439"/>
            <ac:picMk id="5" creationId="{6A7D2051-65B4-43C4-8646-620684B8009C}"/>
          </ac:picMkLst>
        </pc:picChg>
        <pc:picChg chg="del">
          <ac:chgData name="WILLIAM RICARDO AGUILAR PIÑA" userId="25538c52-b196-49fc-9025-2dd86a54f18a" providerId="ADAL" clId="{8C7D90C3-895E-4D22-B3BA-4F1983945D1B}" dt="2020-10-25T22:30:01.023" v="3745" actId="478"/>
          <ac:picMkLst>
            <pc:docMk/>
            <pc:sldMk cId="3047794565" sldId="439"/>
            <ac:picMk id="11" creationId="{772FB43C-8860-4E06-8948-20A740A3423E}"/>
          </ac:picMkLst>
        </pc:picChg>
        <pc:picChg chg="del">
          <ac:chgData name="WILLIAM RICARDO AGUILAR PIÑA" userId="25538c52-b196-49fc-9025-2dd86a54f18a" providerId="ADAL" clId="{8C7D90C3-895E-4D22-B3BA-4F1983945D1B}" dt="2020-10-25T22:30:03.270" v="3746" actId="478"/>
          <ac:picMkLst>
            <pc:docMk/>
            <pc:sldMk cId="3047794565" sldId="439"/>
            <ac:picMk id="13" creationId="{17385EBF-F7DA-40CE-A87C-52C37947CA64}"/>
          </ac:picMkLst>
        </pc:picChg>
        <pc:picChg chg="del">
          <ac:chgData name="WILLIAM RICARDO AGUILAR PIÑA" userId="25538c52-b196-49fc-9025-2dd86a54f18a" providerId="ADAL" clId="{8C7D90C3-895E-4D22-B3BA-4F1983945D1B}" dt="2020-10-25T22:30:01.023" v="3745" actId="478"/>
          <ac:picMkLst>
            <pc:docMk/>
            <pc:sldMk cId="3047794565" sldId="439"/>
            <ac:picMk id="15" creationId="{31FD6FA7-5F90-43A7-8379-0BD440AA4512}"/>
          </ac:picMkLst>
        </pc:picChg>
        <pc:picChg chg="del">
          <ac:chgData name="WILLIAM RICARDO AGUILAR PIÑA" userId="25538c52-b196-49fc-9025-2dd86a54f18a" providerId="ADAL" clId="{8C7D90C3-895E-4D22-B3BA-4F1983945D1B}" dt="2020-10-25T14:56:17.290" v="2986" actId="478"/>
          <ac:picMkLst>
            <pc:docMk/>
            <pc:sldMk cId="3047794565" sldId="439"/>
            <ac:picMk id="20" creationId="{26FEE370-5EB9-4F83-B10A-05866E533878}"/>
          </ac:picMkLst>
        </pc:picChg>
        <pc:picChg chg="del">
          <ac:chgData name="WILLIAM RICARDO AGUILAR PIÑA" userId="25538c52-b196-49fc-9025-2dd86a54f18a" providerId="ADAL" clId="{8C7D90C3-895E-4D22-B3BA-4F1983945D1B}" dt="2020-10-25T14:56:16.627" v="2985" actId="478"/>
          <ac:picMkLst>
            <pc:docMk/>
            <pc:sldMk cId="3047794565" sldId="439"/>
            <ac:picMk id="23" creationId="{7F8D6A70-D9BE-429A-8345-99D30830B4E2}"/>
          </ac:picMkLst>
        </pc:picChg>
        <pc:picChg chg="del">
          <ac:chgData name="WILLIAM RICARDO AGUILAR PIÑA" userId="25538c52-b196-49fc-9025-2dd86a54f18a" providerId="ADAL" clId="{8C7D90C3-895E-4D22-B3BA-4F1983945D1B}" dt="2020-10-25T22:30:01.023" v="3745" actId="478"/>
          <ac:picMkLst>
            <pc:docMk/>
            <pc:sldMk cId="3047794565" sldId="439"/>
            <ac:picMk id="25" creationId="{0BF4DE03-3D71-4471-AF1E-F5066EF61B7D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2:57:56.813" v="4405"/>
        <pc:sldMkLst>
          <pc:docMk/>
          <pc:sldMk cId="639323797" sldId="440"/>
        </pc:sldMkLst>
        <pc:spChg chg="mod">
          <ac:chgData name="WILLIAM RICARDO AGUILAR PIÑA" userId="25538c52-b196-49fc-9025-2dd86a54f18a" providerId="ADAL" clId="{8C7D90C3-895E-4D22-B3BA-4F1983945D1B}" dt="2020-10-25T22:57:56.813" v="4405"/>
          <ac:spMkLst>
            <pc:docMk/>
            <pc:sldMk cId="639323797" sldId="440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22:45:16.610" v="4221" actId="14100"/>
          <ac:spMkLst>
            <pc:docMk/>
            <pc:sldMk cId="639323797" sldId="440"/>
            <ac:spMk id="8" creationId="{00000000-0000-0000-0000-000000000000}"/>
          </ac:spMkLst>
        </pc:spChg>
        <pc:spChg chg="add del mod">
          <ac:chgData name="WILLIAM RICARDO AGUILAR PIÑA" userId="25538c52-b196-49fc-9025-2dd86a54f18a" providerId="ADAL" clId="{8C7D90C3-895E-4D22-B3BA-4F1983945D1B}" dt="2020-10-25T22:42:07.453" v="4170" actId="478"/>
          <ac:spMkLst>
            <pc:docMk/>
            <pc:sldMk cId="639323797" sldId="440"/>
            <ac:spMk id="17" creationId="{07011089-C020-414E-BD9B-B4C31F49AF7D}"/>
          </ac:spMkLst>
        </pc:spChg>
        <pc:picChg chg="add del mod ord">
          <ac:chgData name="WILLIAM RICARDO AGUILAR PIÑA" userId="25538c52-b196-49fc-9025-2dd86a54f18a" providerId="ADAL" clId="{8C7D90C3-895E-4D22-B3BA-4F1983945D1B}" dt="2020-10-25T22:37:02.885" v="3840" actId="478"/>
          <ac:picMkLst>
            <pc:docMk/>
            <pc:sldMk cId="639323797" sldId="440"/>
            <ac:picMk id="3" creationId="{5E8D4F99-B497-4699-A008-E0A2860BE258}"/>
          </ac:picMkLst>
        </pc:picChg>
        <pc:picChg chg="add del mod">
          <ac:chgData name="WILLIAM RICARDO AGUILAR PIÑA" userId="25538c52-b196-49fc-9025-2dd86a54f18a" providerId="ADAL" clId="{8C7D90C3-895E-4D22-B3BA-4F1983945D1B}" dt="2020-10-25T22:38:52.216" v="3887" actId="478"/>
          <ac:picMkLst>
            <pc:docMk/>
            <pc:sldMk cId="639323797" sldId="440"/>
            <ac:picMk id="4" creationId="{30BEA1B8-9991-41AC-9CE6-C76BB5396C37}"/>
          </ac:picMkLst>
        </pc:picChg>
        <pc:picChg chg="mod">
          <ac:chgData name="WILLIAM RICARDO AGUILAR PIÑA" userId="25538c52-b196-49fc-9025-2dd86a54f18a" providerId="ADAL" clId="{8C7D90C3-895E-4D22-B3BA-4F1983945D1B}" dt="2020-10-25T22:38:44.373" v="3885" actId="1076"/>
          <ac:picMkLst>
            <pc:docMk/>
            <pc:sldMk cId="639323797" sldId="440"/>
            <ac:picMk id="5" creationId="{71EB7AA2-87B0-4144-B792-A949DEC1D173}"/>
          </ac:picMkLst>
        </pc:picChg>
        <pc:picChg chg="add mod">
          <ac:chgData name="WILLIAM RICARDO AGUILAR PIÑA" userId="25538c52-b196-49fc-9025-2dd86a54f18a" providerId="ADAL" clId="{8C7D90C3-895E-4D22-B3BA-4F1983945D1B}" dt="2020-10-25T22:38:48.916" v="3886" actId="1076"/>
          <ac:picMkLst>
            <pc:docMk/>
            <pc:sldMk cId="639323797" sldId="440"/>
            <ac:picMk id="7" creationId="{D5939204-EF95-405C-ADDA-10F4E58D8E8C}"/>
          </ac:picMkLst>
        </pc:picChg>
        <pc:picChg chg="del">
          <ac:chgData name="WILLIAM RICARDO AGUILAR PIÑA" userId="25538c52-b196-49fc-9025-2dd86a54f18a" providerId="ADAL" clId="{8C7D90C3-895E-4D22-B3BA-4F1983945D1B}" dt="2020-10-25T22:30:51.033" v="3757" actId="478"/>
          <ac:picMkLst>
            <pc:docMk/>
            <pc:sldMk cId="639323797" sldId="440"/>
            <ac:picMk id="13" creationId="{17385EBF-F7DA-40CE-A87C-52C37947CA64}"/>
          </ac:picMkLst>
        </pc:picChg>
        <pc:picChg chg="add mod ord">
          <ac:chgData name="WILLIAM RICARDO AGUILAR PIÑA" userId="25538c52-b196-49fc-9025-2dd86a54f18a" providerId="ADAL" clId="{8C7D90C3-895E-4D22-B3BA-4F1983945D1B}" dt="2020-10-25T22:38:40.033" v="3884" actId="1037"/>
          <ac:picMkLst>
            <pc:docMk/>
            <pc:sldMk cId="639323797" sldId="440"/>
            <ac:picMk id="14" creationId="{7DC6290C-FDC8-4138-B4C4-E58B44E674A5}"/>
          </ac:picMkLst>
        </pc:picChg>
        <pc:picChg chg="del">
          <ac:chgData name="WILLIAM RICARDO AGUILAR PIÑA" userId="25538c52-b196-49fc-9025-2dd86a54f18a" providerId="ADAL" clId="{8C7D90C3-895E-4D22-B3BA-4F1983945D1B}" dt="2020-10-25T22:30:48.070" v="3756" actId="478"/>
          <ac:picMkLst>
            <pc:docMk/>
            <pc:sldMk cId="639323797" sldId="440"/>
            <ac:picMk id="16" creationId="{8940DE55-68FB-4807-AADC-ECFB137C84A9}"/>
          </ac:picMkLst>
        </pc:picChg>
      </pc:sldChg>
      <pc:sldChg chg="modSp add mod">
        <pc:chgData name="WILLIAM RICARDO AGUILAR PIÑA" userId="25538c52-b196-49fc-9025-2dd86a54f18a" providerId="ADAL" clId="{8C7D90C3-895E-4D22-B3BA-4F1983945D1B}" dt="2020-10-25T22:36:10.180" v="3837" actId="120"/>
        <pc:sldMkLst>
          <pc:docMk/>
          <pc:sldMk cId="727428934" sldId="441"/>
        </pc:sldMkLst>
        <pc:spChg chg="mod">
          <ac:chgData name="WILLIAM RICARDO AGUILAR PIÑA" userId="25538c52-b196-49fc-9025-2dd86a54f18a" providerId="ADAL" clId="{8C7D90C3-895E-4D22-B3BA-4F1983945D1B}" dt="2020-10-25T22:36:10.180" v="3837" actId="120"/>
          <ac:spMkLst>
            <pc:docMk/>
            <pc:sldMk cId="727428934" sldId="441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22:36:08.250" v="3836" actId="1076"/>
          <ac:spMkLst>
            <pc:docMk/>
            <pc:sldMk cId="727428934" sldId="441"/>
            <ac:spMk id="8" creationId="{00000000-0000-0000-0000-000000000000}"/>
          </ac:spMkLst>
        </pc:spChg>
      </pc:sldChg>
      <pc:sldChg chg="add del">
        <pc:chgData name="WILLIAM RICARDO AGUILAR PIÑA" userId="25538c52-b196-49fc-9025-2dd86a54f18a" providerId="ADAL" clId="{8C7D90C3-895E-4D22-B3BA-4F1983945D1B}" dt="2020-10-25T22:35:50.657" v="3830" actId="47"/>
        <pc:sldMkLst>
          <pc:docMk/>
          <pc:sldMk cId="2995621452" sldId="442"/>
        </pc:sldMkLst>
      </pc:sldChg>
      <pc:sldChg chg="addSp modSp add mod">
        <pc:chgData name="WILLIAM RICARDO AGUILAR PIÑA" userId="25538c52-b196-49fc-9025-2dd86a54f18a" providerId="ADAL" clId="{8C7D90C3-895E-4D22-B3BA-4F1983945D1B}" dt="2020-10-25T22:58:11.160" v="4411"/>
        <pc:sldMkLst>
          <pc:docMk/>
          <pc:sldMk cId="3279557022" sldId="442"/>
        </pc:sldMkLst>
        <pc:spChg chg="add mod">
          <ac:chgData name="WILLIAM RICARDO AGUILAR PIÑA" userId="25538c52-b196-49fc-9025-2dd86a54f18a" providerId="ADAL" clId="{8C7D90C3-895E-4D22-B3BA-4F1983945D1B}" dt="2020-10-25T22:49:20.438" v="4292"/>
          <ac:spMkLst>
            <pc:docMk/>
            <pc:sldMk cId="3279557022" sldId="442"/>
            <ac:spMk id="2" creationId="{A929751B-E97B-402B-9909-6637F898E8F6}"/>
          </ac:spMkLst>
        </pc:spChg>
        <pc:spChg chg="mod">
          <ac:chgData name="WILLIAM RICARDO AGUILAR PIÑA" userId="25538c52-b196-49fc-9025-2dd86a54f18a" providerId="ADAL" clId="{8C7D90C3-895E-4D22-B3BA-4F1983945D1B}" dt="2020-10-25T22:58:11.160" v="4411"/>
          <ac:spMkLst>
            <pc:docMk/>
            <pc:sldMk cId="3279557022" sldId="442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22:48:38.704" v="4288" actId="14100"/>
          <ac:spMkLst>
            <pc:docMk/>
            <pc:sldMk cId="3279557022" sldId="442"/>
            <ac:spMk id="8" creationId="{00000000-0000-0000-0000-000000000000}"/>
          </ac:spMkLst>
        </pc:spChg>
        <pc:picChg chg="mod">
          <ac:chgData name="WILLIAM RICARDO AGUILAR PIÑA" userId="25538c52-b196-49fc-9025-2dd86a54f18a" providerId="ADAL" clId="{8C7D90C3-895E-4D22-B3BA-4F1983945D1B}" dt="2020-10-25T22:48:44.947" v="4289" actId="1076"/>
          <ac:picMkLst>
            <pc:docMk/>
            <pc:sldMk cId="3279557022" sldId="442"/>
            <ac:picMk id="3" creationId="{5E8D4F99-B497-4699-A008-E0A2860BE258}"/>
          </ac:picMkLst>
        </pc:picChg>
        <pc:picChg chg="mod">
          <ac:chgData name="WILLIAM RICARDO AGUILAR PIÑA" userId="25538c52-b196-49fc-9025-2dd86a54f18a" providerId="ADAL" clId="{8C7D90C3-895E-4D22-B3BA-4F1983945D1B}" dt="2020-10-25T22:48:44.947" v="4289" actId="1076"/>
          <ac:picMkLst>
            <pc:docMk/>
            <pc:sldMk cId="3279557022" sldId="442"/>
            <ac:picMk id="4" creationId="{30BEA1B8-9991-41AC-9CE6-C76BB5396C37}"/>
          </ac:picMkLst>
        </pc:picChg>
        <pc:picChg chg="mod">
          <ac:chgData name="WILLIAM RICARDO AGUILAR PIÑA" userId="25538c52-b196-49fc-9025-2dd86a54f18a" providerId="ADAL" clId="{8C7D90C3-895E-4D22-B3BA-4F1983945D1B}" dt="2020-10-25T22:48:44.947" v="4289" actId="1076"/>
          <ac:picMkLst>
            <pc:docMk/>
            <pc:sldMk cId="3279557022" sldId="442"/>
            <ac:picMk id="5" creationId="{71EB7AA2-87B0-4144-B792-A949DEC1D173}"/>
          </ac:picMkLst>
        </pc:picChg>
        <pc:picChg chg="mod">
          <ac:chgData name="WILLIAM RICARDO AGUILAR PIÑA" userId="25538c52-b196-49fc-9025-2dd86a54f18a" providerId="ADAL" clId="{8C7D90C3-895E-4D22-B3BA-4F1983945D1B}" dt="2020-10-25T22:48:44.947" v="4289" actId="1076"/>
          <ac:picMkLst>
            <pc:docMk/>
            <pc:sldMk cId="3279557022" sldId="442"/>
            <ac:picMk id="7" creationId="{D5939204-EF95-405C-ADDA-10F4E58D8E8C}"/>
          </ac:picMkLst>
        </pc:picChg>
        <pc:picChg chg="add mod">
          <ac:chgData name="WILLIAM RICARDO AGUILAR PIÑA" userId="25538c52-b196-49fc-9025-2dd86a54f18a" providerId="ADAL" clId="{8C7D90C3-895E-4D22-B3BA-4F1983945D1B}" dt="2020-10-25T22:49:47.792" v="4294" actId="1076"/>
          <ac:picMkLst>
            <pc:docMk/>
            <pc:sldMk cId="3279557022" sldId="442"/>
            <ac:picMk id="12" creationId="{1597CB6B-37CA-4DF5-87B6-B71B9C06064F}"/>
          </ac:picMkLst>
        </pc:picChg>
        <pc:picChg chg="add mod">
          <ac:chgData name="WILLIAM RICARDO AGUILAR PIÑA" userId="25538c52-b196-49fc-9025-2dd86a54f18a" providerId="ADAL" clId="{8C7D90C3-895E-4D22-B3BA-4F1983945D1B}" dt="2020-10-25T22:49:52.054" v="4296" actId="1076"/>
          <ac:picMkLst>
            <pc:docMk/>
            <pc:sldMk cId="3279557022" sldId="442"/>
            <ac:picMk id="14" creationId="{BFC780D5-DFCC-42E3-A920-C4559BE55806}"/>
          </ac:picMkLst>
        </pc:picChg>
        <pc:picChg chg="add mod">
          <ac:chgData name="WILLIAM RICARDO AGUILAR PIÑA" userId="25538c52-b196-49fc-9025-2dd86a54f18a" providerId="ADAL" clId="{8C7D90C3-895E-4D22-B3BA-4F1983945D1B}" dt="2020-10-25T22:49:53.788" v="4298" actId="1076"/>
          <ac:picMkLst>
            <pc:docMk/>
            <pc:sldMk cId="3279557022" sldId="442"/>
            <ac:picMk id="16" creationId="{29488598-1DDB-40B8-8FFD-77E4CE45E25C}"/>
          </ac:picMkLst>
        </pc:picChg>
        <pc:picChg chg="add mod">
          <ac:chgData name="WILLIAM RICARDO AGUILAR PIÑA" userId="25538c52-b196-49fc-9025-2dd86a54f18a" providerId="ADAL" clId="{8C7D90C3-895E-4D22-B3BA-4F1983945D1B}" dt="2020-10-25T22:49:56.401" v="4300" actId="1076"/>
          <ac:picMkLst>
            <pc:docMk/>
            <pc:sldMk cId="3279557022" sldId="442"/>
            <ac:picMk id="18" creationId="{E5E6C6AF-ECC6-47C0-9A4C-2AED211B13E0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2:57:59.636" v="4406"/>
        <pc:sldMkLst>
          <pc:docMk/>
          <pc:sldMk cId="694891767" sldId="443"/>
        </pc:sldMkLst>
        <pc:spChg chg="mod">
          <ac:chgData name="WILLIAM RICARDO AGUILAR PIÑA" userId="25538c52-b196-49fc-9025-2dd86a54f18a" providerId="ADAL" clId="{8C7D90C3-895E-4D22-B3BA-4F1983945D1B}" dt="2020-10-25T22:57:59.636" v="4406"/>
          <ac:spMkLst>
            <pc:docMk/>
            <pc:sldMk cId="694891767" sldId="443"/>
            <ac:spMk id="6" creationId="{3034BFDC-53FF-4EE0-83B3-6C37F76B1EF3}"/>
          </ac:spMkLst>
        </pc:spChg>
        <pc:graphicFrameChg chg="add del mod">
          <ac:chgData name="WILLIAM RICARDO AGUILAR PIÑA" userId="25538c52-b196-49fc-9025-2dd86a54f18a" providerId="ADAL" clId="{8C7D90C3-895E-4D22-B3BA-4F1983945D1B}" dt="2020-10-25T22:42:24.258" v="4177" actId="478"/>
          <ac:graphicFrameMkLst>
            <pc:docMk/>
            <pc:sldMk cId="694891767" sldId="443"/>
            <ac:graphicFrameMk id="9" creationId="{13B88989-2806-4AB0-87AF-C767303E5202}"/>
          </ac:graphicFrameMkLst>
        </pc:graphicFrameChg>
        <pc:picChg chg="add mod ord">
          <ac:chgData name="WILLIAM RICARDO AGUILAR PIÑA" userId="25538c52-b196-49fc-9025-2dd86a54f18a" providerId="ADAL" clId="{8C7D90C3-895E-4D22-B3BA-4F1983945D1B}" dt="2020-10-25T22:46:16.075" v="4254" actId="1036"/>
          <ac:picMkLst>
            <pc:docMk/>
            <pc:sldMk cId="694891767" sldId="443"/>
            <ac:picMk id="2" creationId="{7D1F853A-2333-4CDC-ACCA-1C221F7C5521}"/>
          </ac:picMkLst>
        </pc:picChg>
        <pc:picChg chg="mod">
          <ac:chgData name="WILLIAM RICARDO AGUILAR PIÑA" userId="25538c52-b196-49fc-9025-2dd86a54f18a" providerId="ADAL" clId="{8C7D90C3-895E-4D22-B3BA-4F1983945D1B}" dt="2020-10-25T22:46:20.736" v="4263" actId="1035"/>
          <ac:picMkLst>
            <pc:docMk/>
            <pc:sldMk cId="694891767" sldId="443"/>
            <ac:picMk id="5" creationId="{71EB7AA2-87B0-4144-B792-A949DEC1D173}"/>
          </ac:picMkLst>
        </pc:picChg>
        <pc:picChg chg="del">
          <ac:chgData name="WILLIAM RICARDO AGUILAR PIÑA" userId="25538c52-b196-49fc-9025-2dd86a54f18a" providerId="ADAL" clId="{8C7D90C3-895E-4D22-B3BA-4F1983945D1B}" dt="2020-10-25T22:42:48.070" v="4183" actId="478"/>
          <ac:picMkLst>
            <pc:docMk/>
            <pc:sldMk cId="694891767" sldId="443"/>
            <ac:picMk id="7" creationId="{D5939204-EF95-405C-ADDA-10F4E58D8E8C}"/>
          </ac:picMkLst>
        </pc:picChg>
        <pc:picChg chg="del">
          <ac:chgData name="WILLIAM RICARDO AGUILAR PIÑA" userId="25538c52-b196-49fc-9025-2dd86a54f18a" providerId="ADAL" clId="{8C7D90C3-895E-4D22-B3BA-4F1983945D1B}" dt="2020-10-25T22:42:11.228" v="4172" actId="478"/>
          <ac:picMkLst>
            <pc:docMk/>
            <pc:sldMk cId="694891767" sldId="443"/>
            <ac:picMk id="14" creationId="{7DC6290C-FDC8-4138-B4C4-E58B44E674A5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2:58:01.641" v="4407"/>
        <pc:sldMkLst>
          <pc:docMk/>
          <pc:sldMk cId="799336311" sldId="444"/>
        </pc:sldMkLst>
        <pc:spChg chg="mod">
          <ac:chgData name="WILLIAM RICARDO AGUILAR PIÑA" userId="25538c52-b196-49fc-9025-2dd86a54f18a" providerId="ADAL" clId="{8C7D90C3-895E-4D22-B3BA-4F1983945D1B}" dt="2020-10-25T22:58:01.641" v="4407"/>
          <ac:spMkLst>
            <pc:docMk/>
            <pc:sldMk cId="799336311" sldId="444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22:44:50.046" v="4202" actId="14100"/>
          <ac:spMkLst>
            <pc:docMk/>
            <pc:sldMk cId="799336311" sldId="444"/>
            <ac:spMk id="8" creationId="{00000000-0000-0000-0000-000000000000}"/>
          </ac:spMkLst>
        </pc:spChg>
        <pc:picChg chg="del">
          <ac:chgData name="WILLIAM RICARDO AGUILAR PIÑA" userId="25538c52-b196-49fc-9025-2dd86a54f18a" providerId="ADAL" clId="{8C7D90C3-895E-4D22-B3BA-4F1983945D1B}" dt="2020-10-25T22:43:15.109" v="4185" actId="478"/>
          <ac:picMkLst>
            <pc:docMk/>
            <pc:sldMk cId="799336311" sldId="444"/>
            <ac:picMk id="2" creationId="{7D1F853A-2333-4CDC-ACCA-1C221F7C5521}"/>
          </ac:picMkLst>
        </pc:picChg>
        <pc:picChg chg="add del">
          <ac:chgData name="WILLIAM RICARDO AGUILAR PIÑA" userId="25538c52-b196-49fc-9025-2dd86a54f18a" providerId="ADAL" clId="{8C7D90C3-895E-4D22-B3BA-4F1983945D1B}" dt="2020-10-25T22:43:17.849" v="4187" actId="478"/>
          <ac:picMkLst>
            <pc:docMk/>
            <pc:sldMk cId="799336311" sldId="444"/>
            <ac:picMk id="4" creationId="{E8B77922-F425-4E6D-ADDD-E5D099A13375}"/>
          </ac:picMkLst>
        </pc:picChg>
        <pc:picChg chg="del mod">
          <ac:chgData name="WILLIAM RICARDO AGUILAR PIÑA" userId="25538c52-b196-49fc-9025-2dd86a54f18a" providerId="ADAL" clId="{8C7D90C3-895E-4D22-B3BA-4F1983945D1B}" dt="2020-10-25T22:44:03.248" v="4200" actId="478"/>
          <ac:picMkLst>
            <pc:docMk/>
            <pc:sldMk cId="799336311" sldId="444"/>
            <ac:picMk id="5" creationId="{71EB7AA2-87B0-4144-B792-A949DEC1D173}"/>
          </ac:picMkLst>
        </pc:picChg>
        <pc:picChg chg="add mod ord">
          <ac:chgData name="WILLIAM RICARDO AGUILAR PIÑA" userId="25538c52-b196-49fc-9025-2dd86a54f18a" providerId="ADAL" clId="{8C7D90C3-895E-4D22-B3BA-4F1983945D1B}" dt="2020-10-25T22:43:29.196" v="4191" actId="167"/>
          <ac:picMkLst>
            <pc:docMk/>
            <pc:sldMk cId="799336311" sldId="444"/>
            <ac:picMk id="9" creationId="{48C3C434-D778-4C99-867B-585DF5E373F0}"/>
          </ac:picMkLst>
        </pc:picChg>
        <pc:picChg chg="add del mod">
          <ac:chgData name="WILLIAM RICARDO AGUILAR PIÑA" userId="25538c52-b196-49fc-9025-2dd86a54f18a" providerId="ADAL" clId="{8C7D90C3-895E-4D22-B3BA-4F1983945D1B}" dt="2020-10-25T22:44:02.228" v="4199" actId="478"/>
          <ac:picMkLst>
            <pc:docMk/>
            <pc:sldMk cId="799336311" sldId="444"/>
            <ac:picMk id="12" creationId="{7D8FB1CB-D8D8-41F1-9346-C9ABB8DB0027}"/>
          </ac:picMkLst>
        </pc:picChg>
        <pc:picChg chg="add mod">
          <ac:chgData name="WILLIAM RICARDO AGUILAR PIÑA" userId="25538c52-b196-49fc-9025-2dd86a54f18a" providerId="ADAL" clId="{8C7D90C3-895E-4D22-B3BA-4F1983945D1B}" dt="2020-10-25T22:44:04.821" v="4201" actId="1076"/>
          <ac:picMkLst>
            <pc:docMk/>
            <pc:sldMk cId="799336311" sldId="444"/>
            <ac:picMk id="14" creationId="{4AB673C3-F964-4636-B12B-3EFF685ECAE3}"/>
          </ac:picMkLst>
        </pc:picChg>
        <pc:picChg chg="add mod">
          <ac:chgData name="WILLIAM RICARDO AGUILAR PIÑA" userId="25538c52-b196-49fc-9025-2dd86a54f18a" providerId="ADAL" clId="{8C7D90C3-895E-4D22-B3BA-4F1983945D1B}" dt="2020-10-25T22:44:00.846" v="4198" actId="1076"/>
          <ac:picMkLst>
            <pc:docMk/>
            <pc:sldMk cId="799336311" sldId="444"/>
            <ac:picMk id="16" creationId="{6C5D6806-C47F-4AF9-95E8-D160A1CEBC73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2:58:03.644" v="4408"/>
        <pc:sldMkLst>
          <pc:docMk/>
          <pc:sldMk cId="439554661" sldId="445"/>
        </pc:sldMkLst>
        <pc:spChg chg="mod">
          <ac:chgData name="WILLIAM RICARDO AGUILAR PIÑA" userId="25538c52-b196-49fc-9025-2dd86a54f18a" providerId="ADAL" clId="{8C7D90C3-895E-4D22-B3BA-4F1983945D1B}" dt="2020-10-25T22:58:03.644" v="4408"/>
          <ac:spMkLst>
            <pc:docMk/>
            <pc:sldMk cId="439554661" sldId="445"/>
            <ac:spMk id="6" creationId="{3034BFDC-53FF-4EE0-83B3-6C37F76B1EF3}"/>
          </ac:spMkLst>
        </pc:spChg>
        <pc:graphicFrameChg chg="add del mod">
          <ac:chgData name="WILLIAM RICARDO AGUILAR PIÑA" userId="25538c52-b196-49fc-9025-2dd86a54f18a" providerId="ADAL" clId="{8C7D90C3-895E-4D22-B3BA-4F1983945D1B}" dt="2020-10-25T22:46:56.775" v="4266" actId="478"/>
          <ac:graphicFrameMkLst>
            <pc:docMk/>
            <pc:sldMk cId="439554661" sldId="445"/>
            <ac:graphicFrameMk id="4" creationId="{99AE804B-074C-45D2-87C2-A23C7A0FB797}"/>
          </ac:graphicFrameMkLst>
        </pc:graphicFrameChg>
        <pc:graphicFrameChg chg="add del mod">
          <ac:chgData name="WILLIAM RICARDO AGUILAR PIÑA" userId="25538c52-b196-49fc-9025-2dd86a54f18a" providerId="ADAL" clId="{8C7D90C3-895E-4D22-B3BA-4F1983945D1B}" dt="2020-10-25T22:45:55.947" v="4227" actId="478"/>
          <ac:graphicFrameMkLst>
            <pc:docMk/>
            <pc:sldMk cId="439554661" sldId="445"/>
            <ac:graphicFrameMk id="7" creationId="{F0E0E42A-2C1A-43C6-93E0-01E3A2031047}"/>
          </ac:graphicFrameMkLst>
        </pc:graphicFrameChg>
        <pc:picChg chg="del">
          <ac:chgData name="WILLIAM RICARDO AGUILAR PIÑA" userId="25538c52-b196-49fc-9025-2dd86a54f18a" providerId="ADAL" clId="{8C7D90C3-895E-4D22-B3BA-4F1983945D1B}" dt="2020-10-25T22:45:41.650" v="4223" actId="478"/>
          <ac:picMkLst>
            <pc:docMk/>
            <pc:sldMk cId="439554661" sldId="445"/>
            <ac:picMk id="2" creationId="{7D1F853A-2333-4CDC-ACCA-1C221F7C5521}"/>
          </ac:picMkLst>
        </pc:picChg>
        <pc:picChg chg="add mod ord">
          <ac:chgData name="WILLIAM RICARDO AGUILAR PIÑA" userId="25538c52-b196-49fc-9025-2dd86a54f18a" providerId="ADAL" clId="{8C7D90C3-895E-4D22-B3BA-4F1983945D1B}" dt="2020-10-25T22:46:05.723" v="4244" actId="167"/>
          <ac:picMkLst>
            <pc:docMk/>
            <pc:sldMk cId="439554661" sldId="445"/>
            <ac:picMk id="3" creationId="{07B70BC4-3A79-4783-8F83-8109B66FEE49}"/>
          </ac:picMkLst>
        </pc:picChg>
        <pc:picChg chg="mod">
          <ac:chgData name="WILLIAM RICARDO AGUILAR PIÑA" userId="25538c52-b196-49fc-9025-2dd86a54f18a" providerId="ADAL" clId="{8C7D90C3-895E-4D22-B3BA-4F1983945D1B}" dt="2020-10-25T22:46:07.949" v="4245" actId="1076"/>
          <ac:picMkLst>
            <pc:docMk/>
            <pc:sldMk cId="439554661" sldId="445"/>
            <ac:picMk id="5" creationId="{71EB7AA2-87B0-4144-B792-A949DEC1D173}"/>
          </ac:picMkLst>
        </pc:picChg>
        <pc:picChg chg="add del mod">
          <ac:chgData name="WILLIAM RICARDO AGUILAR PIÑA" userId="25538c52-b196-49fc-9025-2dd86a54f18a" providerId="ADAL" clId="{8C7D90C3-895E-4D22-B3BA-4F1983945D1B}" dt="2020-10-25T22:47:04.083" v="4269" actId="478"/>
          <ac:picMkLst>
            <pc:docMk/>
            <pc:sldMk cId="439554661" sldId="445"/>
            <ac:picMk id="9" creationId="{78CBA88B-8202-4027-ACBB-E5227439689E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2:58:05.814" v="4409"/>
        <pc:sldMkLst>
          <pc:docMk/>
          <pc:sldMk cId="2126520331" sldId="446"/>
        </pc:sldMkLst>
        <pc:spChg chg="mod">
          <ac:chgData name="WILLIAM RICARDO AGUILAR PIÑA" userId="25538c52-b196-49fc-9025-2dd86a54f18a" providerId="ADAL" clId="{8C7D90C3-895E-4D22-B3BA-4F1983945D1B}" dt="2020-10-25T22:58:05.814" v="4409"/>
          <ac:spMkLst>
            <pc:docMk/>
            <pc:sldMk cId="2126520331" sldId="446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22:48:14.265" v="4287" actId="1076"/>
          <ac:spMkLst>
            <pc:docMk/>
            <pc:sldMk cId="2126520331" sldId="446"/>
            <ac:spMk id="8" creationId="{00000000-0000-0000-0000-000000000000}"/>
          </ac:spMkLst>
        </pc:spChg>
        <pc:picChg chg="add del">
          <ac:chgData name="WILLIAM RICARDO AGUILAR PIÑA" userId="25538c52-b196-49fc-9025-2dd86a54f18a" providerId="ADAL" clId="{8C7D90C3-895E-4D22-B3BA-4F1983945D1B}" dt="2020-10-25T22:47:12.763" v="4273" actId="478"/>
          <ac:picMkLst>
            <pc:docMk/>
            <pc:sldMk cId="2126520331" sldId="446"/>
            <ac:picMk id="2" creationId="{C9F85EF9-B287-41C7-8265-713A36EC4A45}"/>
          </ac:picMkLst>
        </pc:picChg>
        <pc:picChg chg="del">
          <ac:chgData name="WILLIAM RICARDO AGUILAR PIÑA" userId="25538c52-b196-49fc-9025-2dd86a54f18a" providerId="ADAL" clId="{8C7D90C3-895E-4D22-B3BA-4F1983945D1B}" dt="2020-10-25T22:47:08.936" v="4271" actId="478"/>
          <ac:picMkLst>
            <pc:docMk/>
            <pc:sldMk cId="2126520331" sldId="446"/>
            <ac:picMk id="3" creationId="{07B70BC4-3A79-4783-8F83-8109B66FEE49}"/>
          </ac:picMkLst>
        </pc:picChg>
        <pc:picChg chg="add mod">
          <ac:chgData name="WILLIAM RICARDO AGUILAR PIÑA" userId="25538c52-b196-49fc-9025-2dd86a54f18a" providerId="ADAL" clId="{8C7D90C3-895E-4D22-B3BA-4F1983945D1B}" dt="2020-10-25T22:48:08.903" v="4286" actId="1076"/>
          <ac:picMkLst>
            <pc:docMk/>
            <pc:sldMk cId="2126520331" sldId="446"/>
            <ac:picMk id="4" creationId="{BC5D2D18-7F9F-4D31-A802-E0702445FF29}"/>
          </ac:picMkLst>
        </pc:picChg>
        <pc:picChg chg="del">
          <ac:chgData name="WILLIAM RICARDO AGUILAR PIÑA" userId="25538c52-b196-49fc-9025-2dd86a54f18a" providerId="ADAL" clId="{8C7D90C3-895E-4D22-B3BA-4F1983945D1B}" dt="2020-10-25T22:48:04.277" v="4285" actId="478"/>
          <ac:picMkLst>
            <pc:docMk/>
            <pc:sldMk cId="2126520331" sldId="446"/>
            <ac:picMk id="5" creationId="{71EB7AA2-87B0-4144-B792-A949DEC1D173}"/>
          </ac:picMkLst>
        </pc:picChg>
        <pc:picChg chg="add del">
          <ac:chgData name="WILLIAM RICARDO AGUILAR PIÑA" userId="25538c52-b196-49fc-9025-2dd86a54f18a" providerId="ADAL" clId="{8C7D90C3-895E-4D22-B3BA-4F1983945D1B}" dt="2020-10-25T22:47:37.610" v="4277" actId="478"/>
          <ac:picMkLst>
            <pc:docMk/>
            <pc:sldMk cId="2126520331" sldId="446"/>
            <ac:picMk id="7" creationId="{4862BA03-2EF2-44D5-BC3B-71CC984D2B2B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2:58:09.072" v="4410"/>
        <pc:sldMkLst>
          <pc:docMk/>
          <pc:sldMk cId="2006438821" sldId="447"/>
        </pc:sldMkLst>
        <pc:spChg chg="mod">
          <ac:chgData name="WILLIAM RICARDO AGUILAR PIÑA" userId="25538c52-b196-49fc-9025-2dd86a54f18a" providerId="ADAL" clId="{8C7D90C3-895E-4D22-B3BA-4F1983945D1B}" dt="2020-10-25T22:58:09.072" v="4410"/>
          <ac:spMkLst>
            <pc:docMk/>
            <pc:sldMk cId="2006438821" sldId="447"/>
            <ac:spMk id="6" creationId="{3034BFDC-53FF-4EE0-83B3-6C37F76B1EF3}"/>
          </ac:spMkLst>
        </pc:spChg>
        <pc:picChg chg="add mod ord">
          <ac:chgData name="WILLIAM RICARDO AGUILAR PIÑA" userId="25538c52-b196-49fc-9025-2dd86a54f18a" providerId="ADAL" clId="{8C7D90C3-895E-4D22-B3BA-4F1983945D1B}" dt="2020-10-25T22:48:00.208" v="4284" actId="1076"/>
          <ac:picMkLst>
            <pc:docMk/>
            <pc:sldMk cId="2006438821" sldId="447"/>
            <ac:picMk id="2" creationId="{F50A87F2-46B2-49D5-8254-BF222319F333}"/>
          </ac:picMkLst>
        </pc:picChg>
        <pc:picChg chg="del">
          <ac:chgData name="WILLIAM RICARDO AGUILAR PIÑA" userId="25538c52-b196-49fc-9025-2dd86a54f18a" providerId="ADAL" clId="{8C7D90C3-895E-4D22-B3BA-4F1983945D1B}" dt="2020-10-25T22:47:43.440" v="4279" actId="478"/>
          <ac:picMkLst>
            <pc:docMk/>
            <pc:sldMk cId="2006438821" sldId="447"/>
            <ac:picMk id="4" creationId="{BC5D2D18-7F9F-4D31-A802-E0702445FF29}"/>
          </ac:picMkLst>
        </pc:picChg>
        <pc:picChg chg="del">
          <ac:chgData name="WILLIAM RICARDO AGUILAR PIÑA" userId="25538c52-b196-49fc-9025-2dd86a54f18a" providerId="ADAL" clId="{8C7D90C3-895E-4D22-B3BA-4F1983945D1B}" dt="2020-10-25T22:47:57.484" v="4283" actId="478"/>
          <ac:picMkLst>
            <pc:docMk/>
            <pc:sldMk cId="2006438821" sldId="447"/>
            <ac:picMk id="5" creationId="{71EB7AA2-87B0-4144-B792-A949DEC1D173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2:58:13.309" v="4412"/>
        <pc:sldMkLst>
          <pc:docMk/>
          <pc:sldMk cId="119709880" sldId="448"/>
        </pc:sldMkLst>
        <pc:spChg chg="mod">
          <ac:chgData name="WILLIAM RICARDO AGUILAR PIÑA" userId="25538c52-b196-49fc-9025-2dd86a54f18a" providerId="ADAL" clId="{8C7D90C3-895E-4D22-B3BA-4F1983945D1B}" dt="2020-10-25T22:52:46.315" v="4315"/>
          <ac:spMkLst>
            <pc:docMk/>
            <pc:sldMk cId="119709880" sldId="448"/>
            <ac:spMk id="2" creationId="{A929751B-E97B-402B-9909-6637F898E8F6}"/>
          </ac:spMkLst>
        </pc:spChg>
        <pc:spChg chg="mod">
          <ac:chgData name="WILLIAM RICARDO AGUILAR PIÑA" userId="25538c52-b196-49fc-9025-2dd86a54f18a" providerId="ADAL" clId="{8C7D90C3-895E-4D22-B3BA-4F1983945D1B}" dt="2020-10-25T22:58:13.309" v="4412"/>
          <ac:spMkLst>
            <pc:docMk/>
            <pc:sldMk cId="119709880" sldId="448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22:52:04.694" v="4302"/>
          <ac:spMkLst>
            <pc:docMk/>
            <pc:sldMk cId="119709880" sldId="448"/>
            <ac:spMk id="8" creationId="{00000000-0000-0000-0000-000000000000}"/>
          </ac:spMkLst>
        </pc:spChg>
        <pc:picChg chg="del">
          <ac:chgData name="WILLIAM RICARDO AGUILAR PIÑA" userId="25538c52-b196-49fc-9025-2dd86a54f18a" providerId="ADAL" clId="{8C7D90C3-895E-4D22-B3BA-4F1983945D1B}" dt="2020-10-25T22:52:18.980" v="4303" actId="478"/>
          <ac:picMkLst>
            <pc:docMk/>
            <pc:sldMk cId="119709880" sldId="448"/>
            <ac:picMk id="3" creationId="{5E8D4F99-B497-4699-A008-E0A2860BE258}"/>
          </ac:picMkLst>
        </pc:picChg>
        <pc:picChg chg="add mod ord">
          <ac:chgData name="WILLIAM RICARDO AGUILAR PIÑA" userId="25538c52-b196-49fc-9025-2dd86a54f18a" providerId="ADAL" clId="{8C7D90C3-895E-4D22-B3BA-4F1983945D1B}" dt="2020-10-25T22:52:37.470" v="4314" actId="1037"/>
          <ac:picMkLst>
            <pc:docMk/>
            <pc:sldMk cId="119709880" sldId="448"/>
            <ac:picMk id="11" creationId="{174AC99F-B466-4CFA-A5E1-2DD073B8C1DB}"/>
          </ac:picMkLst>
        </pc:picChg>
        <pc:picChg chg="del">
          <ac:chgData name="WILLIAM RICARDO AGUILAR PIÑA" userId="25538c52-b196-49fc-9025-2dd86a54f18a" providerId="ADAL" clId="{8C7D90C3-895E-4D22-B3BA-4F1983945D1B}" dt="2020-10-25T22:52:49.060" v="4316" actId="478"/>
          <ac:picMkLst>
            <pc:docMk/>
            <pc:sldMk cId="119709880" sldId="448"/>
            <ac:picMk id="12" creationId="{1597CB6B-37CA-4DF5-87B6-B71B9C06064F}"/>
          </ac:picMkLst>
        </pc:picChg>
        <pc:picChg chg="add mod ord">
          <ac:chgData name="WILLIAM RICARDO AGUILAR PIÑA" userId="25538c52-b196-49fc-9025-2dd86a54f18a" providerId="ADAL" clId="{8C7D90C3-895E-4D22-B3BA-4F1983945D1B}" dt="2020-10-25T22:53:04.367" v="4319" actId="167"/>
          <ac:picMkLst>
            <pc:docMk/>
            <pc:sldMk cId="119709880" sldId="448"/>
            <ac:picMk id="15" creationId="{27191D41-A593-4C50-BD32-619F2FCF8854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2:58:15.615" v="4413"/>
        <pc:sldMkLst>
          <pc:docMk/>
          <pc:sldMk cId="2463078000" sldId="449"/>
        </pc:sldMkLst>
        <pc:spChg chg="del">
          <ac:chgData name="WILLIAM RICARDO AGUILAR PIÑA" userId="25538c52-b196-49fc-9025-2dd86a54f18a" providerId="ADAL" clId="{8C7D90C3-895E-4D22-B3BA-4F1983945D1B}" dt="2020-10-25T22:53:26.301" v="4322" actId="478"/>
          <ac:spMkLst>
            <pc:docMk/>
            <pc:sldMk cId="2463078000" sldId="449"/>
            <ac:spMk id="2" creationId="{A929751B-E97B-402B-9909-6637F898E8F6}"/>
          </ac:spMkLst>
        </pc:spChg>
        <pc:spChg chg="mod">
          <ac:chgData name="WILLIAM RICARDO AGUILAR PIÑA" userId="25538c52-b196-49fc-9025-2dd86a54f18a" providerId="ADAL" clId="{8C7D90C3-895E-4D22-B3BA-4F1983945D1B}" dt="2020-10-25T22:58:15.615" v="4413"/>
          <ac:spMkLst>
            <pc:docMk/>
            <pc:sldMk cId="2463078000" sldId="449"/>
            <ac:spMk id="6" creationId="{3034BFDC-53FF-4EE0-83B3-6C37F76B1EF3}"/>
          </ac:spMkLst>
        </pc:spChg>
        <pc:spChg chg="mod">
          <ac:chgData name="WILLIAM RICARDO AGUILAR PIÑA" userId="25538c52-b196-49fc-9025-2dd86a54f18a" providerId="ADAL" clId="{8C7D90C3-895E-4D22-B3BA-4F1983945D1B}" dt="2020-10-25T22:54:48.827" v="4337" actId="1076"/>
          <ac:spMkLst>
            <pc:docMk/>
            <pc:sldMk cId="2463078000" sldId="449"/>
            <ac:spMk id="8" creationId="{00000000-0000-0000-0000-000000000000}"/>
          </ac:spMkLst>
        </pc:spChg>
        <pc:picChg chg="mod">
          <ac:chgData name="WILLIAM RICARDO AGUILAR PIÑA" userId="25538c52-b196-49fc-9025-2dd86a54f18a" providerId="ADAL" clId="{8C7D90C3-895E-4D22-B3BA-4F1983945D1B}" dt="2020-10-25T22:54:56.332" v="4340" actId="1038"/>
          <ac:picMkLst>
            <pc:docMk/>
            <pc:sldMk cId="2463078000" sldId="449"/>
            <ac:picMk id="4" creationId="{30BEA1B8-9991-41AC-9CE6-C76BB5396C37}"/>
          </ac:picMkLst>
        </pc:picChg>
        <pc:picChg chg="mod">
          <ac:chgData name="WILLIAM RICARDO AGUILAR PIÑA" userId="25538c52-b196-49fc-9025-2dd86a54f18a" providerId="ADAL" clId="{8C7D90C3-895E-4D22-B3BA-4F1983945D1B}" dt="2020-10-25T22:54:56.332" v="4340" actId="1038"/>
          <ac:picMkLst>
            <pc:docMk/>
            <pc:sldMk cId="2463078000" sldId="449"/>
            <ac:picMk id="5" creationId="{71EB7AA2-87B0-4144-B792-A949DEC1D173}"/>
          </ac:picMkLst>
        </pc:picChg>
        <pc:picChg chg="mod">
          <ac:chgData name="WILLIAM RICARDO AGUILAR PIÑA" userId="25538c52-b196-49fc-9025-2dd86a54f18a" providerId="ADAL" clId="{8C7D90C3-895E-4D22-B3BA-4F1983945D1B}" dt="2020-10-25T22:54:56.332" v="4340" actId="1038"/>
          <ac:picMkLst>
            <pc:docMk/>
            <pc:sldMk cId="2463078000" sldId="449"/>
            <ac:picMk id="7" creationId="{D5939204-EF95-405C-ADDA-10F4E58D8E8C}"/>
          </ac:picMkLst>
        </pc:picChg>
        <pc:picChg chg="add mod ord">
          <ac:chgData name="WILLIAM RICARDO AGUILAR PIÑA" userId="25538c52-b196-49fc-9025-2dd86a54f18a" providerId="ADAL" clId="{8C7D90C3-895E-4D22-B3BA-4F1983945D1B}" dt="2020-10-25T22:54:51.038" v="4338" actId="1076"/>
          <ac:picMkLst>
            <pc:docMk/>
            <pc:sldMk cId="2463078000" sldId="449"/>
            <ac:picMk id="9" creationId="{8B9F941E-9D8A-4B90-86D4-D0F9A7B32658}"/>
          </ac:picMkLst>
        </pc:picChg>
        <pc:picChg chg="del">
          <ac:chgData name="WILLIAM RICARDO AGUILAR PIÑA" userId="25538c52-b196-49fc-9025-2dd86a54f18a" providerId="ADAL" clId="{8C7D90C3-895E-4D22-B3BA-4F1983945D1B}" dt="2020-10-25T22:54:21.471" v="4327" actId="478"/>
          <ac:picMkLst>
            <pc:docMk/>
            <pc:sldMk cId="2463078000" sldId="449"/>
            <ac:picMk id="11" creationId="{174AC99F-B466-4CFA-A5E1-2DD073B8C1DB}"/>
          </ac:picMkLst>
        </pc:picChg>
        <pc:picChg chg="del">
          <ac:chgData name="WILLIAM RICARDO AGUILAR PIÑA" userId="25538c52-b196-49fc-9025-2dd86a54f18a" providerId="ADAL" clId="{8C7D90C3-895E-4D22-B3BA-4F1983945D1B}" dt="2020-10-25T22:53:27.369" v="4323" actId="478"/>
          <ac:picMkLst>
            <pc:docMk/>
            <pc:sldMk cId="2463078000" sldId="449"/>
            <ac:picMk id="14" creationId="{BFC780D5-DFCC-42E3-A920-C4559BE55806}"/>
          </ac:picMkLst>
        </pc:picChg>
        <pc:picChg chg="del">
          <ac:chgData name="WILLIAM RICARDO AGUILAR PIÑA" userId="25538c52-b196-49fc-9025-2dd86a54f18a" providerId="ADAL" clId="{8C7D90C3-895E-4D22-B3BA-4F1983945D1B}" dt="2020-10-25T22:53:29.963" v="4326" actId="478"/>
          <ac:picMkLst>
            <pc:docMk/>
            <pc:sldMk cId="2463078000" sldId="449"/>
            <ac:picMk id="15" creationId="{27191D41-A593-4C50-BD32-619F2FCF8854}"/>
          </ac:picMkLst>
        </pc:picChg>
        <pc:picChg chg="del">
          <ac:chgData name="WILLIAM RICARDO AGUILAR PIÑA" userId="25538c52-b196-49fc-9025-2dd86a54f18a" providerId="ADAL" clId="{8C7D90C3-895E-4D22-B3BA-4F1983945D1B}" dt="2020-10-25T22:53:28.082" v="4324" actId="478"/>
          <ac:picMkLst>
            <pc:docMk/>
            <pc:sldMk cId="2463078000" sldId="449"/>
            <ac:picMk id="16" creationId="{29488598-1DDB-40B8-8FFD-77E4CE45E25C}"/>
          </ac:picMkLst>
        </pc:picChg>
        <pc:picChg chg="del">
          <ac:chgData name="WILLIAM RICARDO AGUILAR PIÑA" userId="25538c52-b196-49fc-9025-2dd86a54f18a" providerId="ADAL" clId="{8C7D90C3-895E-4D22-B3BA-4F1983945D1B}" dt="2020-10-25T22:53:28.782" v="4325" actId="478"/>
          <ac:picMkLst>
            <pc:docMk/>
            <pc:sldMk cId="2463078000" sldId="449"/>
            <ac:picMk id="18" creationId="{E5E6C6AF-ECC6-47C0-9A4C-2AED211B13E0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2:58:17.979" v="4414"/>
        <pc:sldMkLst>
          <pc:docMk/>
          <pc:sldMk cId="3746907916" sldId="450"/>
        </pc:sldMkLst>
        <pc:spChg chg="mod">
          <ac:chgData name="WILLIAM RICARDO AGUILAR PIÑA" userId="25538c52-b196-49fc-9025-2dd86a54f18a" providerId="ADAL" clId="{8C7D90C3-895E-4D22-B3BA-4F1983945D1B}" dt="2020-10-25T22:58:17.979" v="4414"/>
          <ac:spMkLst>
            <pc:docMk/>
            <pc:sldMk cId="3746907916" sldId="450"/>
            <ac:spMk id="6" creationId="{3034BFDC-53FF-4EE0-83B3-6C37F76B1EF3}"/>
          </ac:spMkLst>
        </pc:spChg>
        <pc:spChg chg="del">
          <ac:chgData name="WILLIAM RICARDO AGUILAR PIÑA" userId="25538c52-b196-49fc-9025-2dd86a54f18a" providerId="ADAL" clId="{8C7D90C3-895E-4D22-B3BA-4F1983945D1B}" dt="2020-10-25T22:55:02.756" v="4342" actId="478"/>
          <ac:spMkLst>
            <pc:docMk/>
            <pc:sldMk cId="3746907916" sldId="450"/>
            <ac:spMk id="8" creationId="{00000000-0000-0000-0000-000000000000}"/>
          </ac:spMkLst>
        </pc:spChg>
        <pc:picChg chg="add mod">
          <ac:chgData name="WILLIAM RICARDO AGUILAR PIÑA" userId="25538c52-b196-49fc-9025-2dd86a54f18a" providerId="ADAL" clId="{8C7D90C3-895E-4D22-B3BA-4F1983945D1B}" dt="2020-10-25T22:55:22.908" v="4360" actId="1076"/>
          <ac:picMkLst>
            <pc:docMk/>
            <pc:sldMk cId="3746907916" sldId="450"/>
            <ac:picMk id="3" creationId="{B7D8196F-59AD-4518-A989-60540E59682F}"/>
          </ac:picMkLst>
        </pc:picChg>
        <pc:picChg chg="del">
          <ac:chgData name="WILLIAM RICARDO AGUILAR PIÑA" userId="25538c52-b196-49fc-9025-2dd86a54f18a" providerId="ADAL" clId="{8C7D90C3-895E-4D22-B3BA-4F1983945D1B}" dt="2020-10-25T22:55:02.756" v="4342" actId="478"/>
          <ac:picMkLst>
            <pc:docMk/>
            <pc:sldMk cId="3746907916" sldId="450"/>
            <ac:picMk id="4" creationId="{30BEA1B8-9991-41AC-9CE6-C76BB5396C37}"/>
          </ac:picMkLst>
        </pc:picChg>
        <pc:picChg chg="del">
          <ac:chgData name="WILLIAM RICARDO AGUILAR PIÑA" userId="25538c52-b196-49fc-9025-2dd86a54f18a" providerId="ADAL" clId="{8C7D90C3-895E-4D22-B3BA-4F1983945D1B}" dt="2020-10-25T22:55:02.756" v="4342" actId="478"/>
          <ac:picMkLst>
            <pc:docMk/>
            <pc:sldMk cId="3746907916" sldId="450"/>
            <ac:picMk id="5" creationId="{71EB7AA2-87B0-4144-B792-A949DEC1D173}"/>
          </ac:picMkLst>
        </pc:picChg>
        <pc:picChg chg="del">
          <ac:chgData name="WILLIAM RICARDO AGUILAR PIÑA" userId="25538c52-b196-49fc-9025-2dd86a54f18a" providerId="ADAL" clId="{8C7D90C3-895E-4D22-B3BA-4F1983945D1B}" dt="2020-10-25T22:55:02.756" v="4342" actId="478"/>
          <ac:picMkLst>
            <pc:docMk/>
            <pc:sldMk cId="3746907916" sldId="450"/>
            <ac:picMk id="7" creationId="{D5939204-EF95-405C-ADDA-10F4E58D8E8C}"/>
          </ac:picMkLst>
        </pc:picChg>
        <pc:picChg chg="del">
          <ac:chgData name="WILLIAM RICARDO AGUILAR PIÑA" userId="25538c52-b196-49fc-9025-2dd86a54f18a" providerId="ADAL" clId="{8C7D90C3-895E-4D22-B3BA-4F1983945D1B}" dt="2020-10-25T22:55:02.756" v="4342" actId="478"/>
          <ac:picMkLst>
            <pc:docMk/>
            <pc:sldMk cId="3746907916" sldId="450"/>
            <ac:picMk id="9" creationId="{8B9F941E-9D8A-4B90-86D4-D0F9A7B32658}"/>
          </ac:picMkLst>
        </pc:picChg>
        <pc:picChg chg="add del">
          <ac:chgData name="WILLIAM RICARDO AGUILAR PIÑA" userId="25538c52-b196-49fc-9025-2dd86a54f18a" providerId="ADAL" clId="{8C7D90C3-895E-4D22-B3BA-4F1983945D1B}" dt="2020-10-25T22:56:25.584" v="4362" actId="22"/>
          <ac:picMkLst>
            <pc:docMk/>
            <pc:sldMk cId="3746907916" sldId="450"/>
            <ac:picMk id="12" creationId="{59455C03-9112-459E-BA37-F730393017BC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2:58:20.161" v="4415"/>
        <pc:sldMkLst>
          <pc:docMk/>
          <pc:sldMk cId="3221005253" sldId="451"/>
        </pc:sldMkLst>
        <pc:spChg chg="mod">
          <ac:chgData name="WILLIAM RICARDO AGUILAR PIÑA" userId="25538c52-b196-49fc-9025-2dd86a54f18a" providerId="ADAL" clId="{8C7D90C3-895E-4D22-B3BA-4F1983945D1B}" dt="2020-10-25T22:58:20.161" v="4415"/>
          <ac:spMkLst>
            <pc:docMk/>
            <pc:sldMk cId="3221005253" sldId="451"/>
            <ac:spMk id="6" creationId="{3034BFDC-53FF-4EE0-83B3-6C37F76B1EF3}"/>
          </ac:spMkLst>
        </pc:spChg>
        <pc:picChg chg="del">
          <ac:chgData name="WILLIAM RICARDO AGUILAR PIÑA" userId="25538c52-b196-49fc-9025-2dd86a54f18a" providerId="ADAL" clId="{8C7D90C3-895E-4D22-B3BA-4F1983945D1B}" dt="2020-10-25T22:56:34.578" v="4364" actId="478"/>
          <ac:picMkLst>
            <pc:docMk/>
            <pc:sldMk cId="3221005253" sldId="451"/>
            <ac:picMk id="3" creationId="{B7D8196F-59AD-4518-A989-60540E59682F}"/>
          </ac:picMkLst>
        </pc:picChg>
        <pc:picChg chg="add mod">
          <ac:chgData name="WILLIAM RICARDO AGUILAR PIÑA" userId="25538c52-b196-49fc-9025-2dd86a54f18a" providerId="ADAL" clId="{8C7D90C3-895E-4D22-B3BA-4F1983945D1B}" dt="2020-10-25T22:56:44.643" v="4367" actId="1076"/>
          <ac:picMkLst>
            <pc:docMk/>
            <pc:sldMk cId="3221005253" sldId="451"/>
            <ac:picMk id="4" creationId="{D3D550F4-92E2-4396-B1CF-969C8D31EAD6}"/>
          </ac:picMkLst>
        </pc:picChg>
      </pc:sldChg>
      <pc:sldChg chg="modSp add mod">
        <pc:chgData name="WILLIAM RICARDO AGUILAR PIÑA" userId="25538c52-b196-49fc-9025-2dd86a54f18a" providerId="ADAL" clId="{8C7D90C3-895E-4D22-B3BA-4F1983945D1B}" dt="2020-10-25T22:57:22.084" v="4402" actId="20577"/>
        <pc:sldMkLst>
          <pc:docMk/>
          <pc:sldMk cId="647135002" sldId="452"/>
        </pc:sldMkLst>
        <pc:spChg chg="mod">
          <ac:chgData name="WILLIAM RICARDO AGUILAR PIÑA" userId="25538c52-b196-49fc-9025-2dd86a54f18a" providerId="ADAL" clId="{8C7D90C3-895E-4D22-B3BA-4F1983945D1B}" dt="2020-10-25T22:57:22.084" v="4402" actId="20577"/>
          <ac:spMkLst>
            <pc:docMk/>
            <pc:sldMk cId="647135002" sldId="452"/>
            <ac:spMk id="8" creationId="{00000000-0000-0000-0000-000000000000}"/>
          </ac:spMkLst>
        </pc:spChg>
      </pc:sldChg>
      <pc:sldChg chg="addSp delSp modSp add mod">
        <pc:chgData name="WILLIAM RICARDO AGUILAR PIÑA" userId="25538c52-b196-49fc-9025-2dd86a54f18a" providerId="ADAL" clId="{8C7D90C3-895E-4D22-B3BA-4F1983945D1B}" dt="2020-10-25T23:00:14.423" v="4448" actId="1037"/>
        <pc:sldMkLst>
          <pc:docMk/>
          <pc:sldMk cId="3234510488" sldId="453"/>
        </pc:sldMkLst>
        <pc:spChg chg="mod">
          <ac:chgData name="WILLIAM RICARDO AGUILAR PIÑA" userId="25538c52-b196-49fc-9025-2dd86a54f18a" providerId="ADAL" clId="{8C7D90C3-895E-4D22-B3BA-4F1983945D1B}" dt="2020-10-25T22:58:32.581" v="4417" actId="120"/>
          <ac:spMkLst>
            <pc:docMk/>
            <pc:sldMk cId="3234510488" sldId="453"/>
            <ac:spMk id="6" creationId="{3034BFDC-53FF-4EE0-83B3-6C37F76B1EF3}"/>
          </ac:spMkLst>
        </pc:spChg>
        <pc:picChg chg="add mod">
          <ac:chgData name="WILLIAM RICARDO AGUILAR PIÑA" userId="25538c52-b196-49fc-9025-2dd86a54f18a" providerId="ADAL" clId="{8C7D90C3-895E-4D22-B3BA-4F1983945D1B}" dt="2020-10-25T22:59:24.980" v="4435" actId="1036"/>
          <ac:picMkLst>
            <pc:docMk/>
            <pc:sldMk cId="3234510488" sldId="453"/>
            <ac:picMk id="3" creationId="{9770FB32-4717-47AB-9AA3-225CCA696B84}"/>
          </ac:picMkLst>
        </pc:picChg>
        <pc:picChg chg="del">
          <ac:chgData name="WILLIAM RICARDO AGUILAR PIÑA" userId="25538c52-b196-49fc-9025-2dd86a54f18a" providerId="ADAL" clId="{8C7D90C3-895E-4D22-B3BA-4F1983945D1B}" dt="2020-10-25T22:57:31.021" v="4404" actId="478"/>
          <ac:picMkLst>
            <pc:docMk/>
            <pc:sldMk cId="3234510488" sldId="453"/>
            <ac:picMk id="4" creationId="{D3D550F4-92E2-4396-B1CF-969C8D31EAD6}"/>
          </ac:picMkLst>
        </pc:picChg>
        <pc:picChg chg="add mod">
          <ac:chgData name="WILLIAM RICARDO AGUILAR PIÑA" userId="25538c52-b196-49fc-9025-2dd86a54f18a" providerId="ADAL" clId="{8C7D90C3-895E-4D22-B3BA-4F1983945D1B}" dt="2020-10-25T23:00:14.423" v="4448" actId="1037"/>
          <ac:picMkLst>
            <pc:docMk/>
            <pc:sldMk cId="3234510488" sldId="453"/>
            <ac:picMk id="7" creationId="{783FF005-2D1D-497A-8834-5C9E76A96FBA}"/>
          </ac:picMkLst>
        </pc:picChg>
        <pc:picChg chg="add mod">
          <ac:chgData name="WILLIAM RICARDO AGUILAR PIÑA" userId="25538c52-b196-49fc-9025-2dd86a54f18a" providerId="ADAL" clId="{8C7D90C3-895E-4D22-B3BA-4F1983945D1B}" dt="2020-10-25T23:00:14.423" v="4448" actId="1037"/>
          <ac:picMkLst>
            <pc:docMk/>
            <pc:sldMk cId="3234510488" sldId="453"/>
            <ac:picMk id="9" creationId="{E426C5A6-7F25-4178-9D0B-1A24043AAEC5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06:16.643" v="4739" actId="22"/>
        <pc:sldMkLst>
          <pc:docMk/>
          <pc:sldMk cId="1726150395" sldId="454"/>
        </pc:sldMkLst>
        <pc:picChg chg="del">
          <ac:chgData name="WILLIAM RICARDO AGUILAR PIÑA" userId="25538c52-b196-49fc-9025-2dd86a54f18a" providerId="ADAL" clId="{8C7D90C3-895E-4D22-B3BA-4F1983945D1B}" dt="2020-10-25T22:59:28.635" v="4437" actId="478"/>
          <ac:picMkLst>
            <pc:docMk/>
            <pc:sldMk cId="1726150395" sldId="454"/>
            <ac:picMk id="3" creationId="{9770FB32-4717-47AB-9AA3-225CCA696B84}"/>
          </ac:picMkLst>
        </pc:picChg>
        <pc:picChg chg="add del mod">
          <ac:chgData name="WILLIAM RICARDO AGUILAR PIÑA" userId="25538c52-b196-49fc-9025-2dd86a54f18a" providerId="ADAL" clId="{8C7D90C3-895E-4D22-B3BA-4F1983945D1B}" dt="2020-10-25T23:03:57.674" v="4715" actId="478"/>
          <ac:picMkLst>
            <pc:docMk/>
            <pc:sldMk cId="1726150395" sldId="454"/>
            <ac:picMk id="4" creationId="{AB4ED3F6-E57A-4BF4-B03F-47811822F8C5}"/>
          </ac:picMkLst>
        </pc:picChg>
        <pc:picChg chg="del">
          <ac:chgData name="WILLIAM RICARDO AGUILAR PIÑA" userId="25538c52-b196-49fc-9025-2dd86a54f18a" providerId="ADAL" clId="{8C7D90C3-895E-4D22-B3BA-4F1983945D1B}" dt="2020-10-25T22:59:29.043" v="4438" actId="478"/>
          <ac:picMkLst>
            <pc:docMk/>
            <pc:sldMk cId="1726150395" sldId="454"/>
            <ac:picMk id="7" creationId="{783FF005-2D1D-497A-8834-5C9E76A96FBA}"/>
          </ac:picMkLst>
        </pc:picChg>
        <pc:picChg chg="add del mod">
          <ac:chgData name="WILLIAM RICARDO AGUILAR PIÑA" userId="25538c52-b196-49fc-9025-2dd86a54f18a" providerId="ADAL" clId="{8C7D90C3-895E-4D22-B3BA-4F1983945D1B}" dt="2020-10-25T23:05:43.849" v="4727" actId="478"/>
          <ac:picMkLst>
            <pc:docMk/>
            <pc:sldMk cId="1726150395" sldId="454"/>
            <ac:picMk id="8" creationId="{3D22B8C9-6B15-4AAF-886D-3FCB6E343481}"/>
          </ac:picMkLst>
        </pc:picChg>
        <pc:picChg chg="add del">
          <ac:chgData name="WILLIAM RICARDO AGUILAR PIÑA" userId="25538c52-b196-49fc-9025-2dd86a54f18a" providerId="ADAL" clId="{8C7D90C3-895E-4D22-B3BA-4F1983945D1B}" dt="2020-10-25T23:05:42.517" v="4725" actId="478"/>
          <ac:picMkLst>
            <pc:docMk/>
            <pc:sldMk cId="1726150395" sldId="454"/>
            <ac:picMk id="11" creationId="{2ACBD331-B2B6-4253-93C0-3C948123A842}"/>
          </ac:picMkLst>
        </pc:picChg>
        <pc:picChg chg="add mod">
          <ac:chgData name="WILLIAM RICARDO AGUILAR PIÑA" userId="25538c52-b196-49fc-9025-2dd86a54f18a" providerId="ADAL" clId="{8C7D90C3-895E-4D22-B3BA-4F1983945D1B}" dt="2020-10-25T23:05:50.913" v="4737" actId="1035"/>
          <ac:picMkLst>
            <pc:docMk/>
            <pc:sldMk cId="1726150395" sldId="454"/>
            <ac:picMk id="13" creationId="{DA196414-D50A-4ECA-BE9D-F275BEDDEC1F}"/>
          </ac:picMkLst>
        </pc:picChg>
        <pc:picChg chg="add del">
          <ac:chgData name="WILLIAM RICARDO AGUILAR PIÑA" userId="25538c52-b196-49fc-9025-2dd86a54f18a" providerId="ADAL" clId="{8C7D90C3-895E-4D22-B3BA-4F1983945D1B}" dt="2020-10-25T23:06:16.643" v="4739" actId="22"/>
          <ac:picMkLst>
            <pc:docMk/>
            <pc:sldMk cId="1726150395" sldId="454"/>
            <ac:picMk id="15" creationId="{09798059-15AE-4EF9-9365-9B34C3CD6182}"/>
          </ac:picMkLst>
        </pc:picChg>
      </pc:sldChg>
      <pc:sldChg chg="addSp modSp add mod ord">
        <pc:chgData name="WILLIAM RICARDO AGUILAR PIÑA" userId="25538c52-b196-49fc-9025-2dd86a54f18a" providerId="ADAL" clId="{8C7D90C3-895E-4D22-B3BA-4F1983945D1B}" dt="2020-10-25T23:05:15.996" v="4720" actId="20577"/>
        <pc:sldMkLst>
          <pc:docMk/>
          <pc:sldMk cId="3011975183" sldId="455"/>
        </pc:sldMkLst>
        <pc:spChg chg="add mod">
          <ac:chgData name="WILLIAM RICARDO AGUILAR PIÑA" userId="25538c52-b196-49fc-9025-2dd86a54f18a" providerId="ADAL" clId="{8C7D90C3-895E-4D22-B3BA-4F1983945D1B}" dt="2020-10-25T23:05:15.996" v="4720" actId="20577"/>
          <ac:spMkLst>
            <pc:docMk/>
            <pc:sldMk cId="3011975183" sldId="455"/>
            <ac:spMk id="2" creationId="{3819FA23-C907-42E3-84DA-40F034BAE153}"/>
          </ac:spMkLst>
        </pc:spChg>
      </pc:sldChg>
      <pc:sldChg chg="addSp delSp modSp add mod">
        <pc:chgData name="WILLIAM RICARDO AGUILAR PIÑA" userId="25538c52-b196-49fc-9025-2dd86a54f18a" providerId="ADAL" clId="{8C7D90C3-895E-4D22-B3BA-4F1983945D1B}" dt="2020-10-25T23:06:30.272" v="4744" actId="1076"/>
        <pc:sldMkLst>
          <pc:docMk/>
          <pc:sldMk cId="4205806379" sldId="456"/>
        </pc:sldMkLst>
        <pc:picChg chg="add mod">
          <ac:chgData name="WILLIAM RICARDO AGUILAR PIÑA" userId="25538c52-b196-49fc-9025-2dd86a54f18a" providerId="ADAL" clId="{8C7D90C3-895E-4D22-B3BA-4F1983945D1B}" dt="2020-10-25T23:06:30.272" v="4744" actId="1076"/>
          <ac:picMkLst>
            <pc:docMk/>
            <pc:sldMk cId="4205806379" sldId="456"/>
            <ac:picMk id="3" creationId="{7E6259A9-B465-471F-BD2B-A52478584BD3}"/>
          </ac:picMkLst>
        </pc:picChg>
        <pc:picChg chg="del">
          <ac:chgData name="WILLIAM RICARDO AGUILAR PIÑA" userId="25538c52-b196-49fc-9025-2dd86a54f18a" providerId="ADAL" clId="{8C7D90C3-895E-4D22-B3BA-4F1983945D1B}" dt="2020-10-25T23:06:19.911" v="4741" actId="478"/>
          <ac:picMkLst>
            <pc:docMk/>
            <pc:sldMk cId="4205806379" sldId="456"/>
            <ac:picMk id="13" creationId="{DA196414-D50A-4ECA-BE9D-F275BEDDEC1F}"/>
          </ac:picMkLst>
        </pc:picChg>
      </pc:sldChg>
      <pc:sldChg chg="modSp add mod">
        <pc:chgData name="WILLIAM RICARDO AGUILAR PIÑA" userId="25538c52-b196-49fc-9025-2dd86a54f18a" providerId="ADAL" clId="{8C7D90C3-895E-4D22-B3BA-4F1983945D1B}" dt="2020-10-25T23:07:05.285" v="4750" actId="6549"/>
        <pc:sldMkLst>
          <pc:docMk/>
          <pc:sldMk cId="1912274242" sldId="457"/>
        </pc:sldMkLst>
        <pc:spChg chg="mod">
          <ac:chgData name="WILLIAM RICARDO AGUILAR PIÑA" userId="25538c52-b196-49fc-9025-2dd86a54f18a" providerId="ADAL" clId="{8C7D90C3-895E-4D22-B3BA-4F1983945D1B}" dt="2020-10-25T23:07:05.285" v="4750" actId="6549"/>
          <ac:spMkLst>
            <pc:docMk/>
            <pc:sldMk cId="1912274242" sldId="457"/>
            <ac:spMk id="8" creationId="{00000000-0000-0000-0000-000000000000}"/>
          </ac:spMkLst>
        </pc:spChg>
      </pc:sldChg>
      <pc:sldChg chg="addSp delSp modSp add mod">
        <pc:chgData name="WILLIAM RICARDO AGUILAR PIÑA" userId="25538c52-b196-49fc-9025-2dd86a54f18a" providerId="ADAL" clId="{8C7D90C3-895E-4D22-B3BA-4F1983945D1B}" dt="2020-10-25T23:08:45.412" v="4835" actId="20577"/>
        <pc:sldMkLst>
          <pc:docMk/>
          <pc:sldMk cId="1664560301" sldId="458"/>
        </pc:sldMkLst>
        <pc:spChg chg="mod">
          <ac:chgData name="WILLIAM RICARDO AGUILAR PIÑA" userId="25538c52-b196-49fc-9025-2dd86a54f18a" providerId="ADAL" clId="{8C7D90C3-895E-4D22-B3BA-4F1983945D1B}" dt="2020-10-25T23:07:20.922" v="4755"/>
          <ac:spMkLst>
            <pc:docMk/>
            <pc:sldMk cId="1664560301" sldId="458"/>
            <ac:spMk id="6" creationId="{3034BFDC-53FF-4EE0-83B3-6C37F76B1EF3}"/>
          </ac:spMkLst>
        </pc:spChg>
        <pc:spChg chg="add mod">
          <ac:chgData name="WILLIAM RICARDO AGUILAR PIÑA" userId="25538c52-b196-49fc-9025-2dd86a54f18a" providerId="ADAL" clId="{8C7D90C3-895E-4D22-B3BA-4F1983945D1B}" dt="2020-10-25T23:08:45.412" v="4835" actId="20577"/>
          <ac:spMkLst>
            <pc:docMk/>
            <pc:sldMk cId="1664560301" sldId="458"/>
            <ac:spMk id="14" creationId="{D294F58C-1D40-4606-AC56-F0630D5621A1}"/>
          </ac:spMkLst>
        </pc:spChg>
        <pc:picChg chg="del">
          <ac:chgData name="WILLIAM RICARDO AGUILAR PIÑA" userId="25538c52-b196-49fc-9025-2dd86a54f18a" providerId="ADAL" clId="{8C7D90C3-895E-4D22-B3BA-4F1983945D1B}" dt="2020-10-25T23:07:12.856" v="4752" actId="478"/>
          <ac:picMkLst>
            <pc:docMk/>
            <pc:sldMk cId="1664560301" sldId="458"/>
            <ac:picMk id="3" creationId="{9770FB32-4717-47AB-9AA3-225CCA696B84}"/>
          </ac:picMkLst>
        </pc:picChg>
        <pc:picChg chg="add mod">
          <ac:chgData name="WILLIAM RICARDO AGUILAR PIÑA" userId="25538c52-b196-49fc-9025-2dd86a54f18a" providerId="ADAL" clId="{8C7D90C3-895E-4D22-B3BA-4F1983945D1B}" dt="2020-10-25T23:08:23.562" v="4777" actId="1036"/>
          <ac:picMkLst>
            <pc:docMk/>
            <pc:sldMk cId="1664560301" sldId="458"/>
            <ac:picMk id="4" creationId="{856C3A2B-DA3A-47E2-93F9-F10F5E533282}"/>
          </ac:picMkLst>
        </pc:picChg>
        <pc:picChg chg="del">
          <ac:chgData name="WILLIAM RICARDO AGUILAR PIÑA" userId="25538c52-b196-49fc-9025-2dd86a54f18a" providerId="ADAL" clId="{8C7D90C3-895E-4D22-B3BA-4F1983945D1B}" dt="2020-10-25T23:07:13.419" v="4753" actId="478"/>
          <ac:picMkLst>
            <pc:docMk/>
            <pc:sldMk cId="1664560301" sldId="458"/>
            <ac:picMk id="7" creationId="{783FF005-2D1D-497A-8834-5C9E76A96FBA}"/>
          </ac:picMkLst>
        </pc:picChg>
        <pc:picChg chg="add del mod">
          <ac:chgData name="WILLIAM RICARDO AGUILAR PIÑA" userId="25538c52-b196-49fc-9025-2dd86a54f18a" providerId="ADAL" clId="{8C7D90C3-895E-4D22-B3BA-4F1983945D1B}" dt="2020-10-25T23:08:07.560" v="4768" actId="478"/>
          <ac:picMkLst>
            <pc:docMk/>
            <pc:sldMk cId="1664560301" sldId="458"/>
            <ac:picMk id="8" creationId="{D79AA462-2B50-4A52-A5A4-AD7811308EF1}"/>
          </ac:picMkLst>
        </pc:picChg>
        <pc:picChg chg="del">
          <ac:chgData name="WILLIAM RICARDO AGUILAR PIÑA" userId="25538c52-b196-49fc-9025-2dd86a54f18a" providerId="ADAL" clId="{8C7D90C3-895E-4D22-B3BA-4F1983945D1B}" dt="2020-10-25T23:07:13.721" v="4754" actId="478"/>
          <ac:picMkLst>
            <pc:docMk/>
            <pc:sldMk cId="1664560301" sldId="458"/>
            <ac:picMk id="9" creationId="{E426C5A6-7F25-4178-9D0B-1A24043AAEC5}"/>
          </ac:picMkLst>
        </pc:picChg>
        <pc:picChg chg="add mod">
          <ac:chgData name="WILLIAM RICARDO AGUILAR PIÑA" userId="25538c52-b196-49fc-9025-2dd86a54f18a" providerId="ADAL" clId="{8C7D90C3-895E-4D22-B3BA-4F1983945D1B}" dt="2020-10-25T23:08:23.562" v="4777" actId="1036"/>
          <ac:picMkLst>
            <pc:docMk/>
            <pc:sldMk cId="1664560301" sldId="458"/>
            <ac:picMk id="12" creationId="{47ED623E-8847-4428-A80E-F09F5C87E019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14:44.382" v="4930" actId="14100"/>
        <pc:sldMkLst>
          <pc:docMk/>
          <pc:sldMk cId="3644882732" sldId="459"/>
        </pc:sldMkLst>
        <pc:spChg chg="add">
          <ac:chgData name="WILLIAM RICARDO AGUILAR PIÑA" userId="25538c52-b196-49fc-9025-2dd86a54f18a" providerId="ADAL" clId="{8C7D90C3-895E-4D22-B3BA-4F1983945D1B}" dt="2020-10-25T23:09:00.266" v="4841" actId="22"/>
          <ac:spMkLst>
            <pc:docMk/>
            <pc:sldMk cId="3644882732" sldId="459"/>
            <ac:spMk id="2" creationId="{79FB4CFA-71AD-489F-82A3-DAB2487DA5C1}"/>
          </ac:spMkLst>
        </pc:spChg>
        <pc:picChg chg="del">
          <ac:chgData name="WILLIAM RICARDO AGUILAR PIÑA" userId="25538c52-b196-49fc-9025-2dd86a54f18a" providerId="ADAL" clId="{8C7D90C3-895E-4D22-B3BA-4F1983945D1B}" dt="2020-10-25T23:08:50.630" v="4837" actId="478"/>
          <ac:picMkLst>
            <pc:docMk/>
            <pc:sldMk cId="3644882732" sldId="459"/>
            <ac:picMk id="4" creationId="{856C3A2B-DA3A-47E2-93F9-F10F5E533282}"/>
          </ac:picMkLst>
        </pc:picChg>
        <pc:picChg chg="add del mod">
          <ac:chgData name="WILLIAM RICARDO AGUILAR PIÑA" userId="25538c52-b196-49fc-9025-2dd86a54f18a" providerId="ADAL" clId="{8C7D90C3-895E-4D22-B3BA-4F1983945D1B}" dt="2020-10-25T23:09:47.268" v="4845" actId="478"/>
          <ac:picMkLst>
            <pc:docMk/>
            <pc:sldMk cId="3644882732" sldId="459"/>
            <ac:picMk id="5" creationId="{C2AC814D-F0EE-4490-8425-FA1A5801242A}"/>
          </ac:picMkLst>
        </pc:picChg>
        <pc:picChg chg="mod">
          <ac:chgData name="WILLIAM RICARDO AGUILAR PIÑA" userId="25538c52-b196-49fc-9025-2dd86a54f18a" providerId="ADAL" clId="{8C7D90C3-895E-4D22-B3BA-4F1983945D1B}" dt="2020-10-25T23:09:51.698" v="4849" actId="1076"/>
          <ac:picMkLst>
            <pc:docMk/>
            <pc:sldMk cId="3644882732" sldId="459"/>
            <ac:picMk id="8" creationId="{D79AA462-2B50-4A52-A5A4-AD7811308EF1}"/>
          </ac:picMkLst>
        </pc:picChg>
        <pc:picChg chg="add del mod">
          <ac:chgData name="WILLIAM RICARDO AGUILAR PIÑA" userId="25538c52-b196-49fc-9025-2dd86a54f18a" providerId="ADAL" clId="{8C7D90C3-895E-4D22-B3BA-4F1983945D1B}" dt="2020-10-25T23:14:38.313" v="4927" actId="478"/>
          <ac:picMkLst>
            <pc:docMk/>
            <pc:sldMk cId="3644882732" sldId="459"/>
            <ac:picMk id="11" creationId="{DC5E3C07-BD96-4E47-96F5-110A87C218EF}"/>
          </ac:picMkLst>
        </pc:picChg>
        <pc:picChg chg="del">
          <ac:chgData name="WILLIAM RICARDO AGUILAR PIÑA" userId="25538c52-b196-49fc-9025-2dd86a54f18a" providerId="ADAL" clId="{8C7D90C3-895E-4D22-B3BA-4F1983945D1B}" dt="2020-10-25T23:08:50.053" v="4836" actId="478"/>
          <ac:picMkLst>
            <pc:docMk/>
            <pc:sldMk cId="3644882732" sldId="459"/>
            <ac:picMk id="12" creationId="{47ED623E-8847-4428-A80E-F09F5C87E019}"/>
          </ac:picMkLst>
        </pc:picChg>
        <pc:picChg chg="add mod">
          <ac:chgData name="WILLIAM RICARDO AGUILAR PIÑA" userId="25538c52-b196-49fc-9025-2dd86a54f18a" providerId="ADAL" clId="{8C7D90C3-895E-4D22-B3BA-4F1983945D1B}" dt="2020-10-25T23:14:44.382" v="4930" actId="14100"/>
          <ac:picMkLst>
            <pc:docMk/>
            <pc:sldMk cId="3644882732" sldId="459"/>
            <ac:picMk id="14" creationId="{CA740894-82AA-465A-8CF4-F8F00BAA4DD3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10:55.019" v="4867" actId="1036"/>
        <pc:sldMkLst>
          <pc:docMk/>
          <pc:sldMk cId="1734244151" sldId="460"/>
        </pc:sldMkLst>
        <pc:spChg chg="mod">
          <ac:chgData name="WILLIAM RICARDO AGUILAR PIÑA" userId="25538c52-b196-49fc-9025-2dd86a54f18a" providerId="ADAL" clId="{8C7D90C3-895E-4D22-B3BA-4F1983945D1B}" dt="2020-10-25T23:10:55.019" v="4867" actId="1036"/>
          <ac:spMkLst>
            <pc:docMk/>
            <pc:sldMk cId="1734244151" sldId="460"/>
            <ac:spMk id="2" creationId="{79FB4CFA-71AD-489F-82A3-DAB2487DA5C1}"/>
          </ac:spMkLst>
        </pc:spChg>
        <pc:picChg chg="add mod">
          <ac:chgData name="WILLIAM RICARDO AGUILAR PIÑA" userId="25538c52-b196-49fc-9025-2dd86a54f18a" providerId="ADAL" clId="{8C7D90C3-895E-4D22-B3BA-4F1983945D1B}" dt="2020-10-25T23:10:49.202" v="4858" actId="1076"/>
          <ac:picMkLst>
            <pc:docMk/>
            <pc:sldMk cId="1734244151" sldId="460"/>
            <ac:picMk id="4" creationId="{35C44A1C-C255-4488-8DA4-8C496C31441B}"/>
          </ac:picMkLst>
        </pc:picChg>
        <pc:picChg chg="del">
          <ac:chgData name="WILLIAM RICARDO AGUILAR PIÑA" userId="25538c52-b196-49fc-9025-2dd86a54f18a" providerId="ADAL" clId="{8C7D90C3-895E-4D22-B3BA-4F1983945D1B}" dt="2020-10-25T23:10:05.746" v="4855" actId="478"/>
          <ac:picMkLst>
            <pc:docMk/>
            <pc:sldMk cId="1734244151" sldId="460"/>
            <ac:picMk id="8" creationId="{D79AA462-2B50-4A52-A5A4-AD7811308EF1}"/>
          </ac:picMkLst>
        </pc:picChg>
        <pc:picChg chg="del">
          <ac:chgData name="WILLIAM RICARDO AGUILAR PIÑA" userId="25538c52-b196-49fc-9025-2dd86a54f18a" providerId="ADAL" clId="{8C7D90C3-895E-4D22-B3BA-4F1983945D1B}" dt="2020-10-25T23:10:05.450" v="4854" actId="478"/>
          <ac:picMkLst>
            <pc:docMk/>
            <pc:sldMk cId="1734244151" sldId="460"/>
            <ac:picMk id="11" creationId="{DC5E3C07-BD96-4E47-96F5-110A87C218EF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11:18.311" v="4879" actId="1035"/>
        <pc:sldMkLst>
          <pc:docMk/>
          <pc:sldMk cId="3508010913" sldId="461"/>
        </pc:sldMkLst>
        <pc:picChg chg="del">
          <ac:chgData name="WILLIAM RICARDO AGUILAR PIÑA" userId="25538c52-b196-49fc-9025-2dd86a54f18a" providerId="ADAL" clId="{8C7D90C3-895E-4D22-B3BA-4F1983945D1B}" dt="2020-10-25T23:11:11.173" v="4869" actId="478"/>
          <ac:picMkLst>
            <pc:docMk/>
            <pc:sldMk cId="3508010913" sldId="461"/>
            <ac:picMk id="4" creationId="{35C44A1C-C255-4488-8DA4-8C496C31441B}"/>
          </ac:picMkLst>
        </pc:picChg>
        <pc:picChg chg="add mod">
          <ac:chgData name="WILLIAM RICARDO AGUILAR PIÑA" userId="25538c52-b196-49fc-9025-2dd86a54f18a" providerId="ADAL" clId="{8C7D90C3-895E-4D22-B3BA-4F1983945D1B}" dt="2020-10-25T23:11:18.311" v="4879" actId="1035"/>
          <ac:picMkLst>
            <pc:docMk/>
            <pc:sldMk cId="3508010913" sldId="461"/>
            <ac:picMk id="5" creationId="{31978058-778C-4C0D-B9E6-86277E92D0EF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11:39.783" v="4893" actId="1036"/>
        <pc:sldMkLst>
          <pc:docMk/>
          <pc:sldMk cId="2990936665" sldId="462"/>
        </pc:sldMkLst>
        <pc:picChg chg="add mod">
          <ac:chgData name="WILLIAM RICARDO AGUILAR PIÑA" userId="25538c52-b196-49fc-9025-2dd86a54f18a" providerId="ADAL" clId="{8C7D90C3-895E-4D22-B3BA-4F1983945D1B}" dt="2020-10-25T23:11:39.783" v="4893" actId="1036"/>
          <ac:picMkLst>
            <pc:docMk/>
            <pc:sldMk cId="2990936665" sldId="462"/>
            <ac:picMk id="4" creationId="{6515D8A7-E753-4AD5-89F5-8F8AD6CAB650}"/>
          </ac:picMkLst>
        </pc:picChg>
        <pc:picChg chg="del">
          <ac:chgData name="WILLIAM RICARDO AGUILAR PIÑA" userId="25538c52-b196-49fc-9025-2dd86a54f18a" providerId="ADAL" clId="{8C7D90C3-895E-4D22-B3BA-4F1983945D1B}" dt="2020-10-25T23:11:33.489" v="4881" actId="478"/>
          <ac:picMkLst>
            <pc:docMk/>
            <pc:sldMk cId="2990936665" sldId="462"/>
            <ac:picMk id="5" creationId="{31978058-778C-4C0D-B9E6-86277E92D0EF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13:31.418" v="4920" actId="1037"/>
        <pc:sldMkLst>
          <pc:docMk/>
          <pc:sldMk cId="1549511775" sldId="463"/>
        </pc:sldMkLst>
        <pc:spChg chg="mod">
          <ac:chgData name="WILLIAM RICARDO AGUILAR PIÑA" userId="25538c52-b196-49fc-9025-2dd86a54f18a" providerId="ADAL" clId="{8C7D90C3-895E-4D22-B3BA-4F1983945D1B}" dt="2020-10-25T23:12:04.173" v="4897" actId="20577"/>
          <ac:spMkLst>
            <pc:docMk/>
            <pc:sldMk cId="1549511775" sldId="463"/>
            <ac:spMk id="14" creationId="{D294F58C-1D40-4606-AC56-F0630D5621A1}"/>
          </ac:spMkLst>
        </pc:spChg>
        <pc:picChg chg="add mod">
          <ac:chgData name="WILLIAM RICARDO AGUILAR PIÑA" userId="25538c52-b196-49fc-9025-2dd86a54f18a" providerId="ADAL" clId="{8C7D90C3-895E-4D22-B3BA-4F1983945D1B}" dt="2020-10-25T23:13:31.418" v="4920" actId="1037"/>
          <ac:picMkLst>
            <pc:docMk/>
            <pc:sldMk cId="1549511775" sldId="463"/>
            <ac:picMk id="3" creationId="{AF8B3C8E-19C1-47B4-880F-427607B001C4}"/>
          </ac:picMkLst>
        </pc:picChg>
        <pc:picChg chg="del">
          <ac:chgData name="WILLIAM RICARDO AGUILAR PIÑA" userId="25538c52-b196-49fc-9025-2dd86a54f18a" providerId="ADAL" clId="{8C7D90C3-895E-4D22-B3BA-4F1983945D1B}" dt="2020-10-25T23:12:39.173" v="4898" actId="478"/>
          <ac:picMkLst>
            <pc:docMk/>
            <pc:sldMk cId="1549511775" sldId="463"/>
            <ac:picMk id="4" creationId="{856C3A2B-DA3A-47E2-93F9-F10F5E533282}"/>
          </ac:picMkLst>
        </pc:picChg>
        <pc:picChg chg="add mod">
          <ac:chgData name="WILLIAM RICARDO AGUILAR PIÑA" userId="25538c52-b196-49fc-9025-2dd86a54f18a" providerId="ADAL" clId="{8C7D90C3-895E-4D22-B3BA-4F1983945D1B}" dt="2020-10-25T23:13:31.418" v="4920" actId="1037"/>
          <ac:picMkLst>
            <pc:docMk/>
            <pc:sldMk cId="1549511775" sldId="463"/>
            <ac:picMk id="7" creationId="{56832B74-CAC3-49EE-8FB3-AD44BA344765}"/>
          </ac:picMkLst>
        </pc:picChg>
        <pc:picChg chg="add del">
          <ac:chgData name="WILLIAM RICARDO AGUILAR PIÑA" userId="25538c52-b196-49fc-9025-2dd86a54f18a" providerId="ADAL" clId="{8C7D90C3-895E-4D22-B3BA-4F1983945D1B}" dt="2020-10-25T23:13:14.616" v="4912" actId="478"/>
          <ac:picMkLst>
            <pc:docMk/>
            <pc:sldMk cId="1549511775" sldId="463"/>
            <ac:picMk id="12" creationId="{47ED623E-8847-4428-A80E-F09F5C87E019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14:01.571" v="4926" actId="14100"/>
        <pc:sldMkLst>
          <pc:docMk/>
          <pc:sldMk cId="1031010412" sldId="464"/>
        </pc:sldMkLst>
        <pc:spChg chg="del">
          <ac:chgData name="WILLIAM RICARDO AGUILAR PIÑA" userId="25538c52-b196-49fc-9025-2dd86a54f18a" providerId="ADAL" clId="{8C7D90C3-895E-4D22-B3BA-4F1983945D1B}" dt="2020-10-25T23:13:42.913" v="4922" actId="478"/>
          <ac:spMkLst>
            <pc:docMk/>
            <pc:sldMk cId="1031010412" sldId="464"/>
            <ac:spMk id="2" creationId="{79FB4CFA-71AD-489F-82A3-DAB2487DA5C1}"/>
          </ac:spMkLst>
        </pc:spChg>
        <pc:spChg chg="add">
          <ac:chgData name="WILLIAM RICARDO AGUILAR PIÑA" userId="25538c52-b196-49fc-9025-2dd86a54f18a" providerId="ADAL" clId="{8C7D90C3-895E-4D22-B3BA-4F1983945D1B}" dt="2020-10-25T23:13:43.051" v="4923" actId="22"/>
          <ac:spMkLst>
            <pc:docMk/>
            <pc:sldMk cId="1031010412" sldId="464"/>
            <ac:spMk id="5" creationId="{0E802891-3444-4BEA-A0BA-2E0C95F0604B}"/>
          </ac:spMkLst>
        </pc:spChg>
        <pc:picChg chg="add mod">
          <ac:chgData name="WILLIAM RICARDO AGUILAR PIÑA" userId="25538c52-b196-49fc-9025-2dd86a54f18a" providerId="ADAL" clId="{8C7D90C3-895E-4D22-B3BA-4F1983945D1B}" dt="2020-10-25T23:13:07.213" v="4911" actId="14100"/>
          <ac:picMkLst>
            <pc:docMk/>
            <pc:sldMk cId="1031010412" sldId="464"/>
            <ac:picMk id="4" creationId="{1FA5E3E2-4BA3-4252-ABE6-2039AA4233CD}"/>
          </ac:picMkLst>
        </pc:picChg>
        <pc:picChg chg="del">
          <ac:chgData name="WILLIAM RICARDO AGUILAR PIÑA" userId="25538c52-b196-49fc-9025-2dd86a54f18a" providerId="ADAL" clId="{8C7D90C3-895E-4D22-B3BA-4F1983945D1B}" dt="2020-10-25T23:12:54.203" v="4905" actId="478"/>
          <ac:picMkLst>
            <pc:docMk/>
            <pc:sldMk cId="1031010412" sldId="464"/>
            <ac:picMk id="8" creationId="{D79AA462-2B50-4A52-A5A4-AD7811308EF1}"/>
          </ac:picMkLst>
        </pc:picChg>
        <pc:picChg chg="del">
          <ac:chgData name="WILLIAM RICARDO AGUILAR PIÑA" userId="25538c52-b196-49fc-9025-2dd86a54f18a" providerId="ADAL" clId="{8C7D90C3-895E-4D22-B3BA-4F1983945D1B}" dt="2020-10-25T23:13:34.364" v="4921" actId="478"/>
          <ac:picMkLst>
            <pc:docMk/>
            <pc:sldMk cId="1031010412" sldId="464"/>
            <ac:picMk id="11" creationId="{DC5E3C07-BD96-4E47-96F5-110A87C218EF}"/>
          </ac:picMkLst>
        </pc:picChg>
        <pc:picChg chg="add mod">
          <ac:chgData name="WILLIAM RICARDO AGUILAR PIÑA" userId="25538c52-b196-49fc-9025-2dd86a54f18a" providerId="ADAL" clId="{8C7D90C3-895E-4D22-B3BA-4F1983945D1B}" dt="2020-10-25T23:14:01.571" v="4926" actId="14100"/>
          <ac:picMkLst>
            <pc:docMk/>
            <pc:sldMk cId="1031010412" sldId="464"/>
            <ac:picMk id="12" creationId="{4DF214D9-A158-4FC1-B1D5-66935EE204F7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15:27.082" v="4941" actId="20577"/>
        <pc:sldMkLst>
          <pc:docMk/>
          <pc:sldMk cId="1140656571" sldId="465"/>
        </pc:sldMkLst>
        <pc:spChg chg="mod">
          <ac:chgData name="WILLIAM RICARDO AGUILAR PIÑA" userId="25538c52-b196-49fc-9025-2dd86a54f18a" providerId="ADAL" clId="{8C7D90C3-895E-4D22-B3BA-4F1983945D1B}" dt="2020-10-25T23:15:27.082" v="4941" actId="20577"/>
          <ac:spMkLst>
            <pc:docMk/>
            <pc:sldMk cId="1140656571" sldId="465"/>
            <ac:spMk id="2" creationId="{79FB4CFA-71AD-489F-82A3-DAB2487DA5C1}"/>
          </ac:spMkLst>
        </pc:spChg>
        <pc:picChg chg="del">
          <ac:chgData name="WILLIAM RICARDO AGUILAR PIÑA" userId="25538c52-b196-49fc-9025-2dd86a54f18a" providerId="ADAL" clId="{8C7D90C3-895E-4D22-B3BA-4F1983945D1B}" dt="2020-10-25T23:15:16.056" v="4931" actId="478"/>
          <ac:picMkLst>
            <pc:docMk/>
            <pc:sldMk cId="1140656571" sldId="465"/>
            <ac:picMk id="4" creationId="{35C44A1C-C255-4488-8DA4-8C496C31441B}"/>
          </ac:picMkLst>
        </pc:picChg>
        <pc:picChg chg="add mod">
          <ac:chgData name="WILLIAM RICARDO AGUILAR PIÑA" userId="25538c52-b196-49fc-9025-2dd86a54f18a" providerId="ADAL" clId="{8C7D90C3-895E-4D22-B3BA-4F1983945D1B}" dt="2020-10-25T23:15:23.296" v="4938" actId="1035"/>
          <ac:picMkLst>
            <pc:docMk/>
            <pc:sldMk cId="1140656571" sldId="465"/>
            <ac:picMk id="5" creationId="{6D02603B-5F4C-4053-8B35-BD65C57BDA57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16:06.233" v="4954" actId="1076"/>
        <pc:sldMkLst>
          <pc:docMk/>
          <pc:sldMk cId="1508010170" sldId="466"/>
        </pc:sldMkLst>
        <pc:spChg chg="del mod">
          <ac:chgData name="WILLIAM RICARDO AGUILAR PIÑA" userId="25538c52-b196-49fc-9025-2dd86a54f18a" providerId="ADAL" clId="{8C7D90C3-895E-4D22-B3BA-4F1983945D1B}" dt="2020-10-25T23:15:40.448" v="4946" actId="478"/>
          <ac:spMkLst>
            <pc:docMk/>
            <pc:sldMk cId="1508010170" sldId="466"/>
            <ac:spMk id="2" creationId="{79FB4CFA-71AD-489F-82A3-DAB2487DA5C1}"/>
          </ac:spMkLst>
        </pc:spChg>
        <pc:spChg chg="add del mod">
          <ac:chgData name="WILLIAM RICARDO AGUILAR PIÑA" userId="25538c52-b196-49fc-9025-2dd86a54f18a" providerId="ADAL" clId="{8C7D90C3-895E-4D22-B3BA-4F1983945D1B}" dt="2020-10-25T23:15:41.582" v="4947" actId="478"/>
          <ac:spMkLst>
            <pc:docMk/>
            <pc:sldMk cId="1508010170" sldId="466"/>
            <ac:spMk id="3" creationId="{BCBFEA34-5B09-4061-A19A-EB8A7DE140B0}"/>
          </ac:spMkLst>
        </pc:spChg>
        <pc:spChg chg="add">
          <ac:chgData name="WILLIAM RICARDO AGUILAR PIÑA" userId="25538c52-b196-49fc-9025-2dd86a54f18a" providerId="ADAL" clId="{8C7D90C3-895E-4D22-B3BA-4F1983945D1B}" dt="2020-10-25T23:15:42.787" v="4948" actId="22"/>
          <ac:spMkLst>
            <pc:docMk/>
            <pc:sldMk cId="1508010170" sldId="466"/>
            <ac:spMk id="4" creationId="{E65C1F82-BC1B-4A95-A332-D9B2FCA13005}"/>
          </ac:spMkLst>
        </pc:spChg>
        <pc:picChg chg="del">
          <ac:chgData name="WILLIAM RICARDO AGUILAR PIÑA" userId="25538c52-b196-49fc-9025-2dd86a54f18a" providerId="ADAL" clId="{8C7D90C3-895E-4D22-B3BA-4F1983945D1B}" dt="2020-10-25T23:15:58.157" v="4951" actId="478"/>
          <ac:picMkLst>
            <pc:docMk/>
            <pc:sldMk cId="1508010170" sldId="466"/>
            <ac:picMk id="5" creationId="{31978058-778C-4C0D-B9E6-86277E92D0EF}"/>
          </ac:picMkLst>
        </pc:picChg>
        <pc:picChg chg="add mod">
          <ac:chgData name="WILLIAM RICARDO AGUILAR PIÑA" userId="25538c52-b196-49fc-9025-2dd86a54f18a" providerId="ADAL" clId="{8C7D90C3-895E-4D22-B3BA-4F1983945D1B}" dt="2020-10-25T23:16:06.233" v="4954" actId="1076"/>
          <ac:picMkLst>
            <pc:docMk/>
            <pc:sldMk cId="1508010170" sldId="466"/>
            <ac:picMk id="11" creationId="{ADAEE925-F7C8-4F2A-9EB0-319B951AA000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16:26.888" v="4960" actId="1076"/>
        <pc:sldMkLst>
          <pc:docMk/>
          <pc:sldMk cId="3115922406" sldId="467"/>
        </pc:sldMkLst>
        <pc:spChg chg="del">
          <ac:chgData name="WILLIAM RICARDO AGUILAR PIÑA" userId="25538c52-b196-49fc-9025-2dd86a54f18a" providerId="ADAL" clId="{8C7D90C3-895E-4D22-B3BA-4F1983945D1B}" dt="2020-10-25T23:15:44.869" v="4949" actId="478"/>
          <ac:spMkLst>
            <pc:docMk/>
            <pc:sldMk cId="3115922406" sldId="467"/>
            <ac:spMk id="2" creationId="{79FB4CFA-71AD-489F-82A3-DAB2487DA5C1}"/>
          </ac:spMkLst>
        </pc:spChg>
        <pc:spChg chg="add">
          <ac:chgData name="WILLIAM RICARDO AGUILAR PIÑA" userId="25538c52-b196-49fc-9025-2dd86a54f18a" providerId="ADAL" clId="{8C7D90C3-895E-4D22-B3BA-4F1983945D1B}" dt="2020-10-25T23:15:44.970" v="4950" actId="22"/>
          <ac:spMkLst>
            <pc:docMk/>
            <pc:sldMk cId="3115922406" sldId="467"/>
            <ac:spMk id="3" creationId="{F2B1DFCA-5800-494E-B0C5-624A27E54FA4}"/>
          </ac:spMkLst>
        </pc:spChg>
        <pc:picChg chg="del">
          <ac:chgData name="WILLIAM RICARDO AGUILAR PIÑA" userId="25538c52-b196-49fc-9025-2dd86a54f18a" providerId="ADAL" clId="{8C7D90C3-895E-4D22-B3BA-4F1983945D1B}" dt="2020-10-25T23:16:16.999" v="4955" actId="478"/>
          <ac:picMkLst>
            <pc:docMk/>
            <pc:sldMk cId="3115922406" sldId="467"/>
            <ac:picMk id="4" creationId="{6515D8A7-E753-4AD5-89F5-8F8AD6CAB650}"/>
          </ac:picMkLst>
        </pc:picChg>
        <pc:picChg chg="add mod">
          <ac:chgData name="WILLIAM RICARDO AGUILAR PIÑA" userId="25538c52-b196-49fc-9025-2dd86a54f18a" providerId="ADAL" clId="{8C7D90C3-895E-4D22-B3BA-4F1983945D1B}" dt="2020-10-25T23:16:26.888" v="4960" actId="1076"/>
          <ac:picMkLst>
            <pc:docMk/>
            <pc:sldMk cId="3115922406" sldId="467"/>
            <ac:picMk id="8" creationId="{06F062C9-DD15-414E-B0DB-C30E6F2D80A8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26:20.753" v="4997" actId="1076"/>
        <pc:sldMkLst>
          <pc:docMk/>
          <pc:sldMk cId="4193466291" sldId="468"/>
        </pc:sldMkLst>
        <pc:picChg chg="del">
          <ac:chgData name="WILLIAM RICARDO AGUILAR PIÑA" userId="25538c52-b196-49fc-9025-2dd86a54f18a" providerId="ADAL" clId="{8C7D90C3-895E-4D22-B3BA-4F1983945D1B}" dt="2020-10-25T23:24:51.915" v="4978" actId="478"/>
          <ac:picMkLst>
            <pc:docMk/>
            <pc:sldMk cId="4193466291" sldId="468"/>
            <ac:picMk id="3" creationId="{7E6259A9-B465-471F-BD2B-A52478584BD3}"/>
          </ac:picMkLst>
        </pc:picChg>
        <pc:picChg chg="add del mod">
          <ac:chgData name="WILLIAM RICARDO AGUILAR PIÑA" userId="25538c52-b196-49fc-9025-2dd86a54f18a" providerId="ADAL" clId="{8C7D90C3-895E-4D22-B3BA-4F1983945D1B}" dt="2020-10-25T23:26:13.287" v="4994" actId="478"/>
          <ac:picMkLst>
            <pc:docMk/>
            <pc:sldMk cId="4193466291" sldId="468"/>
            <ac:picMk id="4" creationId="{FF8B1E71-D781-44EF-900E-0A72EC2A5A3D}"/>
          </ac:picMkLst>
        </pc:picChg>
        <pc:picChg chg="add mod">
          <ac:chgData name="WILLIAM RICARDO AGUILAR PIÑA" userId="25538c52-b196-49fc-9025-2dd86a54f18a" providerId="ADAL" clId="{8C7D90C3-895E-4D22-B3BA-4F1983945D1B}" dt="2020-10-25T23:26:20.753" v="4997" actId="1076"/>
          <ac:picMkLst>
            <pc:docMk/>
            <pc:sldMk cId="4193466291" sldId="468"/>
            <ac:picMk id="7" creationId="{ABB150C3-A7D3-4AFE-BB1C-A348B0B31200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25:47.313" v="4993" actId="1076"/>
        <pc:sldMkLst>
          <pc:docMk/>
          <pc:sldMk cId="1556745605" sldId="469"/>
        </pc:sldMkLst>
        <pc:picChg chg="add mod">
          <ac:chgData name="WILLIAM RICARDO AGUILAR PIÑA" userId="25538c52-b196-49fc-9025-2dd86a54f18a" providerId="ADAL" clId="{8C7D90C3-895E-4D22-B3BA-4F1983945D1B}" dt="2020-10-25T23:25:47.313" v="4993" actId="1076"/>
          <ac:picMkLst>
            <pc:docMk/>
            <pc:sldMk cId="1556745605" sldId="469"/>
            <ac:picMk id="3" creationId="{39260A4F-D3E4-4690-8DAA-0F454966765E}"/>
          </ac:picMkLst>
        </pc:picChg>
        <pc:picChg chg="del">
          <ac:chgData name="WILLIAM RICARDO AGUILAR PIÑA" userId="25538c52-b196-49fc-9025-2dd86a54f18a" providerId="ADAL" clId="{8C7D90C3-895E-4D22-B3BA-4F1983945D1B}" dt="2020-10-25T23:25:10.468" v="4990" actId="478"/>
          <ac:picMkLst>
            <pc:docMk/>
            <pc:sldMk cId="1556745605" sldId="469"/>
            <ac:picMk id="4" creationId="{FF8B1E71-D781-44EF-900E-0A72EC2A5A3D}"/>
          </ac:picMkLst>
        </pc:picChg>
      </pc:sldChg>
      <pc:sldChg chg="addSp delSp modSp add del mod">
        <pc:chgData name="WILLIAM RICARDO AGUILAR PIÑA" userId="25538c52-b196-49fc-9025-2dd86a54f18a" providerId="ADAL" clId="{8C7D90C3-895E-4D22-B3BA-4F1983945D1B}" dt="2020-10-25T23:28:06.695" v="5004" actId="1076"/>
        <pc:sldMkLst>
          <pc:docMk/>
          <pc:sldMk cId="2335159249" sldId="470"/>
        </pc:sldMkLst>
        <pc:picChg chg="del">
          <ac:chgData name="WILLIAM RICARDO AGUILAR PIÑA" userId="25538c52-b196-49fc-9025-2dd86a54f18a" providerId="ADAL" clId="{8C7D90C3-895E-4D22-B3BA-4F1983945D1B}" dt="2020-10-25T23:27:58.813" v="5001" actId="478"/>
          <ac:picMkLst>
            <pc:docMk/>
            <pc:sldMk cId="2335159249" sldId="470"/>
            <ac:picMk id="3" creationId="{39260A4F-D3E4-4690-8DAA-0F454966765E}"/>
          </ac:picMkLst>
        </pc:picChg>
        <pc:picChg chg="add mod">
          <ac:chgData name="WILLIAM RICARDO AGUILAR PIÑA" userId="25538c52-b196-49fc-9025-2dd86a54f18a" providerId="ADAL" clId="{8C7D90C3-895E-4D22-B3BA-4F1983945D1B}" dt="2020-10-25T23:28:06.695" v="5004" actId="1076"/>
          <ac:picMkLst>
            <pc:docMk/>
            <pc:sldMk cId="2335159249" sldId="470"/>
            <ac:picMk id="4" creationId="{9FC5E610-729B-43F4-A158-3332FEB17D0C}"/>
          </ac:picMkLst>
        </pc:picChg>
      </pc:sldChg>
      <pc:sldChg chg="addSp delSp modSp add del mod">
        <pc:chgData name="WILLIAM RICARDO AGUILAR PIÑA" userId="25538c52-b196-49fc-9025-2dd86a54f18a" providerId="ADAL" clId="{8C7D90C3-895E-4D22-B3BA-4F1983945D1B}" dt="2020-10-25T23:28:47.160" v="5008" actId="1076"/>
        <pc:sldMkLst>
          <pc:docMk/>
          <pc:sldMk cId="3270659544" sldId="471"/>
        </pc:sldMkLst>
        <pc:picChg chg="add mod">
          <ac:chgData name="WILLIAM RICARDO AGUILAR PIÑA" userId="25538c52-b196-49fc-9025-2dd86a54f18a" providerId="ADAL" clId="{8C7D90C3-895E-4D22-B3BA-4F1983945D1B}" dt="2020-10-25T23:28:47.160" v="5008" actId="1076"/>
          <ac:picMkLst>
            <pc:docMk/>
            <pc:sldMk cId="3270659544" sldId="471"/>
            <ac:picMk id="3" creationId="{1279E019-0B26-4C8E-81F6-30F02F57873C}"/>
          </ac:picMkLst>
        </pc:picChg>
        <pc:picChg chg="del">
          <ac:chgData name="WILLIAM RICARDO AGUILAR PIÑA" userId="25538c52-b196-49fc-9025-2dd86a54f18a" providerId="ADAL" clId="{8C7D90C3-895E-4D22-B3BA-4F1983945D1B}" dt="2020-10-25T23:28:09.009" v="5005" actId="478"/>
          <ac:picMkLst>
            <pc:docMk/>
            <pc:sldMk cId="3270659544" sldId="471"/>
            <ac:picMk id="7" creationId="{ABB150C3-A7D3-4AFE-BB1C-A348B0B31200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30:41.375" v="5021" actId="1076"/>
        <pc:sldMkLst>
          <pc:docMk/>
          <pc:sldMk cId="2182786154" sldId="472"/>
        </pc:sldMkLst>
        <pc:picChg chg="add del mod">
          <ac:chgData name="WILLIAM RICARDO AGUILAR PIÑA" userId="25538c52-b196-49fc-9025-2dd86a54f18a" providerId="ADAL" clId="{8C7D90C3-895E-4D22-B3BA-4F1983945D1B}" dt="2020-10-25T23:30:36.563" v="5018" actId="478"/>
          <ac:picMkLst>
            <pc:docMk/>
            <pc:sldMk cId="2182786154" sldId="472"/>
            <ac:picMk id="3" creationId="{D8CA37FA-0564-4C6B-819A-B7E328148CBB}"/>
          </ac:picMkLst>
        </pc:picChg>
        <pc:picChg chg="del">
          <ac:chgData name="WILLIAM RICARDO AGUILAR PIÑA" userId="25538c52-b196-49fc-9025-2dd86a54f18a" providerId="ADAL" clId="{8C7D90C3-895E-4D22-B3BA-4F1983945D1B}" dt="2020-10-25T23:28:55.885" v="5010" actId="478"/>
          <ac:picMkLst>
            <pc:docMk/>
            <pc:sldMk cId="2182786154" sldId="472"/>
            <ac:picMk id="4" creationId="{9FC5E610-729B-43F4-A158-3332FEB17D0C}"/>
          </ac:picMkLst>
        </pc:picChg>
        <pc:picChg chg="add mod">
          <ac:chgData name="WILLIAM RICARDO AGUILAR PIÑA" userId="25538c52-b196-49fc-9025-2dd86a54f18a" providerId="ADAL" clId="{8C7D90C3-895E-4D22-B3BA-4F1983945D1B}" dt="2020-10-25T23:30:41.375" v="5021" actId="1076"/>
          <ac:picMkLst>
            <pc:docMk/>
            <pc:sldMk cId="2182786154" sldId="472"/>
            <ac:picMk id="7" creationId="{93B47A5D-9859-45CC-938F-2BC1FB31BCFD}"/>
          </ac:picMkLst>
        </pc:picChg>
      </pc:sldChg>
      <pc:sldChg chg="addSp delSp modSp add mod">
        <pc:chgData name="WILLIAM RICARDO AGUILAR PIÑA" userId="25538c52-b196-49fc-9025-2dd86a54f18a" providerId="ADAL" clId="{8C7D90C3-895E-4D22-B3BA-4F1983945D1B}" dt="2020-10-25T23:30:08.693" v="5017" actId="1076"/>
        <pc:sldMkLst>
          <pc:docMk/>
          <pc:sldMk cId="1698919638" sldId="473"/>
        </pc:sldMkLst>
        <pc:picChg chg="del">
          <ac:chgData name="WILLIAM RICARDO AGUILAR PIÑA" userId="25538c52-b196-49fc-9025-2dd86a54f18a" providerId="ADAL" clId="{8C7D90C3-895E-4D22-B3BA-4F1983945D1B}" dt="2020-10-25T23:30:03.043" v="5014" actId="478"/>
          <ac:picMkLst>
            <pc:docMk/>
            <pc:sldMk cId="1698919638" sldId="473"/>
            <ac:picMk id="3" creationId="{1279E019-0B26-4C8E-81F6-30F02F57873C}"/>
          </ac:picMkLst>
        </pc:picChg>
        <pc:picChg chg="add mod">
          <ac:chgData name="WILLIAM RICARDO AGUILAR PIÑA" userId="25538c52-b196-49fc-9025-2dd86a54f18a" providerId="ADAL" clId="{8C7D90C3-895E-4D22-B3BA-4F1983945D1B}" dt="2020-10-25T23:30:08.693" v="5017" actId="1076"/>
          <ac:picMkLst>
            <pc:docMk/>
            <pc:sldMk cId="1698919638" sldId="473"/>
            <ac:picMk id="4" creationId="{F18F01D4-6D1C-46BE-8CE8-02AA3291C6DB}"/>
          </ac:picMkLst>
        </pc:picChg>
      </pc:sldChg>
    </pc:docChg>
  </pc:docChgLst>
  <pc:docChgLst>
    <pc:chgData name="WILLIAM RICARDO AGUILAR PIÑA" userId="25538c52-b196-49fc-9025-2dd86a54f18a" providerId="ADAL" clId="{E62A114D-19B6-45A0-8C8C-320F0B491F40}"/>
    <pc:docChg chg="modSld">
      <pc:chgData name="WILLIAM RICARDO AGUILAR PIÑA" userId="25538c52-b196-49fc-9025-2dd86a54f18a" providerId="ADAL" clId="{E62A114D-19B6-45A0-8C8C-320F0B491F40}" dt="2018-06-29T15:35:42.597" v="16" actId="20577"/>
      <pc:docMkLst>
        <pc:docMk/>
      </pc:docMkLst>
      <pc:sldChg chg="modSp">
        <pc:chgData name="WILLIAM RICARDO AGUILAR PIÑA" userId="25538c52-b196-49fc-9025-2dd86a54f18a" providerId="ADAL" clId="{E62A114D-19B6-45A0-8C8C-320F0B491F40}" dt="2018-06-29T15:35:42.597" v="16" actId="20577"/>
        <pc:sldMkLst>
          <pc:docMk/>
          <pc:sldMk cId="0" sldId="256"/>
        </pc:sldMkLst>
        <pc:spChg chg="mod">
          <ac:chgData name="WILLIAM RICARDO AGUILAR PIÑA" userId="25538c52-b196-49fc-9025-2dd86a54f18a" providerId="ADAL" clId="{E62A114D-19B6-45A0-8C8C-320F0B491F40}" dt="2018-06-29T15:35:42.597" v="16" actId="20577"/>
          <ac:spMkLst>
            <pc:docMk/>
            <pc:sldMk cId="0" sldId="256"/>
            <ac:spMk id="8" creationId="{00000000-0000-0000-0000-000000000000}"/>
          </ac:spMkLst>
        </pc:spChg>
      </pc:sldChg>
    </pc:docChg>
  </pc:docChgLst>
  <pc:docChgLst>
    <pc:chgData name="WILLIAM RICARDO AGUILAR PIÑA" userId="25538c52-b196-49fc-9025-2dd86a54f18a" providerId="ADAL" clId="{618643C8-F2AF-4ECC-A533-0D13E01FBB3D}"/>
    <pc:docChg chg="modSld">
      <pc:chgData name="WILLIAM RICARDO AGUILAR PIÑA" userId="25538c52-b196-49fc-9025-2dd86a54f18a" providerId="ADAL" clId="{618643C8-F2AF-4ECC-A533-0D13E01FBB3D}" dt="2020-10-25T12:01:13.460" v="16" actId="20577"/>
      <pc:docMkLst>
        <pc:docMk/>
      </pc:docMkLst>
      <pc:sldChg chg="modSp mod">
        <pc:chgData name="WILLIAM RICARDO AGUILAR PIÑA" userId="25538c52-b196-49fc-9025-2dd86a54f18a" providerId="ADAL" clId="{618643C8-F2AF-4ECC-A533-0D13E01FBB3D}" dt="2020-10-25T11:56:11.440" v="5" actId="20577"/>
        <pc:sldMkLst>
          <pc:docMk/>
          <pc:sldMk cId="2852190545" sldId="301"/>
        </pc:sldMkLst>
        <pc:spChg chg="mod">
          <ac:chgData name="WILLIAM RICARDO AGUILAR PIÑA" userId="25538c52-b196-49fc-9025-2dd86a54f18a" providerId="ADAL" clId="{618643C8-F2AF-4ECC-A533-0D13E01FBB3D}" dt="2020-10-25T11:56:11.440" v="5" actId="20577"/>
          <ac:spMkLst>
            <pc:docMk/>
            <pc:sldMk cId="2852190545" sldId="301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618643C8-F2AF-4ECC-A533-0D13E01FBB3D}" dt="2020-10-25T11:55:57.451" v="4" actId="207"/>
        <pc:sldMkLst>
          <pc:docMk/>
          <pc:sldMk cId="0" sldId="390"/>
        </pc:sldMkLst>
        <pc:spChg chg="mod">
          <ac:chgData name="WILLIAM RICARDO AGUILAR PIÑA" userId="25538c52-b196-49fc-9025-2dd86a54f18a" providerId="ADAL" clId="{618643C8-F2AF-4ECC-A533-0D13E01FBB3D}" dt="2020-10-25T11:55:57.451" v="4" actId="207"/>
          <ac:spMkLst>
            <pc:docMk/>
            <pc:sldMk cId="0" sldId="390"/>
            <ac:spMk id="9" creationId="{3072C985-1B9B-4BDD-9204-91D61E909C9C}"/>
          </ac:spMkLst>
        </pc:spChg>
        <pc:spChg chg="mod">
          <ac:chgData name="WILLIAM RICARDO AGUILAR PIÑA" userId="25538c52-b196-49fc-9025-2dd86a54f18a" providerId="ADAL" clId="{618643C8-F2AF-4ECC-A533-0D13E01FBB3D}" dt="2020-10-25T11:55:57.451" v="4" actId="207"/>
          <ac:spMkLst>
            <pc:docMk/>
            <pc:sldMk cId="0" sldId="390"/>
            <ac:spMk id="10" creationId="{7F6DDFB0-630E-45A2-B5EE-AB34BE184EC4}"/>
          </ac:spMkLst>
        </pc:spChg>
        <pc:spChg chg="mod">
          <ac:chgData name="WILLIAM RICARDO AGUILAR PIÑA" userId="25538c52-b196-49fc-9025-2dd86a54f18a" providerId="ADAL" clId="{618643C8-F2AF-4ECC-A533-0D13E01FBB3D}" dt="2020-10-25T11:55:57.451" v="4" actId="207"/>
          <ac:spMkLst>
            <pc:docMk/>
            <pc:sldMk cId="0" sldId="390"/>
            <ac:spMk id="17" creationId="{CF602DD4-6CD6-45A5-8387-11EC9AEA487E}"/>
          </ac:spMkLst>
        </pc:spChg>
      </pc:sldChg>
      <pc:sldChg chg="modSp mod">
        <pc:chgData name="WILLIAM RICARDO AGUILAR PIÑA" userId="25538c52-b196-49fc-9025-2dd86a54f18a" providerId="ADAL" clId="{618643C8-F2AF-4ECC-A533-0D13E01FBB3D}" dt="2020-10-25T12:00:42.570" v="14" actId="20577"/>
        <pc:sldMkLst>
          <pc:docMk/>
          <pc:sldMk cId="2119725662" sldId="405"/>
        </pc:sldMkLst>
        <pc:spChg chg="mod">
          <ac:chgData name="WILLIAM RICARDO AGUILAR PIÑA" userId="25538c52-b196-49fc-9025-2dd86a54f18a" providerId="ADAL" clId="{618643C8-F2AF-4ECC-A533-0D13E01FBB3D}" dt="2020-10-25T12:00:42.570" v="14" actId="20577"/>
          <ac:spMkLst>
            <pc:docMk/>
            <pc:sldMk cId="2119725662" sldId="405"/>
            <ac:spMk id="8" creationId="{00000000-0000-0000-0000-000000000000}"/>
          </ac:spMkLst>
        </pc:spChg>
      </pc:sldChg>
      <pc:sldChg chg="modSp mod">
        <pc:chgData name="WILLIAM RICARDO AGUILAR PIÑA" userId="25538c52-b196-49fc-9025-2dd86a54f18a" providerId="ADAL" clId="{618643C8-F2AF-4ECC-A533-0D13E01FBB3D}" dt="2020-10-25T12:01:13.460" v="16" actId="20577"/>
        <pc:sldMkLst>
          <pc:docMk/>
          <pc:sldMk cId="4287917731" sldId="409"/>
        </pc:sldMkLst>
        <pc:spChg chg="mod">
          <ac:chgData name="WILLIAM RICARDO AGUILAR PIÑA" userId="25538c52-b196-49fc-9025-2dd86a54f18a" providerId="ADAL" clId="{618643C8-F2AF-4ECC-A533-0D13E01FBB3D}" dt="2020-10-25T12:01:13.460" v="16" actId="20577"/>
          <ac:spMkLst>
            <pc:docMk/>
            <pc:sldMk cId="4287917731" sldId="409"/>
            <ac:spMk id="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CE91DE-ABC6-4D22-89A0-1765B629FB43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AC943-C359-4C07-B08A-993C08E8D67C}" type="slidenum">
              <a:rPr lang="es-CO" smtClean="0"/>
              <a:pPr/>
              <a:t>‹#›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7029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F08CB-A55A-40B1-AEFD-F19B3CFD19B5}" type="datetimeFigureOut">
              <a:rPr lang="es-CO" smtClean="0"/>
              <a:pPr/>
              <a:t>1/08/2025</a:t>
            </a:fld>
            <a:endParaRPr lang="es-CO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79857C-C111-4800-9D0C-003B4AAA4019}" type="slidenum">
              <a:rPr lang="es-CO" smtClean="0"/>
              <a:pPr/>
              <a:t>‹#›</a:t>
            </a:fld>
            <a:endParaRPr 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5.png"/><Relationship Id="rId4" Type="http://schemas.openxmlformats.org/officeDocument/2006/relationships/image" Target="../media/image5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4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6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cfdtools/R.HydroTools/wiki/License" TargetMode="External"/><Relationship Id="rId2" Type="http://schemas.openxmlformats.org/officeDocument/2006/relationships/hyperlink" Target="https://github.com/rcfdtools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1 Título">
            <a:extLst>
              <a:ext uri="{FF2B5EF4-FFF2-40B4-BE49-F238E27FC236}">
                <a16:creationId xmlns:a16="http://schemas.microsoft.com/office/drawing/2014/main" id="{3072C985-1B9B-4BDD-9204-91D61E909C9C}"/>
              </a:ext>
            </a:extLst>
          </p:cNvPr>
          <p:cNvSpPr txBox="1">
            <a:spLocks/>
          </p:cNvSpPr>
          <p:nvPr/>
        </p:nvSpPr>
        <p:spPr>
          <a:xfrm>
            <a:off x="7620002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v.20231124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0" name="1 Título">
            <a:extLst>
              <a:ext uri="{FF2B5EF4-FFF2-40B4-BE49-F238E27FC236}">
                <a16:creationId xmlns:a16="http://schemas.microsoft.com/office/drawing/2014/main" id="{7F6DDFB0-630E-45A2-B5EE-AB34BE184EC4}"/>
              </a:ext>
            </a:extLst>
          </p:cNvPr>
          <p:cNvSpPr txBox="1">
            <a:spLocks/>
          </p:cNvSpPr>
          <p:nvPr/>
        </p:nvSpPr>
        <p:spPr>
          <a:xfrm>
            <a:off x="0" y="6669360"/>
            <a:ext cx="4572000" cy="18864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Info: r.cfdtools@gmail.com</a:t>
            </a:r>
            <a:endParaRPr lang="es-CO" sz="800" spc="1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17" name="1 Título">
            <a:extLst>
              <a:ext uri="{FF2B5EF4-FFF2-40B4-BE49-F238E27FC236}">
                <a16:creationId xmlns:a16="http://schemas.microsoft.com/office/drawing/2014/main" id="{CF602DD4-6CD6-45A5-8387-11EC9AEA487E}"/>
              </a:ext>
            </a:extLst>
          </p:cNvPr>
          <p:cNvSpPr txBox="1">
            <a:spLocks/>
          </p:cNvSpPr>
          <p:nvPr/>
        </p:nvSpPr>
        <p:spPr>
          <a:xfrm>
            <a:off x="0" y="4263073"/>
            <a:ext cx="12192000" cy="154155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para el diseño y modelación de cauces</a:t>
            </a:r>
          </a:p>
          <a:p>
            <a:r>
              <a:rPr lang="es-CO" sz="12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Modelación hidráulica 1D con HEC-GeoRAS y HEC-RAS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Modelación de pasos de vía en modelos hidráulicos 1D.</a:t>
            </a:r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0C1FD41-6B01-4003-8583-7FDA4B45F6A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691E273-C30E-428F-9DFE-60B9AE099E1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8852" y="2553460"/>
            <a:ext cx="1574295" cy="1751080"/>
          </a:xfrm>
          <a:prstGeom prst="rect">
            <a:avLst/>
          </a:prstGeom>
        </p:spPr>
      </p:pic>
      <p:pic>
        <p:nvPicPr>
          <p:cNvPr id="5" name="Picture 4" descr="Logo&#10;&#10;Description automatically generated">
            <a:extLst>
              <a:ext uri="{FF2B5EF4-FFF2-40B4-BE49-F238E27FC236}">
                <a16:creationId xmlns:a16="http://schemas.microsoft.com/office/drawing/2014/main" id="{A58A7459-3919-4074-A711-2146B731D94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97" y="26672"/>
            <a:ext cx="449679" cy="45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936649" y="2382559"/>
            <a:ext cx="631870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Objetivo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 partir del modelo hidráulico funcional que incluye la rectificación de fondo de las secciones naturales antes y después del canal sinuoso diseñado, modelar el paso de vía utilizando alcantarillas en la zona del canal dominante y valle.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8AABB92-85AD-4219-9551-9EEB45F6D5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1905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207568" y="1997839"/>
            <a:ext cx="7776864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Herramientas computacionales requeridas</a:t>
            </a:r>
          </a:p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E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HEC-RAS versión 5.0.7. http://www.hec.usace.army.mil/software/hec-ras/</a:t>
            </a:r>
          </a:p>
          <a:p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endParaRPr lang="es-ES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Insumos requeridos</a:t>
            </a: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 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Modelo HECRAS_v1a obtenido en la clase de Modelación 1D del canal principal rectificando fondo de secciones naturales de inicio y entrega. Disponible en carpeta Datos del Taller 3 como HECRAS_v1a_20200923.zip o HECRAS_v1a_20231124.zip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5696B4-87CC-4FEF-BDED-0EC619C3167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327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070212" y="3105834"/>
            <a:ext cx="4051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Actividades preliminares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4388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7300E4BF-E029-4C70-9C04-326ECF022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936" y="598104"/>
            <a:ext cx="6219825" cy="570547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23392" y="598104"/>
            <a:ext cx="446449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la carpeta /file/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hec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copie el modelo HECRAS_v1a como HECRAS_v1b.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Dentro de HECRAS_v1b crear la carpeta MDT y copiar el MDT del Tema 3 denominado tin_terrenonaturalcaucesinuoso_v0_tif_20161112.rar. 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Dentro de HECRAS_v1b crear la carpeta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prj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copiar cualquier archivo de proyección de coordenadas de las capas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shapefile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nombrar como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ProjectionFile.prj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Dentro de HECRAS_v1b crear la carpeta SHP y copiar el archivo de formas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Bridges_RAS.shp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contenido en SHP.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Actividades preliminares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6E8F39-2DD2-4B15-A0B6-EE84F7A50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9848" y="1290602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2B56E4C-5182-4852-8ADF-A54E00E82D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6120" y="200781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1131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562826" y="3244334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Creación de modelo digital de terreno en RAS </a:t>
            </a:r>
            <a:r>
              <a:rPr lang="es-CO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233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068C51D1-B5E7-4D67-9E53-D516F3475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1944" y="568528"/>
            <a:ext cx="6460244" cy="1670753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51384" y="569387"/>
            <a:ext cx="475252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HEC-RAS, abra el proyecto FILE/HEC/HECRAS_v1b\HECRAS_v2.prj.</a:t>
            </a:r>
          </a:p>
          <a:p>
            <a:pPr algn="just"/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algn="just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Abra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defina el sistema de proyección de coordenadas a partir del archivo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ProjectionFile.prj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Tools –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Options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pestaña Project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Settings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General, definir unidades en metros.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Creación de modelo digital de terreno en RAS </a:t>
            </a:r>
            <a:r>
              <a:rPr lang="es-CO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6E8F39-2DD2-4B15-A0B6-EE84F7A50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066" y="1109013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031867E-898E-42FA-A4D2-71FC4FD34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97152" y="2447809"/>
            <a:ext cx="5886450" cy="4295775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7910181D-B018-4A19-B4F2-4924A96F9D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95" y="3285429"/>
            <a:ext cx="360000" cy="36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1D9E743C-102D-4F13-9A17-2971DBD38D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3069000"/>
            <a:ext cx="360000" cy="360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55C9E48-2725-4D28-839E-0BB19CE3AC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12019" y="627845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363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12AB9F71-B0B0-4B6E-9A0A-7E538F3EBE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40" y="2773678"/>
            <a:ext cx="3924300" cy="293370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2427566" y="1099882"/>
            <a:ext cx="733686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n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de clic derecho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Terrains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Create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New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Terrain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 Establecer precisión de redondeo en 1/128 y guardar como …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Terrain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\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Terrain.hdf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Creación de modelo digital de terreno en RAS </a:t>
            </a:r>
            <a:r>
              <a:rPr lang="es-CO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6E8F39-2DD2-4B15-A0B6-EE84F7A500B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218" y="4353818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13755D4-6D5C-4814-A7FE-102B6A1EE07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848" y="2424539"/>
            <a:ext cx="6934200" cy="35623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72FB43C-8860-4E06-8948-20A740A3423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5725" y="4028173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7385EBF-F7DA-40CE-A87C-52C37947CA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0660" y="544522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168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6132AB-D0D1-47C0-8B15-EA33DF4B4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756" y="761328"/>
            <a:ext cx="10488488" cy="589977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1909183" y="391387"/>
            <a:ext cx="84929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Modifique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visualización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del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modelo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terreno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con los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parámetros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indicados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imagen.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1. Creación de modelo digital de terreno en RAS </a:t>
            </a:r>
            <a:r>
              <a:rPr lang="es-CO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72FB43C-8860-4E06-8948-20A740A342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96" y="5301208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7385EBF-F7DA-40CE-A87C-52C37947CA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2504" y="213285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2269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562826" y="3244334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</a:t>
            </a:r>
            <a:r>
              <a:rPr lang="es-CO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Profile</a:t>
            </a:r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 line en paso de vía.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87896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7AEA967A-4F4B-45C0-987E-0413BF841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5558" y="620688"/>
            <a:ext cx="6391275" cy="478155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1D9C143-312A-4FA6-A51E-C205C7CDB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8070" y="5519086"/>
            <a:ext cx="4286250" cy="942975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04998" y="620688"/>
            <a:ext cx="4608512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n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de clic en la pestaña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Profile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Lines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agregue el archivo de formas Bridges_v0.shp contenido en SHP o en SHP_RAS de la carpeta del modelo hidráulico. Clic derecho en la zona vacía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Import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from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Poliline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Shapefile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El paso de vía se encuentra entre las secciones transversales 7774.441 y 7962.949m.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modelos cuya última sección transversal aguas abajo inicie en cero, el paso de vía se encuentra entre las secciones transversales 7544.441 y 7762.949m.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2. </a:t>
            </a:r>
            <a:r>
              <a:rPr lang="es-CO" sz="8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Profile</a:t>
            </a:r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line en paso de vía.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F6E8F39-2DD2-4B15-A0B6-EE84F7A500B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4320" y="5990573"/>
            <a:ext cx="360000" cy="36000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72FB43C-8860-4E06-8948-20A740A342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784" y="4701232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7385EBF-F7DA-40CE-A87C-52C37947CA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7152" y="330295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081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562826" y="3244334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Eliminación de secciones transversales próximas.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675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171FF25F-F03A-47DF-9939-7319F84688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396" y="360000"/>
            <a:ext cx="5766252" cy="630683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50090" y="360000"/>
            <a:ext cx="563376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el grupo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Geometries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la tabla de contenido de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de clic derecho en la raíz de XS, active el modo edición y elimine todas las secciones transversal entre las secciones 7563.454m  y 8151.827m correspondientes a la zona del paso de vía. 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Se recomienda dejar solo secciones próximas en las que se observe el canal dominante en la mitad del canal del valle sobre las secciones y con separación suficiente para que se pueda modelar la expansión y contracción cuando esta estructura haya sido incluida en el modelo de terreno compuesto.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Dando clic derecho en XS y seleccionando la opción XS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Layer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Properties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podrá rotular las secciones transversales.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3. Eliminación de secciones transversales próximas.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72FB43C-8860-4E06-8948-20A740A342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9454" y="4560877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7385EBF-F7DA-40CE-A87C-52C37947CA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6094" y="1661261"/>
            <a:ext cx="360000" cy="360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1FD6FA7-5F90-43A7-8379-0BD440AA45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2216" y="4156342"/>
            <a:ext cx="360000" cy="36000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EA26F6FB-7A7D-4172-8A87-B78E27D15A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996" y="3899159"/>
            <a:ext cx="5448047" cy="2864618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224C9311-0D9D-4C47-ADE2-A9A23714EE7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7712" y="4653136"/>
            <a:ext cx="360000" cy="360000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89CB925C-525D-40DD-9313-1A33EFB33C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1784" y="462844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1581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562826" y="3244334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4. Agregar tablero en paso de vía.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2619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6A7D2051-65B4-43C4-8646-620684B800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754" y="1226934"/>
            <a:ext cx="4638198" cy="529841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1559496" y="402469"/>
            <a:ext cx="907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Cerrar RAS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Mapper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, abrir el editor de geometría 1D y agregar un nuevo puente en la abscisa 7848.612m (o en 7648.612m) localizada entre las dos secciones identificadas. Seleccionar la opción Bridge /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Culvert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4. Agregar tablero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72FB43C-8860-4E06-8948-20A740A3423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5223" y="4842052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7385EBF-F7DA-40CE-A87C-52C37947CA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472" y="2949143"/>
            <a:ext cx="360000" cy="36000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26FEE370-5EB9-4F83-B10A-05866E533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6040" y="1226933"/>
            <a:ext cx="4608512" cy="529840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1FD6FA7-5F90-43A7-8379-0BD440AA451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1050" y="1744482"/>
            <a:ext cx="360000" cy="360000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7F8D6A70-D9BE-429A-8345-99D30830B4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8033" y="4084814"/>
            <a:ext cx="1847850" cy="1514475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BF4DE03-3D71-4471-AF1E-F5066EF61B7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75553" y="512507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2520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2713668-720A-4136-AE8C-FD53D2B14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3085" y="1479744"/>
            <a:ext cx="3724275" cy="40767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5630C32-9FC2-45E8-84C1-626B94C25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5440" y="1330289"/>
            <a:ext cx="4612554" cy="530809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26771" y="402469"/>
            <a:ext cx="1093845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D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 clic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Deck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Roadway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defina los parámetros correspondientes a distancia del tablero a sección aguas arriba, ancho del paso de vía, coeficiente de vertedero y las estaciones y elevaciones correspondientes a la obstrucción o relleno en las secciones aguas arriba y aguas abajo del paso.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4. Agregar tablero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772FB43C-8860-4E06-8948-20A740A3423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32269" y="3122412"/>
            <a:ext cx="360000" cy="360000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7385EBF-F7DA-40CE-A87C-52C37947CA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117" y="2852936"/>
            <a:ext cx="360000" cy="360000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31FD6FA7-5F90-43A7-8379-0BD440AA451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4192" y="2060848"/>
            <a:ext cx="360000" cy="360000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0BF4DE03-3D71-4471-AF1E-F5066EF61B7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84192" y="4869160"/>
            <a:ext cx="360000" cy="360000"/>
          </a:xfrm>
          <a:prstGeom prst="rect">
            <a:avLst/>
          </a:prstGeom>
        </p:spPr>
      </p:pic>
      <p:sp>
        <p:nvSpPr>
          <p:cNvPr id="9" name="7 CuadroTexto">
            <a:extLst>
              <a:ext uri="{FF2B5EF4-FFF2-40B4-BE49-F238E27FC236}">
                <a16:creationId xmlns:a16="http://schemas.microsoft.com/office/drawing/2014/main" id="{7E07541B-8C5E-483D-9C34-6918AF23DBE8}"/>
              </a:ext>
            </a:extLst>
          </p:cNvPr>
          <p:cNvSpPr txBox="1"/>
          <p:nvPr/>
        </p:nvSpPr>
        <p:spPr>
          <a:xfrm>
            <a:off x="6023992" y="5750692"/>
            <a:ext cx="59891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Crear el tablero del puente desde la cota más alta de la corona del valle hasta el punto más bajo de la sección dominante.</a:t>
            </a:r>
          </a:p>
        </p:txBody>
      </p:sp>
    </p:spTree>
    <p:extLst>
      <p:ext uri="{BB962C8B-B14F-4D97-AF65-F5344CB8AC3E}">
        <p14:creationId xmlns:p14="http://schemas.microsoft.com/office/powerpoint/2010/main" val="26769138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agen 15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8940DE55-68FB-4807-AADC-ECFB137C84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728" y="783492"/>
            <a:ext cx="10992544" cy="601154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26771" y="402469"/>
            <a:ext cx="10938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Esquema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tablero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u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obstrucción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.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4. Agregar tablero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7385EBF-F7DA-40CE-A87C-52C37947CA6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1556792"/>
            <a:ext cx="360000" cy="36000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EB7AA2-87B0-4144-B792-A949DEC1D1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5358" y="3947610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573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562826" y="3244334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586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507532" y="1536174"/>
            <a:ext cx="1117693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la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ventana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Bridge Culvert Data, d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 clic en </a:t>
            </a: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Culvert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y cree 5 grupos de tuberías así: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AlcCentral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corresponde a 6 tuberías principales de 2 metros de diámetro a localizar en la zona central del cauce dominante.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AlcSecIzqA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primer grupo de 25 tuberías secundarias con diámetro de 0.96m, localizadas a la izquierda en la base del valle.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AlcSecIzqB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segundo grupo de 2 tuberías secundarias con diámetro de 0.96m, localizadas a la izquierda en la base del valle.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AlcSecDerA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primer grupo de 25 tuberías secundarias con diámetro de 0.96m, localizadas a la derecha en la base del valle.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AlcSecDerB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segundo grupo de 2 tuberías secundarias con diámetro de 0.96m, localizadas a la derecha en la base del valle.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En total se modelará el paso de vía con 60 tuberías de las cuales 6 son principales y 54 secundarias y hasta una profundidad hidráulica en el canal de 1 metro. En el ejercicio de clase no se modelará la expansión ni contracción para el tránsito de flujo a 2.6m correspondiente a la profundidad normal de diseño antes del borde libre.</a:t>
            </a:r>
          </a:p>
          <a:p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  <a:p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Los valores correspondientes a la localización de las estaciones en la sección aguas arriba y aguas abajo, se han obtenido directamente del libro de diseño HCMC0013_DisenoPasoVia.xlsm correspondiente a la clase de diseño geométrico e hidráulico vertical del cauce principal de desviación y cauces laterales menores.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945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n 13">
            <a:extLst>
              <a:ext uri="{FF2B5EF4-FFF2-40B4-BE49-F238E27FC236}">
                <a16:creationId xmlns:a16="http://schemas.microsoft.com/office/drawing/2014/main" id="{7DC6290C-FDC8-4138-B4C4-E58B44E674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124" y="612875"/>
            <a:ext cx="11254712" cy="6176081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475164" y="274321"/>
            <a:ext cx="112416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libro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Excel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HCMC0013_DisenoPasoVia.xlsm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EB7AA2-87B0-4144-B792-A949DEC1D1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6080" y="2240848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5939204-EF95-405C-ADDA-10F4E58D8E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9696" y="1556792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3237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7D1F853A-2333-4CDC-ACCA-1C221F7C55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96611"/>
            <a:ext cx="12192000" cy="6269131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51384" y="274321"/>
            <a:ext cx="11373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libro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Excel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HCMC0013_DisenoPasoVia.xlsm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EB7AA2-87B0-4144-B792-A949DEC1D1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6280" y="4218089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8917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48C3C434-D778-4C99-867B-585DF5E37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72" y="587673"/>
            <a:ext cx="7421256" cy="6193278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51385" y="274321"/>
            <a:ext cx="110892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libro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Excel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HCMC0013_DisenoPasoVia.xlsm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4AB673C3-F964-4636-B12B-3EFF685ECAE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2064" y="2020130"/>
            <a:ext cx="360000" cy="36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6C5D6806-C47F-4AF9-95E8-D160A1CEBC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3952" y="4653136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3363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07B70BC4-3A79-4783-8F83-8109B66FEE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5076"/>
            <a:ext cx="12192000" cy="6263056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51384" y="274321"/>
            <a:ext cx="11373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libro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Excel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HCMC0013_DisenoPasoVia.xlsm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EB7AA2-87B0-4144-B792-A949DEC1D1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200" y="373660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955466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409057" y="2122122"/>
            <a:ext cx="11373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libro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Excel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HCMC0013_DisenoPasoVia.xlsm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BC5D2D18-7F9F-4D31-A802-E0702445FF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3225" y="2581275"/>
            <a:ext cx="6305550" cy="1695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5203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F50A87F2-46B2-49D5-8254-BF222319F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6758" y="647330"/>
            <a:ext cx="9698484" cy="6036181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551384" y="274321"/>
            <a:ext cx="113738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Diseño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libro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Excel 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HCMC0013_DisenoPasoVia.xlsm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43882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E8D4F99-B497-4699-A008-E0A2860BE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416" y="1412776"/>
            <a:ext cx="4629150" cy="493395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26771" y="402469"/>
            <a:ext cx="5181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AlcCentral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corresponde a 6 tuberías principales de 2 metros de diámetro a localizar en la zona central del cauce dominante.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EB7AA2-87B0-4144-B792-A949DEC1D1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530" y="1772816"/>
            <a:ext cx="360000" cy="36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0BEA1B8-9991-41AC-9CE6-C76BB5396C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566" y="2204864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5939204-EF95-405C-ADDA-10F4E58D8E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394" y="4653136"/>
            <a:ext cx="360000" cy="360000"/>
          </a:xfrm>
          <a:prstGeom prst="rect">
            <a:avLst/>
          </a:prstGeom>
        </p:spPr>
      </p:pic>
      <p:sp>
        <p:nvSpPr>
          <p:cNvPr id="2" name="7 CuadroTexto">
            <a:extLst>
              <a:ext uri="{FF2B5EF4-FFF2-40B4-BE49-F238E27FC236}">
                <a16:creationId xmlns:a16="http://schemas.microsoft.com/office/drawing/2014/main" id="{A929751B-E97B-402B-9909-6637F898E8F6}"/>
              </a:ext>
            </a:extLst>
          </p:cNvPr>
          <p:cNvSpPr txBox="1"/>
          <p:nvPr/>
        </p:nvSpPr>
        <p:spPr>
          <a:xfrm>
            <a:off x="6384031" y="402469"/>
            <a:ext cx="5181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AlcSecIzqA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primer grupo de 25 tuberías secundarias con diámetro de 0.96m, localizadas a la izquierda en la base del valle.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597CB6B-37CA-4DF5-87B6-B71B9C0606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73105" y="1412776"/>
            <a:ext cx="4629150" cy="493395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BFC780D5-DFCC-42E3-A920-C4559BE558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472" y="1812450"/>
            <a:ext cx="360000" cy="36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9488598-1DDB-40B8-8FFD-77E4CE45E25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95" y="2218619"/>
            <a:ext cx="360000" cy="360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5E6C6AF-ECC6-47C0-9A4C-2AED211B13E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344" y="4647328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570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n 14">
            <a:extLst>
              <a:ext uri="{FF2B5EF4-FFF2-40B4-BE49-F238E27FC236}">
                <a16:creationId xmlns:a16="http://schemas.microsoft.com/office/drawing/2014/main" id="{27191D41-A593-4C50-BD32-619F2FCF8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776" y="1404012"/>
            <a:ext cx="4629150" cy="493395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74AC99F-B466-4CFA-A5E1-2DD073B8C1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074" y="1412776"/>
            <a:ext cx="4629150" cy="493395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626771" y="402469"/>
            <a:ext cx="5181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AlcSecIzqB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segundo grupo de 2 tuberías secundarias con diámetro de 0.96m, localizadas a la izquierda en la base del valle.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EB7AA2-87B0-4144-B792-A949DEC1D1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8530" y="1772816"/>
            <a:ext cx="360000" cy="36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0BEA1B8-9991-41AC-9CE6-C76BB5396C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8566" y="2204864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5939204-EF95-405C-ADDA-10F4E58D8E8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4394" y="4653136"/>
            <a:ext cx="360000" cy="360000"/>
          </a:xfrm>
          <a:prstGeom prst="rect">
            <a:avLst/>
          </a:prstGeom>
        </p:spPr>
      </p:pic>
      <p:sp>
        <p:nvSpPr>
          <p:cNvPr id="2" name="7 CuadroTexto">
            <a:extLst>
              <a:ext uri="{FF2B5EF4-FFF2-40B4-BE49-F238E27FC236}">
                <a16:creationId xmlns:a16="http://schemas.microsoft.com/office/drawing/2014/main" id="{A929751B-E97B-402B-9909-6637F898E8F6}"/>
              </a:ext>
            </a:extLst>
          </p:cNvPr>
          <p:cNvSpPr txBox="1"/>
          <p:nvPr/>
        </p:nvSpPr>
        <p:spPr>
          <a:xfrm>
            <a:off x="6384031" y="402469"/>
            <a:ext cx="5181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AlcSecDerA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primer grupo de 25 tuberías secundarias con diámetro de 0.96m, localizadas a la derecha en la base del valle.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BFC780D5-DFCC-42E3-A920-C4559BE5580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44472" y="1812450"/>
            <a:ext cx="360000" cy="36000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9488598-1DDB-40B8-8FFD-77E4CE45E25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295" y="2218619"/>
            <a:ext cx="360000" cy="36000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5E6C6AF-ECC6-47C0-9A4C-2AED211B13E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92344" y="4647328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7098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8B9F941E-9D8A-4B90-86D4-D0F9A7B326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1425" y="1493825"/>
            <a:ext cx="4629150" cy="4933950"/>
          </a:xfrm>
          <a:prstGeom prst="rect">
            <a:avLst/>
          </a:prstGeom>
        </p:spPr>
      </p:pic>
      <p:sp>
        <p:nvSpPr>
          <p:cNvPr id="8" name="7 CuadroTexto"/>
          <p:cNvSpPr txBox="1"/>
          <p:nvPr/>
        </p:nvSpPr>
        <p:spPr>
          <a:xfrm>
            <a:off x="3505401" y="527783"/>
            <a:ext cx="5181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s-CO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AlcSecDerB</a:t>
            </a:r>
            <a:r>
              <a:rPr lang="es-CO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: segundo grupo de 2 tuberías secundarias con diámetro de 0.96m, localizadas a la derecha en la base del valle.</a:t>
            </a: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1EB7AA2-87B0-4144-B792-A949DEC1D1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2228" y="1844824"/>
            <a:ext cx="360000" cy="360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30BEA1B8-9991-41AC-9CE6-C76BB5396C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264" y="2276872"/>
            <a:ext cx="360000" cy="360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5939204-EF95-405C-ADDA-10F4E58D8E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092" y="4725144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0780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B7D8196F-59AD-4518-A989-60540E5968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92" y="360000"/>
            <a:ext cx="11640616" cy="636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079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D3D550F4-92E2-4396-B1CF-969C8D31EA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92" y="364765"/>
            <a:ext cx="11640616" cy="636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0052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562826" y="3244334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1350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9770FB32-4717-47AB-9AA3-225CCA696B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6024" y="360582"/>
            <a:ext cx="7096125" cy="322897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83FF005-2D1D-497A-8834-5C9E76A96F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3678204"/>
            <a:ext cx="4781550" cy="2981325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E426C5A6-7F25-4178-9D0B-1A24043AAEC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3650" y="3664449"/>
            <a:ext cx="4301165" cy="300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5104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B4ED3F6-E57A-4BF4-B03F-47811822F8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52" y="476672"/>
            <a:ext cx="11512295" cy="6295786"/>
          </a:xfrm>
          <a:prstGeom prst="rect">
            <a:avLst/>
          </a:prstGeom>
        </p:spPr>
      </p:pic>
      <p:sp>
        <p:nvSpPr>
          <p:cNvPr id="2" name="7 CuadroTexto">
            <a:extLst>
              <a:ext uri="{FF2B5EF4-FFF2-40B4-BE49-F238E27FC236}">
                <a16:creationId xmlns:a16="http://schemas.microsoft.com/office/drawing/2014/main" id="{3819FA23-C907-42E3-84DA-40F034BAE153}"/>
              </a:ext>
            </a:extLst>
          </p:cNvPr>
          <p:cNvSpPr txBox="1"/>
          <p:nvPr/>
        </p:nvSpPr>
        <p:spPr>
          <a:xfrm>
            <a:off x="4943872" y="4941168"/>
            <a:ext cx="61206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egoe UI Light" panose="020B0502040204020203" pitchFamily="34" charset="0"/>
                <a:cs typeface="Segoe UI Light" panose="020B0502040204020203" pitchFamily="34" charset="0"/>
              </a:rPr>
              <a:t>A</a:t>
            </a:r>
            <a:r>
              <a:rPr lang="es-CO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nálisis</a:t>
            </a:r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: requiere </a:t>
            </a:r>
            <a:r>
              <a:rPr lang="es-CO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realzamiento</a:t>
            </a:r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 de diques 0.4m por remanso y desbordamiento menor a partir de </a:t>
            </a:r>
            <a:r>
              <a:rPr lang="es-CO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Tr</a:t>
            </a:r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 5yr. En zona de entrega al cauce natural es necesario rectificar el ancho de las secciones para disminuir la condición de control de flujo.</a:t>
            </a:r>
          </a:p>
        </p:txBody>
      </p:sp>
    </p:spTree>
    <p:extLst>
      <p:ext uri="{BB962C8B-B14F-4D97-AF65-F5344CB8AC3E}">
        <p14:creationId xmlns:p14="http://schemas.microsoft.com/office/powerpoint/2010/main" val="30119751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DA196414-D50A-4ECA-BE9D-F275BEDDEC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4" y="352897"/>
            <a:ext cx="11784632" cy="64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1503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E6259A9-B465-471F-BD2B-A52478584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88" y="360000"/>
            <a:ext cx="11712624" cy="640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06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9260A4F-D3E4-4690-8DAA-0F45496676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88" y="360000"/>
            <a:ext cx="11712624" cy="640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7456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BB150C3-A7D3-4AFE-BB1C-A348B0B31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688" y="360000"/>
            <a:ext cx="11712624" cy="6405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46629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2562826" y="3244334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08578BA-9AAF-4C2A-8ADB-442F221A5AE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2742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56C3A2B-DA3A-47E2-93F9-F10F5E5332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073" y="940158"/>
            <a:ext cx="5908816" cy="5724525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7ED623E-8847-4428-A80E-F09F5C87E0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92" y="944835"/>
            <a:ext cx="5314950" cy="5724525"/>
          </a:xfrm>
          <a:prstGeom prst="rect">
            <a:avLst/>
          </a:prstGeom>
        </p:spPr>
      </p:pic>
      <p:sp>
        <p:nvSpPr>
          <p:cNvPr id="14" name="7 CuadroTexto">
            <a:extLst>
              <a:ext uri="{FF2B5EF4-FFF2-40B4-BE49-F238E27FC236}">
                <a16:creationId xmlns:a16="http://schemas.microsoft.com/office/drawing/2014/main" id="{D294F58C-1D40-4606-AC56-F0630D5621A1}"/>
              </a:ext>
            </a:extLst>
          </p:cNvPr>
          <p:cNvSpPr txBox="1"/>
          <p:nvPr/>
        </p:nvSpPr>
        <p:spPr>
          <a:xfrm>
            <a:off x="2562826" y="463075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2.33 años de periodo de retorno.</a:t>
            </a:r>
          </a:p>
        </p:txBody>
      </p:sp>
    </p:spTree>
    <p:extLst>
      <p:ext uri="{BB962C8B-B14F-4D97-AF65-F5344CB8AC3E}">
        <p14:creationId xmlns:p14="http://schemas.microsoft.com/office/powerpoint/2010/main" val="166456030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4" name="7 CuadroTexto">
            <a:extLst>
              <a:ext uri="{FF2B5EF4-FFF2-40B4-BE49-F238E27FC236}">
                <a16:creationId xmlns:a16="http://schemas.microsoft.com/office/drawing/2014/main" id="{D294F58C-1D40-4606-AC56-F0630D5621A1}"/>
              </a:ext>
            </a:extLst>
          </p:cNvPr>
          <p:cNvSpPr txBox="1"/>
          <p:nvPr/>
        </p:nvSpPr>
        <p:spPr>
          <a:xfrm>
            <a:off x="2562826" y="463075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HTab</a:t>
            </a:r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 – cabeza hidráulica expresada como cota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D931C1A-EDA2-F362-3D41-2130698FA1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92" y="1484784"/>
            <a:ext cx="5975772" cy="4539478"/>
          </a:xfrm>
          <a:prstGeom prst="rect">
            <a:avLst/>
          </a:prstGeom>
        </p:spPr>
      </p:pic>
      <p:pic>
        <p:nvPicPr>
          <p:cNvPr id="3" name="Imagen 3">
            <a:extLst>
              <a:ext uri="{FF2B5EF4-FFF2-40B4-BE49-F238E27FC236}">
                <a16:creationId xmlns:a16="http://schemas.microsoft.com/office/drawing/2014/main" id="{312D90CA-66C8-F01B-9EBC-62652853041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4365104"/>
            <a:ext cx="360000" cy="3600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494571B-BFA3-4DC7-73FB-8A77F7EBC6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8128" y="2564904"/>
            <a:ext cx="2771775" cy="2247900"/>
          </a:xfrm>
          <a:prstGeom prst="rect">
            <a:avLst/>
          </a:prstGeom>
        </p:spPr>
      </p:pic>
      <p:pic>
        <p:nvPicPr>
          <p:cNvPr id="7" name="Imagen 3">
            <a:extLst>
              <a:ext uri="{FF2B5EF4-FFF2-40B4-BE49-F238E27FC236}">
                <a16:creationId xmlns:a16="http://schemas.microsoft.com/office/drawing/2014/main" id="{A253A012-5C56-8988-2B29-A859266A63D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9903" y="3861048"/>
            <a:ext cx="360000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984544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79AA462-2B50-4A52-A5A4-AD7811308E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6071" y="1088740"/>
            <a:ext cx="6697685" cy="4680520"/>
          </a:xfrm>
          <a:prstGeom prst="rect">
            <a:avLst/>
          </a:prstGeom>
        </p:spPr>
      </p:pic>
      <p:sp>
        <p:nvSpPr>
          <p:cNvPr id="2" name="7 CuadroTexto">
            <a:extLst>
              <a:ext uri="{FF2B5EF4-FFF2-40B4-BE49-F238E27FC236}">
                <a16:creationId xmlns:a16="http://schemas.microsoft.com/office/drawing/2014/main" id="{79FB4CFA-71AD-489F-82A3-DAB2487DA5C1}"/>
              </a:ext>
            </a:extLst>
          </p:cNvPr>
          <p:cNvSpPr txBox="1"/>
          <p:nvPr/>
        </p:nvSpPr>
        <p:spPr>
          <a:xfrm>
            <a:off x="2562826" y="463075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2.33 años de periodo de retorno.</a:t>
            </a:r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CA740894-82AA-465A-8CF4-F8F00BAA4D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010" y="1088740"/>
            <a:ext cx="4477403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8827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2" name="7 CuadroTexto">
            <a:extLst>
              <a:ext uri="{FF2B5EF4-FFF2-40B4-BE49-F238E27FC236}">
                <a16:creationId xmlns:a16="http://schemas.microsoft.com/office/drawing/2014/main" id="{79FB4CFA-71AD-489F-82A3-DAB2487DA5C1}"/>
              </a:ext>
            </a:extLst>
          </p:cNvPr>
          <p:cNvSpPr txBox="1"/>
          <p:nvPr/>
        </p:nvSpPr>
        <p:spPr>
          <a:xfrm>
            <a:off x="2562826" y="306778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2.33 años de periodo de retorno.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5C44A1C-C255-4488-8DA4-8C496C3144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720" y="639704"/>
            <a:ext cx="11136560" cy="6090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2441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2" name="7 CuadroTexto">
            <a:extLst>
              <a:ext uri="{FF2B5EF4-FFF2-40B4-BE49-F238E27FC236}">
                <a16:creationId xmlns:a16="http://schemas.microsoft.com/office/drawing/2014/main" id="{79FB4CFA-71AD-489F-82A3-DAB2487DA5C1}"/>
              </a:ext>
            </a:extLst>
          </p:cNvPr>
          <p:cNvSpPr txBox="1"/>
          <p:nvPr/>
        </p:nvSpPr>
        <p:spPr>
          <a:xfrm>
            <a:off x="2562826" y="306778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2.33 años de periodo de retorno.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978058-778C-4C0D-B9E6-86277E92D0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724" y="729437"/>
            <a:ext cx="11064552" cy="605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01091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2" name="7 CuadroTexto">
            <a:extLst>
              <a:ext uri="{FF2B5EF4-FFF2-40B4-BE49-F238E27FC236}">
                <a16:creationId xmlns:a16="http://schemas.microsoft.com/office/drawing/2014/main" id="{79FB4CFA-71AD-489F-82A3-DAB2487DA5C1}"/>
              </a:ext>
            </a:extLst>
          </p:cNvPr>
          <p:cNvSpPr txBox="1"/>
          <p:nvPr/>
        </p:nvSpPr>
        <p:spPr>
          <a:xfrm>
            <a:off x="2562826" y="306778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2.33 años de periodo de retorno.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515D8A7-E753-4AD5-89F5-8F8AD6CAB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704" y="731560"/>
            <a:ext cx="11424592" cy="6247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93666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FC5E610-729B-43F4-A158-3332FEB17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852" y="404664"/>
            <a:ext cx="11512295" cy="629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15924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1279E019-0B26-4C8E-81F6-30F02F5787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4" y="391801"/>
            <a:ext cx="11784632" cy="64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65954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14" name="7 CuadroTexto">
            <a:extLst>
              <a:ext uri="{FF2B5EF4-FFF2-40B4-BE49-F238E27FC236}">
                <a16:creationId xmlns:a16="http://schemas.microsoft.com/office/drawing/2014/main" id="{D294F58C-1D40-4606-AC56-F0630D5621A1}"/>
              </a:ext>
            </a:extLst>
          </p:cNvPr>
          <p:cNvSpPr txBox="1"/>
          <p:nvPr/>
        </p:nvSpPr>
        <p:spPr>
          <a:xfrm>
            <a:off x="2562826" y="463075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100 años de periodo de retorno.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AF8B3C8E-19C1-47B4-880F-427607B001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5500" y="944835"/>
            <a:ext cx="5908816" cy="572452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56832B74-CAC3-49EE-8FB3-AD44BA344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368" y="945513"/>
            <a:ext cx="5270473" cy="5723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117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1FA5E3E2-4BA3-4252-ABE6-2039AA4233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5837" y="1088740"/>
            <a:ext cx="6697685" cy="4680520"/>
          </a:xfrm>
          <a:prstGeom prst="rect">
            <a:avLst/>
          </a:prstGeom>
        </p:spPr>
      </p:pic>
      <p:sp>
        <p:nvSpPr>
          <p:cNvPr id="5" name="7 CuadroTexto">
            <a:extLst>
              <a:ext uri="{FF2B5EF4-FFF2-40B4-BE49-F238E27FC236}">
                <a16:creationId xmlns:a16="http://schemas.microsoft.com/office/drawing/2014/main" id="{0E802891-3444-4BEA-A0BA-2E0C95F0604B}"/>
              </a:ext>
            </a:extLst>
          </p:cNvPr>
          <p:cNvSpPr txBox="1"/>
          <p:nvPr/>
        </p:nvSpPr>
        <p:spPr>
          <a:xfrm>
            <a:off x="2562826" y="463075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100 años de periodo de retorno.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4DF214D9-A158-4FC1-B1D5-66935EE204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32" y="1087511"/>
            <a:ext cx="4477403" cy="468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104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2" name="7 CuadroTexto">
            <a:extLst>
              <a:ext uri="{FF2B5EF4-FFF2-40B4-BE49-F238E27FC236}">
                <a16:creationId xmlns:a16="http://schemas.microsoft.com/office/drawing/2014/main" id="{79FB4CFA-71AD-489F-82A3-DAB2487DA5C1}"/>
              </a:ext>
            </a:extLst>
          </p:cNvPr>
          <p:cNvSpPr txBox="1"/>
          <p:nvPr/>
        </p:nvSpPr>
        <p:spPr>
          <a:xfrm>
            <a:off x="2562826" y="306778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100 años de periodo de retorno.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02603B-5F4C-4053-8B35-BD65C57BDA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540" y="700415"/>
            <a:ext cx="11146920" cy="6095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6565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4" name="7 CuadroTexto">
            <a:extLst>
              <a:ext uri="{FF2B5EF4-FFF2-40B4-BE49-F238E27FC236}">
                <a16:creationId xmlns:a16="http://schemas.microsoft.com/office/drawing/2014/main" id="{E65C1F82-BC1B-4A95-A332-D9B2FCA13005}"/>
              </a:ext>
            </a:extLst>
          </p:cNvPr>
          <p:cNvSpPr txBox="1"/>
          <p:nvPr/>
        </p:nvSpPr>
        <p:spPr>
          <a:xfrm>
            <a:off x="2562826" y="306778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100 años de periodo de retorno.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DAEE925-F7C8-4F2A-9EB0-319B951AA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708" y="764704"/>
            <a:ext cx="11352584" cy="6208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01017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7. Modelación en flujo no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sp>
        <p:nvSpPr>
          <p:cNvPr id="3" name="7 CuadroTexto">
            <a:extLst>
              <a:ext uri="{FF2B5EF4-FFF2-40B4-BE49-F238E27FC236}">
                <a16:creationId xmlns:a16="http://schemas.microsoft.com/office/drawing/2014/main" id="{F2B1DFCA-5800-494E-B0C5-624A27E54FA4}"/>
              </a:ext>
            </a:extLst>
          </p:cNvPr>
          <p:cNvSpPr txBox="1"/>
          <p:nvPr/>
        </p:nvSpPr>
        <p:spPr>
          <a:xfrm>
            <a:off x="2562826" y="306778"/>
            <a:ext cx="70663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dirty="0">
                <a:latin typeface="Segoe UI Light" panose="020B0502040204020203" pitchFamily="34" charset="0"/>
                <a:cs typeface="Segoe UI Light" panose="020B0502040204020203" pitchFamily="34" charset="0"/>
              </a:rPr>
              <a:t>Para 100 años de periodo de retorno.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6F062C9-DD15-414E-B0DB-C30E6F2D80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676110"/>
            <a:ext cx="11112896" cy="6077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9224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3B47A5D-9859-45CC-938F-2BC1FB31BC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84" y="413279"/>
            <a:ext cx="11784632" cy="6444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7861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6. Modelación en flujo permanente.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F18F01D4-6D1C-46BE-8CE8-02AA3291C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692" y="360000"/>
            <a:ext cx="11640616" cy="636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1963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CuadroTexto"/>
          <p:cNvSpPr txBox="1"/>
          <p:nvPr/>
        </p:nvSpPr>
        <p:spPr>
          <a:xfrm>
            <a:off x="3989766" y="3136612"/>
            <a:ext cx="42124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Modelo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final disponible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en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carpeta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/file/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hec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</a:t>
            </a:r>
            <a:r>
              <a:rPr lang="en-US" sz="1600" dirty="0" err="1">
                <a:latin typeface="Segoe UI Light" panose="020B0502040204020203" pitchFamily="34" charset="0"/>
                <a:cs typeface="Segoe UI Light" panose="020B0502040204020203" pitchFamily="34" charset="0"/>
              </a:rPr>
              <a:t>como</a:t>
            </a:r>
            <a:r>
              <a:rPr lang="en-US" sz="1600" dirty="0">
                <a:latin typeface="Segoe UI Light" panose="020B0502040204020203" pitchFamily="34" charset="0"/>
                <a:cs typeface="Segoe UI Light" panose="020B0502040204020203" pitchFamily="34" charset="0"/>
              </a:rPr>
              <a:t> HECRAS_v1b_20201025.zip o HECRAS_v1b_20231127.zip</a:t>
            </a:r>
            <a:endParaRPr lang="es-CO" sz="1600" dirty="0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1 Título">
            <a:extLst>
              <a:ext uri="{FF2B5EF4-FFF2-40B4-BE49-F238E27FC236}">
                <a16:creationId xmlns:a16="http://schemas.microsoft.com/office/drawing/2014/main" id="{3034BFDC-53FF-4EE0-83B3-6C37F76B1EF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3600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s-CO" sz="800" dirty="0">
                <a:latin typeface="Segoe UI Light" panose="020B0502040204020203" pitchFamily="34" charset="0"/>
                <a:cs typeface="Segoe UI Light" panose="020B0502040204020203" pitchFamily="34" charset="0"/>
              </a:rPr>
              <a:t>Actividad 5. Alcantarillas en paso de vía.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766FE2D-64C0-46F4-BE83-E7E6BC7348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42893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E70EE07A-5BFD-466E-B14A-12C366129646}"/>
              </a:ext>
            </a:extLst>
          </p:cNvPr>
          <p:cNvGrpSpPr/>
          <p:nvPr/>
        </p:nvGrpSpPr>
        <p:grpSpPr>
          <a:xfrm>
            <a:off x="4331804" y="1579664"/>
            <a:ext cx="3528392" cy="3698672"/>
            <a:chOff x="4223792" y="1628800"/>
            <a:chExt cx="3528392" cy="3698672"/>
          </a:xfrm>
        </p:grpSpPr>
        <p:sp>
          <p:nvSpPr>
            <p:cNvPr id="6" name="7 CuadroTexto">
              <a:extLst>
                <a:ext uri="{FF2B5EF4-FFF2-40B4-BE49-F238E27FC236}">
                  <a16:creationId xmlns:a16="http://schemas.microsoft.com/office/drawing/2014/main" id="{3572065F-81C1-454C-8E77-453E36FB65E9}"/>
                </a:ext>
              </a:extLst>
            </p:cNvPr>
            <p:cNvSpPr txBox="1"/>
            <p:nvPr/>
          </p:nvSpPr>
          <p:spPr>
            <a:xfrm>
              <a:off x="4223792" y="1628800"/>
              <a:ext cx="3528392" cy="86177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Contenido creado por: r.cfdtools@gmail.com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2"/>
                </a:rPr>
                <a:t>https://github.com/rcfdtools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</a:rPr>
                <a:t>Licencia, cláusulas y condiciones de uso en:</a:t>
              </a:r>
            </a:p>
            <a:p>
              <a:pPr algn="ctr"/>
              <a:r>
                <a:rPr lang="es-ES" sz="1000" dirty="0">
                  <a:latin typeface="Segoe UI Light" panose="020B0502040204020203" pitchFamily="34" charset="0"/>
                  <a:cs typeface="Segoe UI Light" panose="020B0502040204020203" pitchFamily="34" charset="0"/>
                  <a:hlinkClick r:id="rId3"/>
                </a:rPr>
                <a:t>https://github.com/rcfdtools/R.HydroTools/wiki/License</a:t>
              </a:r>
              <a:endParaRPr lang="es-ES" sz="1000" dirty="0">
                <a:latin typeface="Segoe UI Light" panose="020B0502040204020203" pitchFamily="34" charset="0"/>
                <a:cs typeface="Segoe UI Light" panose="020B0502040204020203" pitchFamily="34" charset="0"/>
              </a:endParaRPr>
            </a:p>
          </p:txBody>
        </p:sp>
        <p:pic>
          <p:nvPicPr>
            <p:cNvPr id="7" name="Picture 6" descr="Qr code&#10;&#10;Description automatically generated">
              <a:extLst>
                <a:ext uri="{FF2B5EF4-FFF2-40B4-BE49-F238E27FC236}">
                  <a16:creationId xmlns:a16="http://schemas.microsoft.com/office/drawing/2014/main" id="{90F7619C-3D91-416E-B1F4-909E882E746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37988" y="2627472"/>
              <a:ext cx="2700000" cy="2700000"/>
            </a:xfrm>
            <a:prstGeom prst="rect">
              <a:avLst/>
            </a:prstGeom>
          </p:spPr>
        </p:pic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D1E24590-5B37-4B8E-8E7F-7CC7FF0BA2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295" y="0"/>
            <a:ext cx="679705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8599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14443</TotalTime>
  <Words>1759</Words>
  <Application>Microsoft Office PowerPoint</Application>
  <PresentationFormat>Widescreen</PresentationFormat>
  <Paragraphs>133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0" baseType="lpstr">
      <vt:lpstr>Arial</vt:lpstr>
      <vt:lpstr>Calibri</vt:lpstr>
      <vt:lpstr>Segoe UI Light</vt:lpstr>
      <vt:lpstr>Wingdings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HCMC_3_8</dc:title>
  <dc:creator>master</dc:creator>
  <cp:lastModifiedBy>WILLIAM RICARDO AGUILAR PIÑA</cp:lastModifiedBy>
  <cp:revision>583</cp:revision>
  <dcterms:created xsi:type="dcterms:W3CDTF">2010-05-17T13:13:34Z</dcterms:created>
  <dcterms:modified xsi:type="dcterms:W3CDTF">2025-08-01T19:01:00Z</dcterms:modified>
</cp:coreProperties>
</file>