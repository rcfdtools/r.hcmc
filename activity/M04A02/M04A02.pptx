
<file path=[Content_Types].xml><?xml version="1.0" encoding="utf-8"?>
<Types xmlns="http://schemas.openxmlformats.org/package/2006/content-types">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1"/>
  </p:notesMasterIdLst>
  <p:sldIdLst>
    <p:sldId id="385" r:id="rId2"/>
    <p:sldId id="305" r:id="rId3"/>
    <p:sldId id="318" r:id="rId4"/>
    <p:sldId id="306" r:id="rId5"/>
    <p:sldId id="307" r:id="rId6"/>
    <p:sldId id="308" r:id="rId7"/>
    <p:sldId id="309" r:id="rId8"/>
    <p:sldId id="310" r:id="rId9"/>
    <p:sldId id="317" r:id="rId10"/>
    <p:sldId id="311" r:id="rId11"/>
    <p:sldId id="312" r:id="rId12"/>
    <p:sldId id="319" r:id="rId13"/>
    <p:sldId id="313" r:id="rId14"/>
    <p:sldId id="320" r:id="rId15"/>
    <p:sldId id="314" r:id="rId16"/>
    <p:sldId id="315" r:id="rId17"/>
    <p:sldId id="321" r:id="rId18"/>
    <p:sldId id="316" r:id="rId19"/>
    <p:sldId id="384" r:id="rId20"/>
  </p:sldIdLst>
  <p:sldSz cx="12192000" cy="6858000"/>
  <p:notesSz cx="6858000" cy="9144000"/>
  <p:defaultText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0F0F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6416" autoAdjust="0"/>
  </p:normalViewPr>
  <p:slideViewPr>
    <p:cSldViewPr>
      <p:cViewPr varScale="1">
        <p:scale>
          <a:sx n="119" d="100"/>
          <a:sy n="119" d="100"/>
        </p:scale>
        <p:origin x="132" y="132"/>
      </p:cViewPr>
      <p:guideLst>
        <p:guide orient="horz" pos="2160"/>
        <p:guide pos="3840"/>
      </p:guideLst>
    </p:cSldViewPr>
  </p:slideViewPr>
  <p:notesTextViewPr>
    <p:cViewPr>
      <p:scale>
        <a:sx n="125" d="100"/>
        <a:sy n="125" d="100"/>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microsoft.com/office/2016/11/relationships/changesInfo" Target="changesInfos/changesInfo1.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WILLIAM RICARDO AGUILAR PIÑA" userId="25538c52-b196-49fc-9025-2dd86a54f18a" providerId="ADAL" clId="{B5F22FE6-7432-482A-8D29-7597B59CF30A}"/>
    <pc:docChg chg="custSel addSld delSld modSld">
      <pc:chgData name="WILLIAM RICARDO AGUILAR PIÑA" userId="25538c52-b196-49fc-9025-2dd86a54f18a" providerId="ADAL" clId="{B5F22FE6-7432-482A-8D29-7597B59CF30A}" dt="2018-11-21T19:41:01.403" v="115" actId="1036"/>
      <pc:docMkLst>
        <pc:docMk/>
      </pc:docMkLst>
      <pc:sldChg chg="addSp delSp modSp">
        <pc:chgData name="WILLIAM RICARDO AGUILAR PIÑA" userId="25538c52-b196-49fc-9025-2dd86a54f18a" providerId="ADAL" clId="{B5F22FE6-7432-482A-8D29-7597B59CF30A}" dt="2018-11-21T19:38:44.820" v="93" actId="1037"/>
        <pc:sldMkLst>
          <pc:docMk/>
          <pc:sldMk cId="0" sldId="256"/>
        </pc:sldMkLst>
        <pc:spChg chg="mod">
          <ac:chgData name="WILLIAM RICARDO AGUILAR PIÑA" userId="25538c52-b196-49fc-9025-2dd86a54f18a" providerId="ADAL" clId="{B5F22FE6-7432-482A-8D29-7597B59CF30A}" dt="2018-11-21T19:34:25.242" v="8" actId="20577"/>
          <ac:spMkLst>
            <pc:docMk/>
            <pc:sldMk cId="0" sldId="256"/>
            <ac:spMk id="8" creationId="{00000000-0000-0000-0000-000000000000}"/>
          </ac:spMkLst>
        </pc:spChg>
        <pc:spChg chg="add">
          <ac:chgData name="WILLIAM RICARDO AGUILAR PIÑA" userId="25538c52-b196-49fc-9025-2dd86a54f18a" providerId="ADAL" clId="{B5F22FE6-7432-482A-8D29-7597B59CF30A}" dt="2018-11-21T19:33:50.758" v="1"/>
          <ac:spMkLst>
            <pc:docMk/>
            <pc:sldMk cId="0" sldId="256"/>
            <ac:spMk id="9" creationId="{A99B9870-593F-4F67-A347-53ACB755A32F}"/>
          </ac:spMkLst>
        </pc:spChg>
        <pc:spChg chg="del">
          <ac:chgData name="WILLIAM RICARDO AGUILAR PIÑA" userId="25538c52-b196-49fc-9025-2dd86a54f18a" providerId="ADAL" clId="{B5F22FE6-7432-482A-8D29-7597B59CF30A}" dt="2018-11-21T19:33:50.255" v="0" actId="478"/>
          <ac:spMkLst>
            <pc:docMk/>
            <pc:sldMk cId="0" sldId="256"/>
            <ac:spMk id="11" creationId="{1E03544A-593E-4919-A321-1A5422B703A8}"/>
          </ac:spMkLst>
        </pc:spChg>
        <pc:spChg chg="add">
          <ac:chgData name="WILLIAM RICARDO AGUILAR PIÑA" userId="25538c52-b196-49fc-9025-2dd86a54f18a" providerId="ADAL" clId="{B5F22FE6-7432-482A-8D29-7597B59CF30A}" dt="2018-11-21T19:33:50.758" v="1"/>
          <ac:spMkLst>
            <pc:docMk/>
            <pc:sldMk cId="0" sldId="256"/>
            <ac:spMk id="12" creationId="{F02EB698-2CC4-4D64-BE19-447404D9C5CB}"/>
          </ac:spMkLst>
        </pc:spChg>
        <pc:grpChg chg="add mod">
          <ac:chgData name="WILLIAM RICARDO AGUILAR PIÑA" userId="25538c52-b196-49fc-9025-2dd86a54f18a" providerId="ADAL" clId="{B5F22FE6-7432-482A-8D29-7597B59CF30A}" dt="2018-11-21T19:38:44.820" v="93" actId="1037"/>
          <ac:grpSpMkLst>
            <pc:docMk/>
            <pc:sldMk cId="0" sldId="256"/>
            <ac:grpSpMk id="13" creationId="{42E30D6A-AE3E-4819-AD11-9DD9C0C0F67D}"/>
          </ac:grpSpMkLst>
        </pc:grpChg>
        <pc:picChg chg="add">
          <ac:chgData name="WILLIAM RICARDO AGUILAR PIÑA" userId="25538c52-b196-49fc-9025-2dd86a54f18a" providerId="ADAL" clId="{B5F22FE6-7432-482A-8D29-7597B59CF30A}" dt="2018-11-21T19:33:50.758" v="1"/>
          <ac:picMkLst>
            <pc:docMk/>
            <pc:sldMk cId="0" sldId="256"/>
            <ac:picMk id="10" creationId="{F8CB072F-E853-4E3E-98ED-90062CBFFE2B}"/>
          </ac:picMkLst>
        </pc:picChg>
      </pc:sldChg>
      <pc:sldChg chg="del">
        <pc:chgData name="WILLIAM RICARDO AGUILAR PIÑA" userId="25538c52-b196-49fc-9025-2dd86a54f18a" providerId="ADAL" clId="{B5F22FE6-7432-482A-8D29-7597B59CF30A}" dt="2018-11-21T19:34:00.464" v="3" actId="2696"/>
        <pc:sldMkLst>
          <pc:docMk/>
          <pc:sldMk cId="1805327859" sldId="289"/>
        </pc:sldMkLst>
      </pc:sldChg>
      <pc:sldChg chg="addSp delSp">
        <pc:chgData name="WILLIAM RICARDO AGUILAR PIÑA" userId="25538c52-b196-49fc-9025-2dd86a54f18a" providerId="ADAL" clId="{B5F22FE6-7432-482A-8D29-7597B59CF30A}" dt="2018-11-21T19:36:19.822" v="48"/>
        <pc:sldMkLst>
          <pc:docMk/>
          <pc:sldMk cId="655422725" sldId="298"/>
        </pc:sldMkLst>
        <pc:spChg chg="del">
          <ac:chgData name="WILLIAM RICARDO AGUILAR PIÑA" userId="25538c52-b196-49fc-9025-2dd86a54f18a" providerId="ADAL" clId="{B5F22FE6-7432-482A-8D29-7597B59CF30A}" dt="2018-11-21T19:36:19.612" v="47" actId="478"/>
          <ac:spMkLst>
            <pc:docMk/>
            <pc:sldMk cId="655422725" sldId="298"/>
            <ac:spMk id="14" creationId="{8ECD033D-8040-4DC8-B05C-2BF0F6E0C995}"/>
          </ac:spMkLst>
        </pc:spChg>
        <pc:spChg chg="add">
          <ac:chgData name="WILLIAM RICARDO AGUILAR PIÑA" userId="25538c52-b196-49fc-9025-2dd86a54f18a" providerId="ADAL" clId="{B5F22FE6-7432-482A-8D29-7597B59CF30A}" dt="2018-11-21T19:36:19.822" v="48"/>
          <ac:spMkLst>
            <pc:docMk/>
            <pc:sldMk cId="655422725" sldId="298"/>
            <ac:spMk id="15" creationId="{BD24C42F-CED4-4EE1-98CF-8B7F37B93D37}"/>
          </ac:spMkLst>
        </pc:spChg>
        <pc:picChg chg="add">
          <ac:chgData name="WILLIAM RICARDO AGUILAR PIÑA" userId="25538c52-b196-49fc-9025-2dd86a54f18a" providerId="ADAL" clId="{B5F22FE6-7432-482A-8D29-7597B59CF30A}" dt="2018-11-21T19:36:19.822" v="48"/>
          <ac:picMkLst>
            <pc:docMk/>
            <pc:sldMk cId="655422725" sldId="298"/>
            <ac:picMk id="16" creationId="{82D05E49-A1DF-4527-BEF9-529F31B33700}"/>
          </ac:picMkLst>
        </pc:picChg>
      </pc:sldChg>
      <pc:sldChg chg="addSp delSp modNotesTx">
        <pc:chgData name="WILLIAM RICARDO AGUILAR PIÑA" userId="25538c52-b196-49fc-9025-2dd86a54f18a" providerId="ADAL" clId="{B5F22FE6-7432-482A-8D29-7597B59CF30A}" dt="2018-11-21T19:39:09.369" v="94" actId="6549"/>
        <pc:sldMkLst>
          <pc:docMk/>
          <pc:sldMk cId="597354706" sldId="305"/>
        </pc:sldMkLst>
        <pc:spChg chg="add del">
          <ac:chgData name="WILLIAM RICARDO AGUILAR PIÑA" userId="25538c52-b196-49fc-9025-2dd86a54f18a" providerId="ADAL" clId="{B5F22FE6-7432-482A-8D29-7597B59CF30A}" dt="2018-11-21T19:35:33.203" v="12" actId="478"/>
          <ac:spMkLst>
            <pc:docMk/>
            <pc:sldMk cId="597354706" sldId="305"/>
            <ac:spMk id="6" creationId="{17364100-A1F7-4F5A-8D0F-DAAFE823F76D}"/>
          </ac:spMkLst>
        </pc:spChg>
        <pc:spChg chg="add">
          <ac:chgData name="WILLIAM RICARDO AGUILAR PIÑA" userId="25538c52-b196-49fc-9025-2dd86a54f18a" providerId="ADAL" clId="{B5F22FE6-7432-482A-8D29-7597B59CF30A}" dt="2018-11-21T19:35:39.243" v="13"/>
          <ac:spMkLst>
            <pc:docMk/>
            <pc:sldMk cId="597354706" sldId="305"/>
            <ac:spMk id="9" creationId="{C0121780-F2BE-4F8B-A839-AFCBC0D81FE5}"/>
          </ac:spMkLst>
        </pc:spChg>
        <pc:spChg chg="del">
          <ac:chgData name="WILLIAM RICARDO AGUILAR PIÑA" userId="25538c52-b196-49fc-9025-2dd86a54f18a" providerId="ADAL" clId="{B5F22FE6-7432-482A-8D29-7597B59CF30A}" dt="2018-11-21T19:34:11.928" v="4" actId="478"/>
          <ac:spMkLst>
            <pc:docMk/>
            <pc:sldMk cId="597354706" sldId="305"/>
            <ac:spMk id="12" creationId="{10DDDA7E-B363-4AC5-B9B2-43C7205F72A7}"/>
          </ac:spMkLst>
        </pc:spChg>
        <pc:picChg chg="add del">
          <ac:chgData name="WILLIAM RICARDO AGUILAR PIÑA" userId="25538c52-b196-49fc-9025-2dd86a54f18a" providerId="ADAL" clId="{B5F22FE6-7432-482A-8D29-7597B59CF30A}" dt="2018-11-21T19:35:33.203" v="12" actId="478"/>
          <ac:picMkLst>
            <pc:docMk/>
            <pc:sldMk cId="597354706" sldId="305"/>
            <ac:picMk id="7" creationId="{92FC2FEE-BA41-492A-9912-AA24A6AA6634}"/>
          </ac:picMkLst>
        </pc:picChg>
        <pc:picChg chg="add">
          <ac:chgData name="WILLIAM RICARDO AGUILAR PIÑA" userId="25538c52-b196-49fc-9025-2dd86a54f18a" providerId="ADAL" clId="{B5F22FE6-7432-482A-8D29-7597B59CF30A}" dt="2018-11-21T19:35:39.243" v="13"/>
          <ac:picMkLst>
            <pc:docMk/>
            <pc:sldMk cId="597354706" sldId="305"/>
            <ac:picMk id="10" creationId="{28FDB4F2-78AF-45E7-83CC-8AD886E7C98E}"/>
          </ac:picMkLst>
        </pc:picChg>
      </pc:sldChg>
      <pc:sldChg chg="addSp delSp modSp">
        <pc:chgData name="WILLIAM RICARDO AGUILAR PIÑA" userId="25538c52-b196-49fc-9025-2dd86a54f18a" providerId="ADAL" clId="{B5F22FE6-7432-482A-8D29-7597B59CF30A}" dt="2018-11-21T19:40:14.498" v="103" actId="6549"/>
        <pc:sldMkLst>
          <pc:docMk/>
          <pc:sldMk cId="1518872686" sldId="306"/>
        </pc:sldMkLst>
        <pc:spChg chg="mod">
          <ac:chgData name="WILLIAM RICARDO AGUILAR PIÑA" userId="25538c52-b196-49fc-9025-2dd86a54f18a" providerId="ADAL" clId="{B5F22FE6-7432-482A-8D29-7597B59CF30A}" dt="2018-11-21T19:40:14.498" v="103" actId="6549"/>
          <ac:spMkLst>
            <pc:docMk/>
            <pc:sldMk cId="1518872686" sldId="306"/>
            <ac:spMk id="8" creationId="{00000000-0000-0000-0000-000000000000}"/>
          </ac:spMkLst>
        </pc:spChg>
        <pc:spChg chg="add del">
          <ac:chgData name="WILLIAM RICARDO AGUILAR PIÑA" userId="25538c52-b196-49fc-9025-2dd86a54f18a" providerId="ADAL" clId="{B5F22FE6-7432-482A-8D29-7597B59CF30A}" dt="2018-11-21T19:36:50.309" v="54" actId="478"/>
          <ac:spMkLst>
            <pc:docMk/>
            <pc:sldMk cId="1518872686" sldId="306"/>
            <ac:spMk id="9" creationId="{375AD360-038F-411E-92EC-ACD36F58DB62}"/>
          </ac:spMkLst>
        </pc:spChg>
        <pc:spChg chg="add">
          <ac:chgData name="WILLIAM RICARDO AGUILAR PIÑA" userId="25538c52-b196-49fc-9025-2dd86a54f18a" providerId="ADAL" clId="{B5F22FE6-7432-482A-8D29-7597B59CF30A}" dt="2018-11-21T19:36:50.512" v="55"/>
          <ac:spMkLst>
            <pc:docMk/>
            <pc:sldMk cId="1518872686" sldId="306"/>
            <ac:spMk id="11" creationId="{A4F86CFE-DB86-40BA-AC0E-93124B8A5606}"/>
          </ac:spMkLst>
        </pc:spChg>
        <pc:spChg chg="del">
          <ac:chgData name="WILLIAM RICARDO AGUILAR PIÑA" userId="25538c52-b196-49fc-9025-2dd86a54f18a" providerId="ADAL" clId="{B5F22FE6-7432-482A-8D29-7597B59CF30A}" dt="2018-11-21T19:35:45.021" v="16" actId="478"/>
          <ac:spMkLst>
            <pc:docMk/>
            <pc:sldMk cId="1518872686" sldId="306"/>
            <ac:spMk id="15" creationId="{44D8C9BC-242E-4AF2-B35B-4007E50B5ECC}"/>
          </ac:spMkLst>
        </pc:spChg>
        <pc:picChg chg="add">
          <ac:chgData name="WILLIAM RICARDO AGUILAR PIÑA" userId="25538c52-b196-49fc-9025-2dd86a54f18a" providerId="ADAL" clId="{B5F22FE6-7432-482A-8D29-7597B59CF30A}" dt="2018-11-21T19:35:45.174" v="17"/>
          <ac:picMkLst>
            <pc:docMk/>
            <pc:sldMk cId="1518872686" sldId="306"/>
            <ac:picMk id="10" creationId="{28E0EA98-81F6-4DEF-AE6C-A8F938989EB4}"/>
          </ac:picMkLst>
        </pc:picChg>
      </pc:sldChg>
      <pc:sldChg chg="addSp delSp">
        <pc:chgData name="WILLIAM RICARDO AGUILAR PIÑA" userId="25538c52-b196-49fc-9025-2dd86a54f18a" providerId="ADAL" clId="{B5F22FE6-7432-482A-8D29-7597B59CF30A}" dt="2018-11-21T19:36:52.509" v="57"/>
        <pc:sldMkLst>
          <pc:docMk/>
          <pc:sldMk cId="1604565032" sldId="307"/>
        </pc:sldMkLst>
        <pc:spChg chg="add del">
          <ac:chgData name="WILLIAM RICARDO AGUILAR PIÑA" userId="25538c52-b196-49fc-9025-2dd86a54f18a" providerId="ADAL" clId="{B5F22FE6-7432-482A-8D29-7597B59CF30A}" dt="2018-11-21T19:36:52.260" v="56" actId="478"/>
          <ac:spMkLst>
            <pc:docMk/>
            <pc:sldMk cId="1604565032" sldId="307"/>
            <ac:spMk id="10" creationId="{F70850EB-F221-481C-9E07-AFE3CE907BEF}"/>
          </ac:spMkLst>
        </pc:spChg>
        <pc:spChg chg="del">
          <ac:chgData name="WILLIAM RICARDO AGUILAR PIÑA" userId="25538c52-b196-49fc-9025-2dd86a54f18a" providerId="ADAL" clId="{B5F22FE6-7432-482A-8D29-7597B59CF30A}" dt="2018-11-21T19:35:47.667" v="18" actId="478"/>
          <ac:spMkLst>
            <pc:docMk/>
            <pc:sldMk cId="1604565032" sldId="307"/>
            <ac:spMk id="13" creationId="{665B0696-BC32-4AA5-BC62-178EDE9FFE23}"/>
          </ac:spMkLst>
        </pc:spChg>
        <pc:spChg chg="add">
          <ac:chgData name="WILLIAM RICARDO AGUILAR PIÑA" userId="25538c52-b196-49fc-9025-2dd86a54f18a" providerId="ADAL" clId="{B5F22FE6-7432-482A-8D29-7597B59CF30A}" dt="2018-11-21T19:36:52.509" v="57"/>
          <ac:spMkLst>
            <pc:docMk/>
            <pc:sldMk cId="1604565032" sldId="307"/>
            <ac:spMk id="14" creationId="{DBC329B7-E078-48C8-838E-9CB618D58DD5}"/>
          </ac:spMkLst>
        </pc:spChg>
        <pc:picChg chg="add">
          <ac:chgData name="WILLIAM RICARDO AGUILAR PIÑA" userId="25538c52-b196-49fc-9025-2dd86a54f18a" providerId="ADAL" clId="{B5F22FE6-7432-482A-8D29-7597B59CF30A}" dt="2018-11-21T19:35:47.887" v="19"/>
          <ac:picMkLst>
            <pc:docMk/>
            <pc:sldMk cId="1604565032" sldId="307"/>
            <ac:picMk id="11" creationId="{CBDC3C3C-C6C3-439B-95DB-3A18CFE37CC8}"/>
          </ac:picMkLst>
        </pc:picChg>
      </pc:sldChg>
      <pc:sldChg chg="addSp delSp modSp">
        <pc:chgData name="WILLIAM RICARDO AGUILAR PIÑA" userId="25538c52-b196-49fc-9025-2dd86a54f18a" providerId="ADAL" clId="{B5F22FE6-7432-482A-8D29-7597B59CF30A}" dt="2018-11-21T19:41:01.403" v="115" actId="1036"/>
        <pc:sldMkLst>
          <pc:docMk/>
          <pc:sldMk cId="3389532392" sldId="308"/>
        </pc:sldMkLst>
        <pc:spChg chg="add del">
          <ac:chgData name="WILLIAM RICARDO AGUILAR PIÑA" userId="25538c52-b196-49fc-9025-2dd86a54f18a" providerId="ADAL" clId="{B5F22FE6-7432-482A-8D29-7597B59CF30A}" dt="2018-11-21T19:36:54.478" v="58" actId="478"/>
          <ac:spMkLst>
            <pc:docMk/>
            <pc:sldMk cId="3389532392" sldId="308"/>
            <ac:spMk id="9" creationId="{B663C227-9E9D-4D96-8554-5825C2EFF864}"/>
          </ac:spMkLst>
        </pc:spChg>
        <pc:spChg chg="del">
          <ac:chgData name="WILLIAM RICARDO AGUILAR PIÑA" userId="25538c52-b196-49fc-9025-2dd86a54f18a" providerId="ADAL" clId="{B5F22FE6-7432-482A-8D29-7597B59CF30A}" dt="2018-11-21T19:35:49.892" v="20" actId="478"/>
          <ac:spMkLst>
            <pc:docMk/>
            <pc:sldMk cId="3389532392" sldId="308"/>
            <ac:spMk id="11" creationId="{264F6D6B-8201-426C-9898-C20C2321566D}"/>
          </ac:spMkLst>
        </pc:spChg>
        <pc:spChg chg="add">
          <ac:chgData name="WILLIAM RICARDO AGUILAR PIÑA" userId="25538c52-b196-49fc-9025-2dd86a54f18a" providerId="ADAL" clId="{B5F22FE6-7432-482A-8D29-7597B59CF30A}" dt="2018-11-21T19:36:54.698" v="59"/>
          <ac:spMkLst>
            <pc:docMk/>
            <pc:sldMk cId="3389532392" sldId="308"/>
            <ac:spMk id="13" creationId="{8CB64DDA-22BB-4740-AACD-041514630AA3}"/>
          </ac:spMkLst>
        </pc:spChg>
        <pc:picChg chg="mod">
          <ac:chgData name="WILLIAM RICARDO AGUILAR PIÑA" userId="25538c52-b196-49fc-9025-2dd86a54f18a" providerId="ADAL" clId="{B5F22FE6-7432-482A-8D29-7597B59CF30A}" dt="2018-11-21T19:41:01.403" v="115" actId="1036"/>
          <ac:picMkLst>
            <pc:docMk/>
            <pc:sldMk cId="3389532392" sldId="308"/>
            <ac:picMk id="2" creationId="{59632338-A240-4F98-B63F-4F339882AA41}"/>
          </ac:picMkLst>
        </pc:picChg>
        <pc:picChg chg="mod">
          <ac:chgData name="WILLIAM RICARDO AGUILAR PIÑA" userId="25538c52-b196-49fc-9025-2dd86a54f18a" providerId="ADAL" clId="{B5F22FE6-7432-482A-8D29-7597B59CF30A}" dt="2018-11-21T19:41:01.403" v="115" actId="1036"/>
          <ac:picMkLst>
            <pc:docMk/>
            <pc:sldMk cId="3389532392" sldId="308"/>
            <ac:picMk id="3" creationId="{9CD33770-2E92-4667-91A3-A97F7BE891AE}"/>
          </ac:picMkLst>
        </pc:picChg>
        <pc:picChg chg="add">
          <ac:chgData name="WILLIAM RICARDO AGUILAR PIÑA" userId="25538c52-b196-49fc-9025-2dd86a54f18a" providerId="ADAL" clId="{B5F22FE6-7432-482A-8D29-7597B59CF30A}" dt="2018-11-21T19:35:50.030" v="21"/>
          <ac:picMkLst>
            <pc:docMk/>
            <pc:sldMk cId="3389532392" sldId="308"/>
            <ac:picMk id="12" creationId="{97384A65-1B5E-473F-8ABB-BA991DF462FD}"/>
          </ac:picMkLst>
        </pc:picChg>
      </pc:sldChg>
      <pc:sldChg chg="addSp delSp">
        <pc:chgData name="WILLIAM RICARDO AGUILAR PIÑA" userId="25538c52-b196-49fc-9025-2dd86a54f18a" providerId="ADAL" clId="{B5F22FE6-7432-482A-8D29-7597B59CF30A}" dt="2018-11-21T19:36:58.731" v="61"/>
        <pc:sldMkLst>
          <pc:docMk/>
          <pc:sldMk cId="174021900" sldId="309"/>
        </pc:sldMkLst>
        <pc:spChg chg="add del">
          <ac:chgData name="WILLIAM RICARDO AGUILAR PIÑA" userId="25538c52-b196-49fc-9025-2dd86a54f18a" providerId="ADAL" clId="{B5F22FE6-7432-482A-8D29-7597B59CF30A}" dt="2018-11-21T19:36:57.917" v="60" actId="478"/>
          <ac:spMkLst>
            <pc:docMk/>
            <pc:sldMk cId="174021900" sldId="309"/>
            <ac:spMk id="6" creationId="{2386FED0-30D6-4306-B070-8EACB9269C56}"/>
          </ac:spMkLst>
        </pc:spChg>
        <pc:spChg chg="add">
          <ac:chgData name="WILLIAM RICARDO AGUILAR PIÑA" userId="25538c52-b196-49fc-9025-2dd86a54f18a" providerId="ADAL" clId="{B5F22FE6-7432-482A-8D29-7597B59CF30A}" dt="2018-11-21T19:36:58.731" v="61"/>
          <ac:spMkLst>
            <pc:docMk/>
            <pc:sldMk cId="174021900" sldId="309"/>
            <ac:spMk id="9" creationId="{F7F1BE8D-D9D2-4FBD-A0ED-45B2F9D5145B}"/>
          </ac:spMkLst>
        </pc:spChg>
        <pc:spChg chg="del">
          <ac:chgData name="WILLIAM RICARDO AGUILAR PIÑA" userId="25538c52-b196-49fc-9025-2dd86a54f18a" providerId="ADAL" clId="{B5F22FE6-7432-482A-8D29-7597B59CF30A}" dt="2018-11-21T19:35:53.364" v="22" actId="478"/>
          <ac:spMkLst>
            <pc:docMk/>
            <pc:sldMk cId="174021900" sldId="309"/>
            <ac:spMk id="15" creationId="{C07CDA87-DE4F-4516-9639-2EA288D7F871}"/>
          </ac:spMkLst>
        </pc:spChg>
        <pc:picChg chg="add">
          <ac:chgData name="WILLIAM RICARDO AGUILAR PIÑA" userId="25538c52-b196-49fc-9025-2dd86a54f18a" providerId="ADAL" clId="{B5F22FE6-7432-482A-8D29-7597B59CF30A}" dt="2018-11-21T19:35:53.570" v="23"/>
          <ac:picMkLst>
            <pc:docMk/>
            <pc:sldMk cId="174021900" sldId="309"/>
            <ac:picMk id="7" creationId="{994E4491-9615-4CA0-9C63-7A01B3E1FA68}"/>
          </ac:picMkLst>
        </pc:picChg>
      </pc:sldChg>
      <pc:sldChg chg="addSp delSp">
        <pc:chgData name="WILLIAM RICARDO AGUILAR PIÑA" userId="25538c52-b196-49fc-9025-2dd86a54f18a" providerId="ADAL" clId="{B5F22FE6-7432-482A-8D29-7597B59CF30A}" dt="2018-11-21T19:35:55.862" v="25"/>
        <pc:sldMkLst>
          <pc:docMk/>
          <pc:sldMk cId="187733523" sldId="310"/>
        </pc:sldMkLst>
        <pc:spChg chg="add">
          <ac:chgData name="WILLIAM RICARDO AGUILAR PIÑA" userId="25538c52-b196-49fc-9025-2dd86a54f18a" providerId="ADAL" clId="{B5F22FE6-7432-482A-8D29-7597B59CF30A}" dt="2018-11-21T19:35:55.862" v="25"/>
          <ac:spMkLst>
            <pc:docMk/>
            <pc:sldMk cId="187733523" sldId="310"/>
            <ac:spMk id="6" creationId="{AD0B3B7C-EF82-4CB2-8877-A059DDAD2A41}"/>
          </ac:spMkLst>
        </pc:spChg>
        <pc:spChg chg="del">
          <ac:chgData name="WILLIAM RICARDO AGUILAR PIÑA" userId="25538c52-b196-49fc-9025-2dd86a54f18a" providerId="ADAL" clId="{B5F22FE6-7432-482A-8D29-7597B59CF30A}" dt="2018-11-21T19:35:55.741" v="24" actId="478"/>
          <ac:spMkLst>
            <pc:docMk/>
            <pc:sldMk cId="187733523" sldId="310"/>
            <ac:spMk id="10" creationId="{6C08B9D6-8CC7-4E31-AB00-8125B50E8E6B}"/>
          </ac:spMkLst>
        </pc:spChg>
        <pc:picChg chg="add">
          <ac:chgData name="WILLIAM RICARDO AGUILAR PIÑA" userId="25538c52-b196-49fc-9025-2dd86a54f18a" providerId="ADAL" clId="{B5F22FE6-7432-482A-8D29-7597B59CF30A}" dt="2018-11-21T19:35:55.862" v="25"/>
          <ac:picMkLst>
            <pc:docMk/>
            <pc:sldMk cId="187733523" sldId="310"/>
            <ac:picMk id="7" creationId="{086156ED-3609-4E14-B004-72CEB4884D06}"/>
          </ac:picMkLst>
        </pc:picChg>
      </pc:sldChg>
      <pc:sldChg chg="addSp delSp">
        <pc:chgData name="WILLIAM RICARDO AGUILAR PIÑA" userId="25538c52-b196-49fc-9025-2dd86a54f18a" providerId="ADAL" clId="{B5F22FE6-7432-482A-8D29-7597B59CF30A}" dt="2018-11-21T19:37:30.603" v="69"/>
        <pc:sldMkLst>
          <pc:docMk/>
          <pc:sldMk cId="133285346" sldId="311"/>
        </pc:sldMkLst>
        <pc:spChg chg="add del">
          <ac:chgData name="WILLIAM RICARDO AGUILAR PIÑA" userId="25538c52-b196-49fc-9025-2dd86a54f18a" providerId="ADAL" clId="{B5F22FE6-7432-482A-8D29-7597B59CF30A}" dt="2018-11-21T19:37:30.293" v="68" actId="478"/>
          <ac:spMkLst>
            <pc:docMk/>
            <pc:sldMk cId="133285346" sldId="311"/>
            <ac:spMk id="6" creationId="{CFC15AAB-F961-486A-AF7A-4EF74EDF6B5D}"/>
          </ac:spMkLst>
        </pc:spChg>
        <pc:spChg chg="add">
          <ac:chgData name="WILLIAM RICARDO AGUILAR PIÑA" userId="25538c52-b196-49fc-9025-2dd86a54f18a" providerId="ADAL" clId="{B5F22FE6-7432-482A-8D29-7597B59CF30A}" dt="2018-11-21T19:37:30.603" v="69"/>
          <ac:spMkLst>
            <pc:docMk/>
            <pc:sldMk cId="133285346" sldId="311"/>
            <ac:spMk id="10" creationId="{9A79190B-BBE3-4EB2-97E6-5866B0F75C0F}"/>
          </ac:spMkLst>
        </pc:spChg>
        <pc:spChg chg="del">
          <ac:chgData name="WILLIAM RICARDO AGUILAR PIÑA" userId="25538c52-b196-49fc-9025-2dd86a54f18a" providerId="ADAL" clId="{B5F22FE6-7432-482A-8D29-7597B59CF30A}" dt="2018-11-21T19:36:00.221" v="28" actId="478"/>
          <ac:spMkLst>
            <pc:docMk/>
            <pc:sldMk cId="133285346" sldId="311"/>
            <ac:spMk id="11" creationId="{F8C13F0F-1000-4AC8-8C7D-100D40FBE4EA}"/>
          </ac:spMkLst>
        </pc:spChg>
        <pc:picChg chg="add">
          <ac:chgData name="WILLIAM RICARDO AGUILAR PIÑA" userId="25538c52-b196-49fc-9025-2dd86a54f18a" providerId="ADAL" clId="{B5F22FE6-7432-482A-8D29-7597B59CF30A}" dt="2018-11-21T19:36:00.523" v="29"/>
          <ac:picMkLst>
            <pc:docMk/>
            <pc:sldMk cId="133285346" sldId="311"/>
            <ac:picMk id="9" creationId="{AF781FA3-4444-4C6D-AEED-C95593DDEA62}"/>
          </ac:picMkLst>
        </pc:picChg>
      </pc:sldChg>
      <pc:sldChg chg="addSp delSp">
        <pc:chgData name="WILLIAM RICARDO AGUILAR PIÑA" userId="25538c52-b196-49fc-9025-2dd86a54f18a" providerId="ADAL" clId="{B5F22FE6-7432-482A-8D29-7597B59CF30A}" dt="2018-11-21T19:36:02.664" v="31"/>
        <pc:sldMkLst>
          <pc:docMk/>
          <pc:sldMk cId="3379893496" sldId="312"/>
        </pc:sldMkLst>
        <pc:spChg chg="add">
          <ac:chgData name="WILLIAM RICARDO AGUILAR PIÑA" userId="25538c52-b196-49fc-9025-2dd86a54f18a" providerId="ADAL" clId="{B5F22FE6-7432-482A-8D29-7597B59CF30A}" dt="2018-11-21T19:36:02.664" v="31"/>
          <ac:spMkLst>
            <pc:docMk/>
            <pc:sldMk cId="3379893496" sldId="312"/>
            <ac:spMk id="6" creationId="{3FD5D7F1-D3BD-41F0-AE8B-A98914CC85B2}"/>
          </ac:spMkLst>
        </pc:spChg>
        <pc:spChg chg="del">
          <ac:chgData name="WILLIAM RICARDO AGUILAR PIÑA" userId="25538c52-b196-49fc-9025-2dd86a54f18a" providerId="ADAL" clId="{B5F22FE6-7432-482A-8D29-7597B59CF30A}" dt="2018-11-21T19:36:02.373" v="30" actId="478"/>
          <ac:spMkLst>
            <pc:docMk/>
            <pc:sldMk cId="3379893496" sldId="312"/>
            <ac:spMk id="9" creationId="{7D18F127-A99D-466D-8BB0-5A312CA9BFB8}"/>
          </ac:spMkLst>
        </pc:spChg>
        <pc:picChg chg="add">
          <ac:chgData name="WILLIAM RICARDO AGUILAR PIÑA" userId="25538c52-b196-49fc-9025-2dd86a54f18a" providerId="ADAL" clId="{B5F22FE6-7432-482A-8D29-7597B59CF30A}" dt="2018-11-21T19:36:02.664" v="31"/>
          <ac:picMkLst>
            <pc:docMk/>
            <pc:sldMk cId="3379893496" sldId="312"/>
            <ac:picMk id="7" creationId="{7BFAFC00-0A1E-42A7-8F53-64CD357005C8}"/>
          </ac:picMkLst>
        </pc:picChg>
      </pc:sldChg>
      <pc:sldChg chg="addSp delSp">
        <pc:chgData name="WILLIAM RICARDO AGUILAR PIÑA" userId="25538c52-b196-49fc-9025-2dd86a54f18a" providerId="ADAL" clId="{B5F22FE6-7432-482A-8D29-7597B59CF30A}" dt="2018-11-21T19:36:06.983" v="35"/>
        <pc:sldMkLst>
          <pc:docMk/>
          <pc:sldMk cId="131271892" sldId="313"/>
        </pc:sldMkLst>
        <pc:spChg chg="add">
          <ac:chgData name="WILLIAM RICARDO AGUILAR PIÑA" userId="25538c52-b196-49fc-9025-2dd86a54f18a" providerId="ADAL" clId="{B5F22FE6-7432-482A-8D29-7597B59CF30A}" dt="2018-11-21T19:36:06.983" v="35"/>
          <ac:spMkLst>
            <pc:docMk/>
            <pc:sldMk cId="131271892" sldId="313"/>
            <ac:spMk id="6" creationId="{B191507C-E34F-4F1E-B842-F8A723121E3D}"/>
          </ac:spMkLst>
        </pc:spChg>
        <pc:spChg chg="del">
          <ac:chgData name="WILLIAM RICARDO AGUILAR PIÑA" userId="25538c52-b196-49fc-9025-2dd86a54f18a" providerId="ADAL" clId="{B5F22FE6-7432-482A-8D29-7597B59CF30A}" dt="2018-11-21T19:36:06.764" v="34" actId="478"/>
          <ac:spMkLst>
            <pc:docMk/>
            <pc:sldMk cId="131271892" sldId="313"/>
            <ac:spMk id="11" creationId="{E350ED6F-1D99-4A21-9ECC-CCAF56683590}"/>
          </ac:spMkLst>
        </pc:spChg>
        <pc:picChg chg="add">
          <ac:chgData name="WILLIAM RICARDO AGUILAR PIÑA" userId="25538c52-b196-49fc-9025-2dd86a54f18a" providerId="ADAL" clId="{B5F22FE6-7432-482A-8D29-7597B59CF30A}" dt="2018-11-21T19:36:06.983" v="35"/>
          <ac:picMkLst>
            <pc:docMk/>
            <pc:sldMk cId="131271892" sldId="313"/>
            <ac:picMk id="7" creationId="{3EFB2B43-90C7-43F5-8B51-4688D9485F75}"/>
          </ac:picMkLst>
        </pc:picChg>
      </pc:sldChg>
      <pc:sldChg chg="addSp delSp">
        <pc:chgData name="WILLIAM RICARDO AGUILAR PIÑA" userId="25538c52-b196-49fc-9025-2dd86a54f18a" providerId="ADAL" clId="{B5F22FE6-7432-482A-8D29-7597B59CF30A}" dt="2018-11-21T19:38:04.267" v="83"/>
        <pc:sldMkLst>
          <pc:docMk/>
          <pc:sldMk cId="714140129" sldId="314"/>
        </pc:sldMkLst>
        <pc:spChg chg="add del">
          <ac:chgData name="WILLIAM RICARDO AGUILAR PIÑA" userId="25538c52-b196-49fc-9025-2dd86a54f18a" providerId="ADAL" clId="{B5F22FE6-7432-482A-8D29-7597B59CF30A}" dt="2018-11-21T19:38:03.521" v="82" actId="478"/>
          <ac:spMkLst>
            <pc:docMk/>
            <pc:sldMk cId="714140129" sldId="314"/>
            <ac:spMk id="6" creationId="{B0E59E56-2F06-4989-914F-C87F365B45D3}"/>
          </ac:spMkLst>
        </pc:spChg>
        <pc:spChg chg="add">
          <ac:chgData name="WILLIAM RICARDO AGUILAR PIÑA" userId="25538c52-b196-49fc-9025-2dd86a54f18a" providerId="ADAL" clId="{B5F22FE6-7432-482A-8D29-7597B59CF30A}" dt="2018-11-21T19:38:04.267" v="83"/>
          <ac:spMkLst>
            <pc:docMk/>
            <pc:sldMk cId="714140129" sldId="314"/>
            <ac:spMk id="9" creationId="{35D7A941-5997-4E28-A09E-320754958C89}"/>
          </ac:spMkLst>
        </pc:spChg>
        <pc:spChg chg="del">
          <ac:chgData name="WILLIAM RICARDO AGUILAR PIÑA" userId="25538c52-b196-49fc-9025-2dd86a54f18a" providerId="ADAL" clId="{B5F22FE6-7432-482A-8D29-7597B59CF30A}" dt="2018-11-21T19:36:10.877" v="39" actId="478"/>
          <ac:spMkLst>
            <pc:docMk/>
            <pc:sldMk cId="714140129" sldId="314"/>
            <ac:spMk id="10" creationId="{D562CA44-67B0-4C72-9109-77187D4B3A96}"/>
          </ac:spMkLst>
        </pc:spChg>
        <pc:picChg chg="add">
          <ac:chgData name="WILLIAM RICARDO AGUILAR PIÑA" userId="25538c52-b196-49fc-9025-2dd86a54f18a" providerId="ADAL" clId="{B5F22FE6-7432-482A-8D29-7597B59CF30A}" dt="2018-11-21T19:36:11.016" v="40"/>
          <ac:picMkLst>
            <pc:docMk/>
            <pc:sldMk cId="714140129" sldId="314"/>
            <ac:picMk id="7" creationId="{DBE5BB37-851C-4E57-8909-9F79F6A79119}"/>
          </ac:picMkLst>
        </pc:picChg>
      </pc:sldChg>
      <pc:sldChg chg="addSp delSp">
        <pc:chgData name="WILLIAM RICARDO AGUILAR PIÑA" userId="25538c52-b196-49fc-9025-2dd86a54f18a" providerId="ADAL" clId="{B5F22FE6-7432-482A-8D29-7597B59CF30A}" dt="2018-11-21T19:36:12.960" v="42"/>
        <pc:sldMkLst>
          <pc:docMk/>
          <pc:sldMk cId="3971480585" sldId="315"/>
        </pc:sldMkLst>
        <pc:spChg chg="add">
          <ac:chgData name="WILLIAM RICARDO AGUILAR PIÑA" userId="25538c52-b196-49fc-9025-2dd86a54f18a" providerId="ADAL" clId="{B5F22FE6-7432-482A-8D29-7597B59CF30A}" dt="2018-11-21T19:36:12.960" v="42"/>
          <ac:spMkLst>
            <pc:docMk/>
            <pc:sldMk cId="3971480585" sldId="315"/>
            <ac:spMk id="6" creationId="{CBB62138-F871-4C96-8426-8CE63F51539B}"/>
          </ac:spMkLst>
        </pc:spChg>
        <pc:spChg chg="del">
          <ac:chgData name="WILLIAM RICARDO AGUILAR PIÑA" userId="25538c52-b196-49fc-9025-2dd86a54f18a" providerId="ADAL" clId="{B5F22FE6-7432-482A-8D29-7597B59CF30A}" dt="2018-11-21T19:36:12.770" v="41" actId="478"/>
          <ac:spMkLst>
            <pc:docMk/>
            <pc:sldMk cId="3971480585" sldId="315"/>
            <ac:spMk id="15" creationId="{1E26B98B-3B55-4B6E-95E3-9A546012FFA8}"/>
          </ac:spMkLst>
        </pc:spChg>
        <pc:picChg chg="add">
          <ac:chgData name="WILLIAM RICARDO AGUILAR PIÑA" userId="25538c52-b196-49fc-9025-2dd86a54f18a" providerId="ADAL" clId="{B5F22FE6-7432-482A-8D29-7597B59CF30A}" dt="2018-11-21T19:36:12.960" v="42"/>
          <ac:picMkLst>
            <pc:docMk/>
            <pc:sldMk cId="3971480585" sldId="315"/>
            <ac:picMk id="7" creationId="{F9894F88-E03F-4400-8103-CBA6960BCACA}"/>
          </ac:picMkLst>
        </pc:picChg>
      </pc:sldChg>
      <pc:sldChg chg="addSp delSp">
        <pc:chgData name="WILLIAM RICARDO AGUILAR PIÑA" userId="25538c52-b196-49fc-9025-2dd86a54f18a" providerId="ADAL" clId="{B5F22FE6-7432-482A-8D29-7597B59CF30A}" dt="2018-11-21T19:38:22.050" v="90"/>
        <pc:sldMkLst>
          <pc:docMk/>
          <pc:sldMk cId="2222802431" sldId="316"/>
        </pc:sldMkLst>
        <pc:spChg chg="del">
          <ac:chgData name="WILLIAM RICARDO AGUILAR PIÑA" userId="25538c52-b196-49fc-9025-2dd86a54f18a" providerId="ADAL" clId="{B5F22FE6-7432-482A-8D29-7597B59CF30A}" dt="2018-11-21T19:36:17.740" v="45" actId="478"/>
          <ac:spMkLst>
            <pc:docMk/>
            <pc:sldMk cId="2222802431" sldId="316"/>
            <ac:spMk id="6" creationId="{00ADA126-3FB2-40CE-98D5-A785B41EC83E}"/>
          </ac:spMkLst>
        </pc:spChg>
        <pc:spChg chg="add del">
          <ac:chgData name="WILLIAM RICARDO AGUILAR PIÑA" userId="25538c52-b196-49fc-9025-2dd86a54f18a" providerId="ADAL" clId="{B5F22FE6-7432-482A-8D29-7597B59CF30A}" dt="2018-11-21T19:38:21.620" v="89" actId="478"/>
          <ac:spMkLst>
            <pc:docMk/>
            <pc:sldMk cId="2222802431" sldId="316"/>
            <ac:spMk id="9" creationId="{55960A64-20D8-4E95-8BBD-CE3B2BBB9CE3}"/>
          </ac:spMkLst>
        </pc:spChg>
        <pc:spChg chg="add">
          <ac:chgData name="WILLIAM RICARDO AGUILAR PIÑA" userId="25538c52-b196-49fc-9025-2dd86a54f18a" providerId="ADAL" clId="{B5F22FE6-7432-482A-8D29-7597B59CF30A}" dt="2018-11-21T19:38:22.050" v="90"/>
          <ac:spMkLst>
            <pc:docMk/>
            <pc:sldMk cId="2222802431" sldId="316"/>
            <ac:spMk id="11" creationId="{AC4C8FFC-42BF-4DE2-8E43-FCDA325A5F50}"/>
          </ac:spMkLst>
        </pc:spChg>
        <pc:picChg chg="add">
          <ac:chgData name="WILLIAM RICARDO AGUILAR PIÑA" userId="25538c52-b196-49fc-9025-2dd86a54f18a" providerId="ADAL" clId="{B5F22FE6-7432-482A-8D29-7597B59CF30A}" dt="2018-11-21T19:36:17.979" v="46"/>
          <ac:picMkLst>
            <pc:docMk/>
            <pc:sldMk cId="2222802431" sldId="316"/>
            <ac:picMk id="10" creationId="{8BD76274-E06D-4184-8A11-1A984AF72661}"/>
          </ac:picMkLst>
        </pc:picChg>
      </pc:sldChg>
      <pc:sldChg chg="addSp delSp modSp">
        <pc:chgData name="WILLIAM RICARDO AGUILAR PIÑA" userId="25538c52-b196-49fc-9025-2dd86a54f18a" providerId="ADAL" clId="{B5F22FE6-7432-482A-8D29-7597B59CF30A}" dt="2018-11-21T19:37:22.123" v="67" actId="20577"/>
        <pc:sldMkLst>
          <pc:docMk/>
          <pc:sldMk cId="3769095724" sldId="317"/>
        </pc:sldMkLst>
        <pc:spChg chg="del">
          <ac:chgData name="WILLIAM RICARDO AGUILAR PIÑA" userId="25538c52-b196-49fc-9025-2dd86a54f18a" providerId="ADAL" clId="{B5F22FE6-7432-482A-8D29-7597B59CF30A}" dt="2018-11-21T19:35:57.900" v="26" actId="478"/>
          <ac:spMkLst>
            <pc:docMk/>
            <pc:sldMk cId="3769095724" sldId="317"/>
            <ac:spMk id="10" creationId="{EC52AC1D-37D9-465D-934D-1EAFF7237652}"/>
          </ac:spMkLst>
        </pc:spChg>
        <pc:spChg chg="add mod">
          <ac:chgData name="WILLIAM RICARDO AGUILAR PIÑA" userId="25538c52-b196-49fc-9025-2dd86a54f18a" providerId="ADAL" clId="{B5F22FE6-7432-482A-8D29-7597B59CF30A}" dt="2018-11-21T19:37:22.123" v="67" actId="20577"/>
          <ac:spMkLst>
            <pc:docMk/>
            <pc:sldMk cId="3769095724" sldId="317"/>
            <ac:spMk id="11" creationId="{4E9BE986-438B-42EF-9431-4D66EA1F95B8}"/>
          </ac:spMkLst>
        </pc:spChg>
        <pc:picChg chg="add">
          <ac:chgData name="WILLIAM RICARDO AGUILAR PIÑA" userId="25538c52-b196-49fc-9025-2dd86a54f18a" providerId="ADAL" clId="{B5F22FE6-7432-482A-8D29-7597B59CF30A}" dt="2018-11-21T19:35:58.115" v="27"/>
          <ac:picMkLst>
            <pc:docMk/>
            <pc:sldMk cId="3769095724" sldId="317"/>
            <ac:picMk id="12" creationId="{BD0A7B16-00ED-4E28-913D-2F2612B1D1D4}"/>
          </ac:picMkLst>
        </pc:picChg>
      </pc:sldChg>
      <pc:sldChg chg="addSp delSp modSp modNotesTx">
        <pc:chgData name="WILLIAM RICARDO AGUILAR PIÑA" userId="25538c52-b196-49fc-9025-2dd86a54f18a" providerId="ADAL" clId="{B5F22FE6-7432-482A-8D29-7597B59CF30A}" dt="2018-11-21T19:39:24.955" v="97" actId="313"/>
        <pc:sldMkLst>
          <pc:docMk/>
          <pc:sldMk cId="1409448837" sldId="318"/>
        </pc:sldMkLst>
        <pc:spChg chg="mod">
          <ac:chgData name="WILLIAM RICARDO AGUILAR PIÑA" userId="25538c52-b196-49fc-9025-2dd86a54f18a" providerId="ADAL" clId="{B5F22FE6-7432-482A-8D29-7597B59CF30A}" dt="2018-11-21T19:39:24.955" v="97" actId="313"/>
          <ac:spMkLst>
            <pc:docMk/>
            <pc:sldMk cId="1409448837" sldId="318"/>
            <ac:spMk id="8" creationId="{00000000-0000-0000-0000-000000000000}"/>
          </ac:spMkLst>
        </pc:spChg>
        <pc:spChg chg="del">
          <ac:chgData name="WILLIAM RICARDO AGUILAR PIÑA" userId="25538c52-b196-49fc-9025-2dd86a54f18a" providerId="ADAL" clId="{B5F22FE6-7432-482A-8D29-7597B59CF30A}" dt="2018-11-21T19:35:42.069" v="14" actId="478"/>
          <ac:spMkLst>
            <pc:docMk/>
            <pc:sldMk cId="1409448837" sldId="318"/>
            <ac:spMk id="10" creationId="{FFA2EA99-79C8-463F-BD00-7B1F165D6718}"/>
          </ac:spMkLst>
        </pc:spChg>
        <pc:spChg chg="add mod">
          <ac:chgData name="WILLIAM RICARDO AGUILAR PIÑA" userId="25538c52-b196-49fc-9025-2dd86a54f18a" providerId="ADAL" clId="{B5F22FE6-7432-482A-8D29-7597B59CF30A}" dt="2018-11-21T19:36:42.955" v="53" actId="20577"/>
          <ac:spMkLst>
            <pc:docMk/>
            <pc:sldMk cId="1409448837" sldId="318"/>
            <ac:spMk id="12" creationId="{06C49D15-31A0-4DB2-87D1-CFA5C70B313B}"/>
          </ac:spMkLst>
        </pc:spChg>
        <pc:picChg chg="add">
          <ac:chgData name="WILLIAM RICARDO AGUILAR PIÑA" userId="25538c52-b196-49fc-9025-2dd86a54f18a" providerId="ADAL" clId="{B5F22FE6-7432-482A-8D29-7597B59CF30A}" dt="2018-11-21T19:35:42.386" v="15"/>
          <ac:picMkLst>
            <pc:docMk/>
            <pc:sldMk cId="1409448837" sldId="318"/>
            <ac:picMk id="13" creationId="{19E6A37A-1957-4BD5-A8D2-3A91687D9CFA}"/>
          </ac:picMkLst>
        </pc:picChg>
      </pc:sldChg>
      <pc:sldChg chg="addSp delSp modSp">
        <pc:chgData name="WILLIAM RICARDO AGUILAR PIÑA" userId="25538c52-b196-49fc-9025-2dd86a54f18a" providerId="ADAL" clId="{B5F22FE6-7432-482A-8D29-7597B59CF30A}" dt="2018-11-21T19:37:41.443" v="75" actId="20577"/>
        <pc:sldMkLst>
          <pc:docMk/>
          <pc:sldMk cId="3576641258" sldId="319"/>
        </pc:sldMkLst>
        <pc:spChg chg="add mod">
          <ac:chgData name="WILLIAM RICARDO AGUILAR PIÑA" userId="25538c52-b196-49fc-9025-2dd86a54f18a" providerId="ADAL" clId="{B5F22FE6-7432-482A-8D29-7597B59CF30A}" dt="2018-11-21T19:37:41.443" v="75" actId="20577"/>
          <ac:spMkLst>
            <pc:docMk/>
            <pc:sldMk cId="3576641258" sldId="319"/>
            <ac:spMk id="6" creationId="{E0C14F25-6442-40C3-8ACC-3256544622CD}"/>
          </ac:spMkLst>
        </pc:spChg>
        <pc:spChg chg="del">
          <ac:chgData name="WILLIAM RICARDO AGUILAR PIÑA" userId="25538c52-b196-49fc-9025-2dd86a54f18a" providerId="ADAL" clId="{B5F22FE6-7432-482A-8D29-7597B59CF30A}" dt="2018-11-21T19:36:04.972" v="32" actId="478"/>
          <ac:spMkLst>
            <pc:docMk/>
            <pc:sldMk cId="3576641258" sldId="319"/>
            <ac:spMk id="7" creationId="{102F18F9-BECF-4688-AB6C-5B905AD95B55}"/>
          </ac:spMkLst>
        </pc:spChg>
        <pc:picChg chg="add">
          <ac:chgData name="WILLIAM RICARDO AGUILAR PIÑA" userId="25538c52-b196-49fc-9025-2dd86a54f18a" providerId="ADAL" clId="{B5F22FE6-7432-482A-8D29-7597B59CF30A}" dt="2018-11-21T19:36:05.168" v="33"/>
          <ac:picMkLst>
            <pc:docMk/>
            <pc:sldMk cId="3576641258" sldId="319"/>
            <ac:picMk id="9" creationId="{C2CEA49C-8497-44BA-AE8E-112BB682A89C}"/>
          </ac:picMkLst>
        </pc:picChg>
      </pc:sldChg>
      <pc:sldChg chg="addSp delSp modSp">
        <pc:chgData name="WILLIAM RICARDO AGUILAR PIÑA" userId="25538c52-b196-49fc-9025-2dd86a54f18a" providerId="ADAL" clId="{B5F22FE6-7432-482A-8D29-7597B59CF30A}" dt="2018-11-21T19:37:56.643" v="81" actId="20577"/>
        <pc:sldMkLst>
          <pc:docMk/>
          <pc:sldMk cId="4039168161" sldId="320"/>
        </pc:sldMkLst>
        <pc:spChg chg="add mod">
          <ac:chgData name="WILLIAM RICARDO AGUILAR PIÑA" userId="25538c52-b196-49fc-9025-2dd86a54f18a" providerId="ADAL" clId="{B5F22FE6-7432-482A-8D29-7597B59CF30A}" dt="2018-11-21T19:37:56.643" v="81" actId="20577"/>
          <ac:spMkLst>
            <pc:docMk/>
            <pc:sldMk cId="4039168161" sldId="320"/>
            <ac:spMk id="7" creationId="{AEB026E4-93BF-4215-8365-EB1455FEC342}"/>
          </ac:spMkLst>
        </pc:spChg>
        <pc:spChg chg="del mod">
          <ac:chgData name="WILLIAM RICARDO AGUILAR PIÑA" userId="25538c52-b196-49fc-9025-2dd86a54f18a" providerId="ADAL" clId="{B5F22FE6-7432-482A-8D29-7597B59CF30A}" dt="2018-11-21T19:36:08.604" v="37" actId="478"/>
          <ac:spMkLst>
            <pc:docMk/>
            <pc:sldMk cId="4039168161" sldId="320"/>
            <ac:spMk id="10" creationId="{8BA538FC-10A3-4716-A6AF-F90A7E559F30}"/>
          </ac:spMkLst>
        </pc:spChg>
        <pc:picChg chg="add">
          <ac:chgData name="WILLIAM RICARDO AGUILAR PIÑA" userId="25538c52-b196-49fc-9025-2dd86a54f18a" providerId="ADAL" clId="{B5F22FE6-7432-482A-8D29-7597B59CF30A}" dt="2018-11-21T19:36:08.790" v="38"/>
          <ac:picMkLst>
            <pc:docMk/>
            <pc:sldMk cId="4039168161" sldId="320"/>
            <ac:picMk id="11" creationId="{3D283E3D-6F1C-4A29-932C-153A1A981916}"/>
          </ac:picMkLst>
        </pc:picChg>
      </pc:sldChg>
      <pc:sldChg chg="addSp delSp modSp">
        <pc:chgData name="WILLIAM RICARDO AGUILAR PIÑA" userId="25538c52-b196-49fc-9025-2dd86a54f18a" providerId="ADAL" clId="{B5F22FE6-7432-482A-8D29-7597B59CF30A}" dt="2018-11-21T19:38:14.891" v="88" actId="20577"/>
        <pc:sldMkLst>
          <pc:docMk/>
          <pc:sldMk cId="1920083735" sldId="321"/>
        </pc:sldMkLst>
        <pc:spChg chg="del">
          <ac:chgData name="WILLIAM RICARDO AGUILAR PIÑA" userId="25538c52-b196-49fc-9025-2dd86a54f18a" providerId="ADAL" clId="{B5F22FE6-7432-482A-8D29-7597B59CF30A}" dt="2018-11-21T19:36:15.524" v="43" actId="478"/>
          <ac:spMkLst>
            <pc:docMk/>
            <pc:sldMk cId="1920083735" sldId="321"/>
            <ac:spMk id="14" creationId="{D75BFB85-2408-4DD1-AD78-E3F8EE0450E4}"/>
          </ac:spMkLst>
        </pc:spChg>
        <pc:spChg chg="add mod">
          <ac:chgData name="WILLIAM RICARDO AGUILAR PIÑA" userId="25538c52-b196-49fc-9025-2dd86a54f18a" providerId="ADAL" clId="{B5F22FE6-7432-482A-8D29-7597B59CF30A}" dt="2018-11-21T19:38:14.891" v="88" actId="20577"/>
          <ac:spMkLst>
            <pc:docMk/>
            <pc:sldMk cId="1920083735" sldId="321"/>
            <ac:spMk id="15" creationId="{1C8017DE-DE04-4D9B-B59E-9008F60D7839}"/>
          </ac:spMkLst>
        </pc:spChg>
        <pc:picChg chg="add">
          <ac:chgData name="WILLIAM RICARDO AGUILAR PIÑA" userId="25538c52-b196-49fc-9025-2dd86a54f18a" providerId="ADAL" clId="{B5F22FE6-7432-482A-8D29-7597B59CF30A}" dt="2018-11-21T19:36:15.735" v="44"/>
          <ac:picMkLst>
            <pc:docMk/>
            <pc:sldMk cId="1920083735" sldId="321"/>
            <ac:picMk id="16" creationId="{D49EBCA3-5B5C-4D42-B253-44DE3206539B}"/>
          </ac:picMkLst>
        </pc:picChg>
      </pc:sldChg>
      <pc:sldChg chg="modSp add">
        <pc:chgData name="WILLIAM RICARDO AGUILAR PIÑA" userId="25538c52-b196-49fc-9025-2dd86a54f18a" providerId="ADAL" clId="{B5F22FE6-7432-482A-8D29-7597B59CF30A}" dt="2018-11-21T19:35:14.850" v="11" actId="20577"/>
        <pc:sldMkLst>
          <pc:docMk/>
          <pc:sldMk cId="159271927" sldId="351"/>
        </pc:sldMkLst>
        <pc:spChg chg="mod">
          <ac:chgData name="WILLIAM RICARDO AGUILAR PIÑA" userId="25538c52-b196-49fc-9025-2dd86a54f18a" providerId="ADAL" clId="{B5F22FE6-7432-482A-8D29-7597B59CF30A}" dt="2018-11-21T19:35:14.850" v="11" actId="20577"/>
          <ac:spMkLst>
            <pc:docMk/>
            <pc:sldMk cId="159271927" sldId="351"/>
            <ac:spMk id="6" creationId="{00ADA126-3FB2-40CE-98D5-A785B41EC83E}"/>
          </ac:spMkLst>
        </pc:spChg>
      </pc:sldChg>
    </pc:docChg>
  </pc:docChgLst>
  <pc:docChgLst>
    <pc:chgData name="WILLIAM RICARDO AGUILAR PIÑA" userId="25538c52-b196-49fc-9025-2dd86a54f18a" providerId="ADAL" clId="{1F73B41C-CB35-4CC1-A5D8-5E3ED2B6A24B}"/>
    <pc:docChg chg="modSld">
      <pc:chgData name="WILLIAM RICARDO AGUILAR PIÑA" userId="25538c52-b196-49fc-9025-2dd86a54f18a" providerId="ADAL" clId="{1F73B41C-CB35-4CC1-A5D8-5E3ED2B6A24B}" dt="2022-11-25T14:37:44.157" v="0" actId="1076"/>
      <pc:docMkLst>
        <pc:docMk/>
      </pc:docMkLst>
      <pc:sldChg chg="modSp mod">
        <pc:chgData name="WILLIAM RICARDO AGUILAR PIÑA" userId="25538c52-b196-49fc-9025-2dd86a54f18a" providerId="ADAL" clId="{1F73B41C-CB35-4CC1-A5D8-5E3ED2B6A24B}" dt="2022-11-25T14:37:44.157" v="0" actId="1076"/>
        <pc:sldMkLst>
          <pc:docMk/>
          <pc:sldMk cId="2222802431" sldId="316"/>
        </pc:sldMkLst>
        <pc:picChg chg="mod">
          <ac:chgData name="WILLIAM RICARDO AGUILAR PIÑA" userId="25538c52-b196-49fc-9025-2dd86a54f18a" providerId="ADAL" clId="{1F73B41C-CB35-4CC1-A5D8-5E3ED2B6A24B}" dt="2022-11-25T14:37:44.157" v="0" actId="1076"/>
          <ac:picMkLst>
            <pc:docMk/>
            <pc:sldMk cId="2222802431" sldId="316"/>
            <ac:picMk id="16" creationId="{5E97CCAC-02F1-4D53-A254-27E5D0783D1A}"/>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1 Marcador de encabezado"/>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s-CO"/>
          </a:p>
        </p:txBody>
      </p:sp>
      <p:sp>
        <p:nvSpPr>
          <p:cNvPr id="3" name="2 Marcador de fecha"/>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53CE91DE-ABC6-4D22-89A0-1765B629FB43}" type="datetimeFigureOut">
              <a:rPr lang="es-CO" smtClean="0"/>
              <a:pPr/>
              <a:t>25/11/2022</a:t>
            </a:fld>
            <a:endParaRPr lang="es-CO"/>
          </a:p>
        </p:txBody>
      </p:sp>
      <p:sp>
        <p:nvSpPr>
          <p:cNvPr id="4" name="3 Marcador de imagen de diapositiva"/>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s-CO"/>
          </a:p>
        </p:txBody>
      </p:sp>
      <p:sp>
        <p:nvSpPr>
          <p:cNvPr id="5" name="4 Marcador de notas"/>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6" name="5 Marcador de pie de página"/>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s-CO"/>
          </a:p>
        </p:txBody>
      </p:sp>
      <p:sp>
        <p:nvSpPr>
          <p:cNvPr id="7" name="6 Marcador de número de diapositiva"/>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70FAC943-C359-4C07-B08A-993C08E8D67C}" type="slidenum">
              <a:rPr lang="es-CO" smtClean="0"/>
              <a:pPr/>
              <a:t>‹#›</a:t>
            </a:fld>
            <a:endParaRPr lang="es-CO"/>
          </a:p>
        </p:txBody>
      </p:sp>
    </p:spTree>
    <p:extLst>
      <p:ext uri="{BB962C8B-B14F-4D97-AF65-F5344CB8AC3E}">
        <p14:creationId xmlns:p14="http://schemas.microsoft.com/office/powerpoint/2010/main" val="31702955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dirty="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2</a:t>
            </a:fld>
            <a:endParaRPr lang="es-CO" dirty="0"/>
          </a:p>
        </p:txBody>
      </p:sp>
    </p:spTree>
    <p:extLst>
      <p:ext uri="{BB962C8B-B14F-4D97-AF65-F5344CB8AC3E}">
        <p14:creationId xmlns:p14="http://schemas.microsoft.com/office/powerpoint/2010/main" val="14833665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dirty="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3</a:t>
            </a:fld>
            <a:endParaRPr lang="es-CO" dirty="0"/>
          </a:p>
        </p:txBody>
      </p:sp>
    </p:spTree>
    <p:extLst>
      <p:ext uri="{BB962C8B-B14F-4D97-AF65-F5344CB8AC3E}">
        <p14:creationId xmlns:p14="http://schemas.microsoft.com/office/powerpoint/2010/main" val="106011036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dirty="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4</a:t>
            </a:fld>
            <a:endParaRPr lang="es-CO"/>
          </a:p>
        </p:txBody>
      </p:sp>
    </p:spTree>
    <p:extLst>
      <p:ext uri="{BB962C8B-B14F-4D97-AF65-F5344CB8AC3E}">
        <p14:creationId xmlns:p14="http://schemas.microsoft.com/office/powerpoint/2010/main" val="99436081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dirty="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5</a:t>
            </a:fld>
            <a:endParaRPr lang="es-CO"/>
          </a:p>
        </p:txBody>
      </p:sp>
    </p:spTree>
    <p:extLst>
      <p:ext uri="{BB962C8B-B14F-4D97-AF65-F5344CB8AC3E}">
        <p14:creationId xmlns:p14="http://schemas.microsoft.com/office/powerpoint/2010/main" val="219197217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dirty="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6</a:t>
            </a:fld>
            <a:endParaRPr lang="es-CO"/>
          </a:p>
        </p:txBody>
      </p:sp>
    </p:spTree>
    <p:extLst>
      <p:ext uri="{BB962C8B-B14F-4D97-AF65-F5344CB8AC3E}">
        <p14:creationId xmlns:p14="http://schemas.microsoft.com/office/powerpoint/2010/main" val="27246885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dirty="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7</a:t>
            </a:fld>
            <a:endParaRPr lang="es-CO"/>
          </a:p>
        </p:txBody>
      </p:sp>
    </p:spTree>
    <p:extLst>
      <p:ext uri="{BB962C8B-B14F-4D97-AF65-F5344CB8AC3E}">
        <p14:creationId xmlns:p14="http://schemas.microsoft.com/office/powerpoint/2010/main" val="32648684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dirty="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8</a:t>
            </a:fld>
            <a:endParaRPr lang="es-CO"/>
          </a:p>
        </p:txBody>
      </p:sp>
    </p:spTree>
    <p:extLst>
      <p:ext uri="{BB962C8B-B14F-4D97-AF65-F5344CB8AC3E}">
        <p14:creationId xmlns:p14="http://schemas.microsoft.com/office/powerpoint/2010/main" val="4803344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dirty="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9</a:t>
            </a:fld>
            <a:endParaRPr lang="es-CO"/>
          </a:p>
        </p:txBody>
      </p:sp>
    </p:spTree>
    <p:extLst>
      <p:ext uri="{BB962C8B-B14F-4D97-AF65-F5344CB8AC3E}">
        <p14:creationId xmlns:p14="http://schemas.microsoft.com/office/powerpoint/2010/main" val="35878908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dirty="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10</a:t>
            </a:fld>
            <a:endParaRPr lang="es-CO"/>
          </a:p>
        </p:txBody>
      </p:sp>
    </p:spTree>
    <p:extLst>
      <p:ext uri="{BB962C8B-B14F-4D97-AF65-F5344CB8AC3E}">
        <p14:creationId xmlns:p14="http://schemas.microsoft.com/office/powerpoint/2010/main" val="70018166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dirty="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11</a:t>
            </a:fld>
            <a:endParaRPr lang="es-CO"/>
          </a:p>
        </p:txBody>
      </p:sp>
    </p:spTree>
    <p:extLst>
      <p:ext uri="{BB962C8B-B14F-4D97-AF65-F5344CB8AC3E}">
        <p14:creationId xmlns:p14="http://schemas.microsoft.com/office/powerpoint/2010/main" val="297936537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dirty="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12</a:t>
            </a:fld>
            <a:endParaRPr lang="es-CO"/>
          </a:p>
        </p:txBody>
      </p:sp>
    </p:spTree>
    <p:extLst>
      <p:ext uri="{BB962C8B-B14F-4D97-AF65-F5344CB8AC3E}">
        <p14:creationId xmlns:p14="http://schemas.microsoft.com/office/powerpoint/2010/main" val="313807114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dirty="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13</a:t>
            </a:fld>
            <a:endParaRPr lang="es-CO"/>
          </a:p>
        </p:txBody>
      </p:sp>
    </p:spTree>
    <p:extLst>
      <p:ext uri="{BB962C8B-B14F-4D97-AF65-F5344CB8AC3E}">
        <p14:creationId xmlns:p14="http://schemas.microsoft.com/office/powerpoint/2010/main" val="311443237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dirty="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14</a:t>
            </a:fld>
            <a:endParaRPr lang="es-CO"/>
          </a:p>
        </p:txBody>
      </p:sp>
    </p:spTree>
    <p:extLst>
      <p:ext uri="{BB962C8B-B14F-4D97-AF65-F5344CB8AC3E}">
        <p14:creationId xmlns:p14="http://schemas.microsoft.com/office/powerpoint/2010/main" val="9813277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dirty="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15</a:t>
            </a:fld>
            <a:endParaRPr lang="es-CO"/>
          </a:p>
        </p:txBody>
      </p:sp>
    </p:spTree>
    <p:extLst>
      <p:ext uri="{BB962C8B-B14F-4D97-AF65-F5344CB8AC3E}">
        <p14:creationId xmlns:p14="http://schemas.microsoft.com/office/powerpoint/2010/main" val="177809473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dirty="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16</a:t>
            </a:fld>
            <a:endParaRPr lang="es-CO"/>
          </a:p>
        </p:txBody>
      </p:sp>
    </p:spTree>
    <p:extLst>
      <p:ext uri="{BB962C8B-B14F-4D97-AF65-F5344CB8AC3E}">
        <p14:creationId xmlns:p14="http://schemas.microsoft.com/office/powerpoint/2010/main" val="32151925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dirty="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17</a:t>
            </a:fld>
            <a:endParaRPr lang="es-CO"/>
          </a:p>
        </p:txBody>
      </p:sp>
    </p:spTree>
    <p:extLst>
      <p:ext uri="{BB962C8B-B14F-4D97-AF65-F5344CB8AC3E}">
        <p14:creationId xmlns:p14="http://schemas.microsoft.com/office/powerpoint/2010/main" val="342462984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dirty="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18</a:t>
            </a:fld>
            <a:endParaRPr lang="es-CO"/>
          </a:p>
        </p:txBody>
      </p:sp>
    </p:spTree>
    <p:extLst>
      <p:ext uri="{BB962C8B-B14F-4D97-AF65-F5344CB8AC3E}">
        <p14:creationId xmlns:p14="http://schemas.microsoft.com/office/powerpoint/2010/main" val="22291042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1 Título"/>
          <p:cNvSpPr>
            <a:spLocks noGrp="1"/>
          </p:cNvSpPr>
          <p:nvPr>
            <p:ph type="ctrTitle"/>
          </p:nvPr>
        </p:nvSpPr>
        <p:spPr>
          <a:xfrm>
            <a:off x="914400" y="2130426"/>
            <a:ext cx="10363200" cy="1470025"/>
          </a:xfrm>
        </p:spPr>
        <p:txBody>
          <a:bodyPr/>
          <a:lstStyle/>
          <a:p>
            <a:r>
              <a:rPr lang="es-ES"/>
              <a:t>Haga clic para modificar el estilo de título del patrón</a:t>
            </a:r>
            <a:endParaRPr lang="es-CO"/>
          </a:p>
        </p:txBody>
      </p:sp>
      <p:sp>
        <p:nvSpPr>
          <p:cNvPr id="3" name="2 Subtítulo"/>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s-ES"/>
              <a:t>Haga clic para modificar el estilo de subtítulo del patrón</a:t>
            </a:r>
            <a:endParaRPr lang="es-CO"/>
          </a:p>
        </p:txBody>
      </p:sp>
      <p:sp>
        <p:nvSpPr>
          <p:cNvPr id="4" name="3 Marcador de fecha"/>
          <p:cNvSpPr>
            <a:spLocks noGrp="1"/>
          </p:cNvSpPr>
          <p:nvPr>
            <p:ph type="dt" sz="half" idx="10"/>
          </p:nvPr>
        </p:nvSpPr>
        <p:spPr/>
        <p:txBody>
          <a:bodyPr/>
          <a:lstStyle/>
          <a:p>
            <a:fld id="{43DF08CB-A55A-40B1-AEFD-F19B3CFD19B5}" type="datetimeFigureOut">
              <a:rPr lang="es-CO" smtClean="0"/>
              <a:pPr/>
              <a:t>25/11/2022</a:t>
            </a:fld>
            <a:endParaRPr lang="es-CO"/>
          </a:p>
        </p:txBody>
      </p:sp>
      <p:sp>
        <p:nvSpPr>
          <p:cNvPr id="5" name="4 Marcador de pie de página"/>
          <p:cNvSpPr>
            <a:spLocks noGrp="1"/>
          </p:cNvSpPr>
          <p:nvPr>
            <p:ph type="ftr" sz="quarter" idx="11"/>
          </p:nvPr>
        </p:nvSpPr>
        <p:spPr/>
        <p:txBody>
          <a:bodyPr/>
          <a:lstStyle/>
          <a:p>
            <a:endParaRPr lang="es-CO"/>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a:p>
        </p:txBody>
      </p:sp>
      <p:sp>
        <p:nvSpPr>
          <p:cNvPr id="3" name="2 Marcador de contenido"/>
          <p:cNvSpPr>
            <a:spLocks noGrp="1"/>
          </p:cNvSpPr>
          <p:nvPr>
            <p:ph idx="1"/>
          </p:nvPr>
        </p:nvSpPr>
        <p:spPr/>
        <p:txBody>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fecha"/>
          <p:cNvSpPr>
            <a:spLocks noGrp="1"/>
          </p:cNvSpPr>
          <p:nvPr>
            <p:ph type="dt" sz="half" idx="10"/>
          </p:nvPr>
        </p:nvSpPr>
        <p:spPr/>
        <p:txBody>
          <a:bodyPr/>
          <a:lstStyle/>
          <a:p>
            <a:fld id="{43DF08CB-A55A-40B1-AEFD-F19B3CFD19B5}" type="datetimeFigureOut">
              <a:rPr lang="es-CO" smtClean="0"/>
              <a:pPr/>
              <a:t>25/11/2022</a:t>
            </a:fld>
            <a:endParaRPr lang="es-CO"/>
          </a:p>
        </p:txBody>
      </p:sp>
      <p:sp>
        <p:nvSpPr>
          <p:cNvPr id="5" name="4 Marcador de pie de página"/>
          <p:cNvSpPr>
            <a:spLocks noGrp="1"/>
          </p:cNvSpPr>
          <p:nvPr>
            <p:ph type="ftr" sz="quarter" idx="11"/>
          </p:nvPr>
        </p:nvSpPr>
        <p:spPr/>
        <p:txBody>
          <a:bodyPr/>
          <a:lstStyle/>
          <a:p>
            <a:endParaRPr lang="es-CO"/>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1 Título"/>
          <p:cNvSpPr>
            <a:spLocks noGrp="1"/>
          </p:cNvSpPr>
          <p:nvPr>
            <p:ph type="title"/>
          </p:nvPr>
        </p:nvSpPr>
        <p:spPr>
          <a:xfrm>
            <a:off x="963084" y="4406901"/>
            <a:ext cx="10363200" cy="1362075"/>
          </a:xfrm>
        </p:spPr>
        <p:txBody>
          <a:bodyPr anchor="t"/>
          <a:lstStyle>
            <a:lvl1pPr algn="l">
              <a:defRPr sz="4000" b="1" cap="all"/>
            </a:lvl1pPr>
          </a:lstStyle>
          <a:p>
            <a:r>
              <a:rPr lang="es-ES"/>
              <a:t>Haga clic para modificar el estilo de título del patrón</a:t>
            </a:r>
            <a:endParaRPr lang="es-CO"/>
          </a:p>
        </p:txBody>
      </p:sp>
      <p:sp>
        <p:nvSpPr>
          <p:cNvPr id="3" name="2 Marcador de texto"/>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s-ES"/>
              <a:t>Haga clic para modificar el estilo de texto del patrón</a:t>
            </a:r>
          </a:p>
        </p:txBody>
      </p:sp>
      <p:sp>
        <p:nvSpPr>
          <p:cNvPr id="4" name="3 Marcador de fecha"/>
          <p:cNvSpPr>
            <a:spLocks noGrp="1"/>
          </p:cNvSpPr>
          <p:nvPr>
            <p:ph type="dt" sz="half" idx="10"/>
          </p:nvPr>
        </p:nvSpPr>
        <p:spPr/>
        <p:txBody>
          <a:bodyPr/>
          <a:lstStyle/>
          <a:p>
            <a:fld id="{43DF08CB-A55A-40B1-AEFD-F19B3CFD19B5}" type="datetimeFigureOut">
              <a:rPr lang="es-CO" smtClean="0"/>
              <a:pPr/>
              <a:t>25/11/2022</a:t>
            </a:fld>
            <a:endParaRPr lang="es-CO"/>
          </a:p>
        </p:txBody>
      </p:sp>
      <p:sp>
        <p:nvSpPr>
          <p:cNvPr id="5" name="4 Marcador de pie de página"/>
          <p:cNvSpPr>
            <a:spLocks noGrp="1"/>
          </p:cNvSpPr>
          <p:nvPr>
            <p:ph type="ftr" sz="quarter" idx="11"/>
          </p:nvPr>
        </p:nvSpPr>
        <p:spPr/>
        <p:txBody>
          <a:bodyPr/>
          <a:lstStyle/>
          <a:p>
            <a:endParaRPr lang="es-CO"/>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a:p>
        </p:txBody>
      </p:sp>
      <p:sp>
        <p:nvSpPr>
          <p:cNvPr id="3" name="2 Marcador de contenido"/>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contenido"/>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4 Marcador de fecha"/>
          <p:cNvSpPr>
            <a:spLocks noGrp="1"/>
          </p:cNvSpPr>
          <p:nvPr>
            <p:ph type="dt" sz="half" idx="10"/>
          </p:nvPr>
        </p:nvSpPr>
        <p:spPr/>
        <p:txBody>
          <a:bodyPr/>
          <a:lstStyle/>
          <a:p>
            <a:fld id="{43DF08CB-A55A-40B1-AEFD-F19B3CFD19B5}" type="datetimeFigureOut">
              <a:rPr lang="es-CO" smtClean="0"/>
              <a:pPr/>
              <a:t>25/11/2022</a:t>
            </a:fld>
            <a:endParaRPr lang="es-CO"/>
          </a:p>
        </p:txBody>
      </p:sp>
      <p:sp>
        <p:nvSpPr>
          <p:cNvPr id="6" name="5 Marcador de pie de página"/>
          <p:cNvSpPr>
            <a:spLocks noGrp="1"/>
          </p:cNvSpPr>
          <p:nvPr>
            <p:ph type="ftr" sz="quarter" idx="11"/>
          </p:nvPr>
        </p:nvSpPr>
        <p:spPr/>
        <p:txBody>
          <a:bodyPr/>
          <a:lstStyle/>
          <a:p>
            <a:endParaRPr lang="es-CO"/>
          </a:p>
        </p:txBody>
      </p:sp>
      <p:sp>
        <p:nvSpPr>
          <p:cNvPr id="7" name="6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lvl1pPr>
              <a:defRPr/>
            </a:lvl1pPr>
          </a:lstStyle>
          <a:p>
            <a:r>
              <a:rPr lang="es-ES"/>
              <a:t>Haga clic para modificar el estilo de título del patrón</a:t>
            </a:r>
            <a:endParaRPr lang="es-CO"/>
          </a:p>
        </p:txBody>
      </p:sp>
      <p:sp>
        <p:nvSpPr>
          <p:cNvPr id="3" name="2 Marcador de texto"/>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el estilo de texto del patrón</a:t>
            </a:r>
          </a:p>
        </p:txBody>
      </p:sp>
      <p:sp>
        <p:nvSpPr>
          <p:cNvPr id="4" name="3 Marcador de contenido"/>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4 Marcador de texto"/>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el estilo de texto del patrón</a:t>
            </a:r>
          </a:p>
        </p:txBody>
      </p:sp>
      <p:sp>
        <p:nvSpPr>
          <p:cNvPr id="6" name="5 Marcador de contenido"/>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7" name="6 Marcador de fecha"/>
          <p:cNvSpPr>
            <a:spLocks noGrp="1"/>
          </p:cNvSpPr>
          <p:nvPr>
            <p:ph type="dt" sz="half" idx="10"/>
          </p:nvPr>
        </p:nvSpPr>
        <p:spPr/>
        <p:txBody>
          <a:bodyPr/>
          <a:lstStyle/>
          <a:p>
            <a:fld id="{43DF08CB-A55A-40B1-AEFD-F19B3CFD19B5}" type="datetimeFigureOut">
              <a:rPr lang="es-CO" smtClean="0"/>
              <a:pPr/>
              <a:t>25/11/2022</a:t>
            </a:fld>
            <a:endParaRPr lang="es-CO"/>
          </a:p>
        </p:txBody>
      </p:sp>
      <p:sp>
        <p:nvSpPr>
          <p:cNvPr id="8" name="7 Marcador de pie de página"/>
          <p:cNvSpPr>
            <a:spLocks noGrp="1"/>
          </p:cNvSpPr>
          <p:nvPr>
            <p:ph type="ftr" sz="quarter" idx="11"/>
          </p:nvPr>
        </p:nvSpPr>
        <p:spPr/>
        <p:txBody>
          <a:bodyPr/>
          <a:lstStyle/>
          <a:p>
            <a:endParaRPr lang="es-CO"/>
          </a:p>
        </p:txBody>
      </p:sp>
      <p:sp>
        <p:nvSpPr>
          <p:cNvPr id="9" name="8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ólo el título">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a:p>
        </p:txBody>
      </p:sp>
      <p:sp>
        <p:nvSpPr>
          <p:cNvPr id="3" name="2 Marcador de fecha"/>
          <p:cNvSpPr>
            <a:spLocks noGrp="1"/>
          </p:cNvSpPr>
          <p:nvPr>
            <p:ph type="dt" sz="half" idx="10"/>
          </p:nvPr>
        </p:nvSpPr>
        <p:spPr/>
        <p:txBody>
          <a:bodyPr/>
          <a:lstStyle/>
          <a:p>
            <a:fld id="{43DF08CB-A55A-40B1-AEFD-F19B3CFD19B5}" type="datetimeFigureOut">
              <a:rPr lang="es-CO" smtClean="0"/>
              <a:pPr/>
              <a:t>25/11/2022</a:t>
            </a:fld>
            <a:endParaRPr lang="es-CO"/>
          </a:p>
        </p:txBody>
      </p:sp>
      <p:sp>
        <p:nvSpPr>
          <p:cNvPr id="4" name="3 Marcador de pie de página"/>
          <p:cNvSpPr>
            <a:spLocks noGrp="1"/>
          </p:cNvSpPr>
          <p:nvPr>
            <p:ph type="ftr" sz="quarter" idx="11"/>
          </p:nvPr>
        </p:nvSpPr>
        <p:spPr/>
        <p:txBody>
          <a:bodyPr/>
          <a:lstStyle/>
          <a:p>
            <a:endParaRPr lang="es-CO"/>
          </a:p>
        </p:txBody>
      </p:sp>
      <p:sp>
        <p:nvSpPr>
          <p:cNvPr id="5" name="4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1 Marcador de fecha"/>
          <p:cNvSpPr>
            <a:spLocks noGrp="1"/>
          </p:cNvSpPr>
          <p:nvPr>
            <p:ph type="dt" sz="half" idx="10"/>
          </p:nvPr>
        </p:nvSpPr>
        <p:spPr/>
        <p:txBody>
          <a:bodyPr/>
          <a:lstStyle/>
          <a:p>
            <a:fld id="{43DF08CB-A55A-40B1-AEFD-F19B3CFD19B5}" type="datetimeFigureOut">
              <a:rPr lang="es-CO" smtClean="0"/>
              <a:pPr/>
              <a:t>25/11/2022</a:t>
            </a:fld>
            <a:endParaRPr lang="es-CO"/>
          </a:p>
        </p:txBody>
      </p:sp>
      <p:sp>
        <p:nvSpPr>
          <p:cNvPr id="3" name="2 Marcador de pie de página"/>
          <p:cNvSpPr>
            <a:spLocks noGrp="1"/>
          </p:cNvSpPr>
          <p:nvPr>
            <p:ph type="ftr" sz="quarter" idx="11"/>
          </p:nvPr>
        </p:nvSpPr>
        <p:spPr/>
        <p:txBody>
          <a:bodyPr/>
          <a:lstStyle/>
          <a:p>
            <a:endParaRPr lang="es-CO"/>
          </a:p>
        </p:txBody>
      </p:sp>
      <p:sp>
        <p:nvSpPr>
          <p:cNvPr id="4" name="3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1 Título"/>
          <p:cNvSpPr>
            <a:spLocks noGrp="1"/>
          </p:cNvSpPr>
          <p:nvPr>
            <p:ph type="title"/>
          </p:nvPr>
        </p:nvSpPr>
        <p:spPr>
          <a:xfrm>
            <a:off x="609601" y="273050"/>
            <a:ext cx="4011084" cy="1162050"/>
          </a:xfrm>
        </p:spPr>
        <p:txBody>
          <a:bodyPr anchor="b"/>
          <a:lstStyle>
            <a:lvl1pPr algn="l">
              <a:defRPr sz="2000" b="1"/>
            </a:lvl1pPr>
          </a:lstStyle>
          <a:p>
            <a:r>
              <a:rPr lang="es-ES"/>
              <a:t>Haga clic para modificar el estilo de título del patrón</a:t>
            </a:r>
            <a:endParaRPr lang="es-CO"/>
          </a:p>
        </p:txBody>
      </p:sp>
      <p:sp>
        <p:nvSpPr>
          <p:cNvPr id="3" name="2 Marcador de contenido"/>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texto"/>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el estilo de texto del patrón</a:t>
            </a:r>
          </a:p>
        </p:txBody>
      </p:sp>
      <p:sp>
        <p:nvSpPr>
          <p:cNvPr id="5" name="4 Marcador de fecha"/>
          <p:cNvSpPr>
            <a:spLocks noGrp="1"/>
          </p:cNvSpPr>
          <p:nvPr>
            <p:ph type="dt" sz="half" idx="10"/>
          </p:nvPr>
        </p:nvSpPr>
        <p:spPr/>
        <p:txBody>
          <a:bodyPr/>
          <a:lstStyle/>
          <a:p>
            <a:fld id="{43DF08CB-A55A-40B1-AEFD-F19B3CFD19B5}" type="datetimeFigureOut">
              <a:rPr lang="es-CO" smtClean="0"/>
              <a:pPr/>
              <a:t>25/11/2022</a:t>
            </a:fld>
            <a:endParaRPr lang="es-CO"/>
          </a:p>
        </p:txBody>
      </p:sp>
      <p:sp>
        <p:nvSpPr>
          <p:cNvPr id="6" name="5 Marcador de pie de página"/>
          <p:cNvSpPr>
            <a:spLocks noGrp="1"/>
          </p:cNvSpPr>
          <p:nvPr>
            <p:ph type="ftr" sz="quarter" idx="11"/>
          </p:nvPr>
        </p:nvSpPr>
        <p:spPr/>
        <p:txBody>
          <a:bodyPr/>
          <a:lstStyle/>
          <a:p>
            <a:endParaRPr lang="es-CO"/>
          </a:p>
        </p:txBody>
      </p:sp>
      <p:sp>
        <p:nvSpPr>
          <p:cNvPr id="7" name="6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1 Título"/>
          <p:cNvSpPr>
            <a:spLocks noGrp="1"/>
          </p:cNvSpPr>
          <p:nvPr>
            <p:ph type="title"/>
          </p:nvPr>
        </p:nvSpPr>
        <p:spPr>
          <a:xfrm>
            <a:off x="2389717" y="4800600"/>
            <a:ext cx="7315200" cy="566738"/>
          </a:xfrm>
        </p:spPr>
        <p:txBody>
          <a:bodyPr anchor="b"/>
          <a:lstStyle>
            <a:lvl1pPr algn="l">
              <a:defRPr sz="2000" b="1"/>
            </a:lvl1pPr>
          </a:lstStyle>
          <a:p>
            <a:r>
              <a:rPr lang="es-ES"/>
              <a:t>Haga clic para modificar el estilo de título del patrón</a:t>
            </a:r>
            <a:endParaRPr lang="es-CO"/>
          </a:p>
        </p:txBody>
      </p:sp>
      <p:sp>
        <p:nvSpPr>
          <p:cNvPr id="3" name="2 Marcador de posición de imagen"/>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CO"/>
          </a:p>
        </p:txBody>
      </p:sp>
      <p:sp>
        <p:nvSpPr>
          <p:cNvPr id="4" name="3 Marcador de texto"/>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el estilo de texto del patrón</a:t>
            </a:r>
          </a:p>
        </p:txBody>
      </p:sp>
      <p:sp>
        <p:nvSpPr>
          <p:cNvPr id="5" name="4 Marcador de fecha"/>
          <p:cNvSpPr>
            <a:spLocks noGrp="1"/>
          </p:cNvSpPr>
          <p:nvPr>
            <p:ph type="dt" sz="half" idx="10"/>
          </p:nvPr>
        </p:nvSpPr>
        <p:spPr/>
        <p:txBody>
          <a:bodyPr/>
          <a:lstStyle/>
          <a:p>
            <a:fld id="{43DF08CB-A55A-40B1-AEFD-F19B3CFD19B5}" type="datetimeFigureOut">
              <a:rPr lang="es-CO" smtClean="0"/>
              <a:pPr/>
              <a:t>25/11/2022</a:t>
            </a:fld>
            <a:endParaRPr lang="es-CO"/>
          </a:p>
        </p:txBody>
      </p:sp>
      <p:sp>
        <p:nvSpPr>
          <p:cNvPr id="6" name="5 Marcador de pie de página"/>
          <p:cNvSpPr>
            <a:spLocks noGrp="1"/>
          </p:cNvSpPr>
          <p:nvPr>
            <p:ph type="ftr" sz="quarter" idx="11"/>
          </p:nvPr>
        </p:nvSpPr>
        <p:spPr/>
        <p:txBody>
          <a:bodyPr/>
          <a:lstStyle/>
          <a:p>
            <a:endParaRPr lang="es-CO"/>
          </a:p>
        </p:txBody>
      </p:sp>
      <p:sp>
        <p:nvSpPr>
          <p:cNvPr id="7" name="6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a:p>
        </p:txBody>
      </p:sp>
      <p:sp>
        <p:nvSpPr>
          <p:cNvPr id="3" name="2 Marcador de texto vertical"/>
          <p:cNvSpPr>
            <a:spLocks noGrp="1"/>
          </p:cNvSpPr>
          <p:nvPr>
            <p:ph type="body" orient="vert" idx="1"/>
          </p:nvPr>
        </p:nvSpPr>
        <p:spPr/>
        <p:txBody>
          <a:bodyPr vert="eaVert"/>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fecha"/>
          <p:cNvSpPr>
            <a:spLocks noGrp="1"/>
          </p:cNvSpPr>
          <p:nvPr>
            <p:ph type="dt" sz="half" idx="10"/>
          </p:nvPr>
        </p:nvSpPr>
        <p:spPr/>
        <p:txBody>
          <a:bodyPr/>
          <a:lstStyle/>
          <a:p>
            <a:fld id="{43DF08CB-A55A-40B1-AEFD-F19B3CFD19B5}" type="datetimeFigureOut">
              <a:rPr lang="es-CO" smtClean="0"/>
              <a:pPr/>
              <a:t>25/11/2022</a:t>
            </a:fld>
            <a:endParaRPr lang="es-CO"/>
          </a:p>
        </p:txBody>
      </p:sp>
      <p:sp>
        <p:nvSpPr>
          <p:cNvPr id="5" name="4 Marcador de pie de página"/>
          <p:cNvSpPr>
            <a:spLocks noGrp="1"/>
          </p:cNvSpPr>
          <p:nvPr>
            <p:ph type="ftr" sz="quarter" idx="11"/>
          </p:nvPr>
        </p:nvSpPr>
        <p:spPr/>
        <p:txBody>
          <a:bodyPr/>
          <a:lstStyle/>
          <a:p>
            <a:endParaRPr lang="es-CO"/>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1 Título vertical"/>
          <p:cNvSpPr>
            <a:spLocks noGrp="1"/>
          </p:cNvSpPr>
          <p:nvPr>
            <p:ph type="title" orient="vert"/>
          </p:nvPr>
        </p:nvSpPr>
        <p:spPr>
          <a:xfrm>
            <a:off x="8839200" y="274639"/>
            <a:ext cx="2743200" cy="5851525"/>
          </a:xfrm>
        </p:spPr>
        <p:txBody>
          <a:bodyPr vert="eaVert"/>
          <a:lstStyle/>
          <a:p>
            <a:r>
              <a:rPr lang="es-ES"/>
              <a:t>Haga clic para modificar el estilo de título del patrón</a:t>
            </a:r>
            <a:endParaRPr lang="es-CO"/>
          </a:p>
        </p:txBody>
      </p:sp>
      <p:sp>
        <p:nvSpPr>
          <p:cNvPr id="3" name="2 Marcador de texto vertical"/>
          <p:cNvSpPr>
            <a:spLocks noGrp="1"/>
          </p:cNvSpPr>
          <p:nvPr>
            <p:ph type="body" orient="vert" idx="1"/>
          </p:nvPr>
        </p:nvSpPr>
        <p:spPr>
          <a:xfrm>
            <a:off x="609600" y="274639"/>
            <a:ext cx="8026400" cy="5851525"/>
          </a:xfrm>
        </p:spPr>
        <p:txBody>
          <a:bodyPr vert="eaVert"/>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fecha"/>
          <p:cNvSpPr>
            <a:spLocks noGrp="1"/>
          </p:cNvSpPr>
          <p:nvPr>
            <p:ph type="dt" sz="half" idx="10"/>
          </p:nvPr>
        </p:nvSpPr>
        <p:spPr/>
        <p:txBody>
          <a:bodyPr/>
          <a:lstStyle/>
          <a:p>
            <a:fld id="{43DF08CB-A55A-40B1-AEFD-F19B3CFD19B5}" type="datetimeFigureOut">
              <a:rPr lang="es-CO" smtClean="0"/>
              <a:pPr/>
              <a:t>25/11/2022</a:t>
            </a:fld>
            <a:endParaRPr lang="es-CO"/>
          </a:p>
        </p:txBody>
      </p:sp>
      <p:sp>
        <p:nvSpPr>
          <p:cNvPr id="5" name="4 Marcador de pie de página"/>
          <p:cNvSpPr>
            <a:spLocks noGrp="1"/>
          </p:cNvSpPr>
          <p:nvPr>
            <p:ph type="ftr" sz="quarter" idx="11"/>
          </p:nvPr>
        </p:nvSpPr>
        <p:spPr/>
        <p:txBody>
          <a:bodyPr/>
          <a:lstStyle/>
          <a:p>
            <a:endParaRPr lang="es-CO"/>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0F0F0"/>
        </a:solidFill>
        <a:effectLst/>
      </p:bgPr>
    </p:bg>
    <p:spTree>
      <p:nvGrpSpPr>
        <p:cNvPr id="1" name=""/>
        <p:cNvGrpSpPr/>
        <p:nvPr/>
      </p:nvGrpSpPr>
      <p:grpSpPr>
        <a:xfrm>
          <a:off x="0" y="0"/>
          <a:ext cx="0" cy="0"/>
          <a:chOff x="0" y="0"/>
          <a:chExt cx="0" cy="0"/>
        </a:xfrm>
      </p:grpSpPr>
      <p:sp>
        <p:nvSpPr>
          <p:cNvPr id="2" name="1 Marcador de título"/>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s-ES"/>
              <a:t>Haga clic para modificar el estilo de título del patrón</a:t>
            </a:r>
            <a:endParaRPr lang="es-CO"/>
          </a:p>
        </p:txBody>
      </p:sp>
      <p:sp>
        <p:nvSpPr>
          <p:cNvPr id="3" name="2 Marcador de texto"/>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fecha"/>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3DF08CB-A55A-40B1-AEFD-F19B3CFD19B5}" type="datetimeFigureOut">
              <a:rPr lang="es-CO" smtClean="0"/>
              <a:pPr/>
              <a:t>25/11/2022</a:t>
            </a:fld>
            <a:endParaRPr lang="es-CO"/>
          </a:p>
        </p:txBody>
      </p:sp>
      <p:sp>
        <p:nvSpPr>
          <p:cNvPr id="5" name="4 Marcador de pie de página"/>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CO"/>
          </a:p>
        </p:txBody>
      </p:sp>
      <p:sp>
        <p:nvSpPr>
          <p:cNvPr id="6" name="5 Marcador de número de diapositiva"/>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079857C-C111-4800-9D0C-003B4AAA4019}" type="slidenum">
              <a:rPr lang="es-CO" smtClean="0"/>
              <a:pPr/>
              <a:t>‹#›</a:t>
            </a:fld>
            <a:endParaRPr lang="es-CO"/>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5.png"/><Relationship Id="rId4" Type="http://schemas.microsoft.com/office/2007/relationships/hdphoto" Target="../media/hdphoto1.wdp"/></Relationships>
</file>

<file path=ppt/slides/_rels/slide4.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image" Target="../media/image6.png"/><Relationship Id="rId7" Type="http://schemas.microsoft.com/office/2007/relationships/hdphoto" Target="../media/hdphoto3.wdp"/><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5.png"/><Relationship Id="rId4" Type="http://schemas.microsoft.com/office/2007/relationships/hdphoto" Target="../media/hdphoto2.wdp"/></Relationships>
</file>

<file path=ppt/slides/_rels/slide5.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image" Target="../media/image8.png"/><Relationship Id="rId7"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microsoft.com/office/2007/relationships/hdphoto" Target="../media/hdphoto5.wdp"/><Relationship Id="rId5" Type="http://schemas.openxmlformats.org/officeDocument/2006/relationships/image" Target="../media/image9.png"/><Relationship Id="rId4" Type="http://schemas.microsoft.com/office/2007/relationships/hdphoto" Target="../media/hdphoto4.wdp"/></Relationships>
</file>

<file path=ppt/slides/_rels/slide6.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image" Target="../media/image10.png"/><Relationship Id="rId7"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microsoft.com/office/2007/relationships/hdphoto" Target="../media/hdphoto7.wdp"/><Relationship Id="rId5" Type="http://schemas.openxmlformats.org/officeDocument/2006/relationships/image" Target="../media/image11.png"/><Relationship Id="rId4" Type="http://schemas.microsoft.com/office/2007/relationships/hdphoto" Target="../media/hdphoto6.wdp"/></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image" Target="../media/image1.png"/><Relationship Id="rId4" Type="http://schemas.microsoft.com/office/2007/relationships/hdphoto" Target="../media/hdphoto8.wdp"/></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image" Target="../media/image13.png"/><Relationship Id="rId7"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microsoft.com/office/2007/relationships/hdphoto" Target="../media/hdphoto10.wdp"/><Relationship Id="rId5" Type="http://schemas.openxmlformats.org/officeDocument/2006/relationships/image" Target="../media/image14.png"/><Relationship Id="rId4" Type="http://schemas.microsoft.com/office/2007/relationships/hdphoto" Target="../media/hdphoto9.wdp"/></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xml"/><Relationship Id="rId1" Type="http://schemas.openxmlformats.org/officeDocument/2006/relationships/slideLayout" Target="../slideLayouts/slideLayout1.xml"/><Relationship Id="rId5" Type="http://schemas.openxmlformats.org/officeDocument/2006/relationships/image" Target="../media/image1.png"/><Relationship Id="rId4" Type="http://schemas.microsoft.com/office/2007/relationships/hdphoto" Target="../media/hdphoto11.wdp"/></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image" Target="../media/image1.png"/><Relationship Id="rId4" Type="http://schemas.microsoft.com/office/2007/relationships/hdphoto" Target="../media/hdphoto12.wdp"/></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5.png"/><Relationship Id="rId4" Type="http://schemas.microsoft.com/office/2007/relationships/hdphoto" Target="../media/hdphoto13.wdp"/></Relationships>
</file>

<file path=ppt/slides/_rels/slide1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image" Target="../media/image1.png"/><Relationship Id="rId4" Type="http://schemas.microsoft.com/office/2007/relationships/hdphoto" Target="../media/hdphoto14.wdp"/></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image" Target="../media/image19.png"/><Relationship Id="rId7" Type="http://schemas.openxmlformats.org/officeDocument/2006/relationships/image" Target="../media/image22.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21.png"/><Relationship Id="rId5" Type="http://schemas.openxmlformats.org/officeDocument/2006/relationships/image" Target="../media/image5.png"/><Relationship Id="rId4" Type="http://schemas.openxmlformats.org/officeDocument/2006/relationships/image" Target="../media/image20.png"/></Relationships>
</file>

<file path=ppt/slides/_rels/slide18.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image" Target="../media/image23.png"/><Relationship Id="rId7" Type="http://schemas.openxmlformats.org/officeDocument/2006/relationships/image" Target="../media/image5.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microsoft.com/office/2007/relationships/hdphoto" Target="../media/hdphoto16.wdp"/><Relationship Id="rId5" Type="http://schemas.openxmlformats.org/officeDocument/2006/relationships/image" Target="../media/image24.png"/><Relationship Id="rId4" Type="http://schemas.microsoft.com/office/2007/relationships/hdphoto" Target="../media/hdphoto15.wdp"/></Relationships>
</file>

<file path=ppt/slides/_rels/slide19.xml.rels><?xml version="1.0" encoding="UTF-8" standalone="yes"?>
<Relationships xmlns="http://schemas.openxmlformats.org/package/2006/relationships"><Relationship Id="rId3" Type="http://schemas.openxmlformats.org/officeDocument/2006/relationships/hyperlink" Target="https://github.com/rcfdtools/R.HydroTools/wiki/License" TargetMode="External"/><Relationship Id="rId2" Type="http://schemas.openxmlformats.org/officeDocument/2006/relationships/hyperlink" Target="https://github.com/rcfdtools" TargetMode="Externa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2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1 Título">
            <a:extLst>
              <a:ext uri="{FF2B5EF4-FFF2-40B4-BE49-F238E27FC236}">
                <a16:creationId xmlns:a16="http://schemas.microsoft.com/office/drawing/2014/main" id="{3072C985-1B9B-4BDD-9204-91D61E909C9C}"/>
              </a:ext>
            </a:extLst>
          </p:cNvPr>
          <p:cNvSpPr txBox="1">
            <a:spLocks/>
          </p:cNvSpPr>
          <p:nvPr/>
        </p:nvSpPr>
        <p:spPr>
          <a:xfrm>
            <a:off x="7620002" y="6669360"/>
            <a:ext cx="4572000" cy="18864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r"/>
            <a:r>
              <a:rPr lang="es-ES" sz="800" dirty="0">
                <a:latin typeface="Segoe UI Light" panose="020B0502040204020203" pitchFamily="34" charset="0"/>
                <a:cs typeface="Segoe UI Light" panose="020B0502040204020203" pitchFamily="34" charset="0"/>
              </a:rPr>
              <a:t>v.20201117</a:t>
            </a:r>
            <a:endParaRPr lang="es-CO" sz="800" spc="100" dirty="0">
              <a:latin typeface="Segoe UI Light" panose="020B0502040204020203" pitchFamily="34" charset="0"/>
              <a:cs typeface="Segoe UI Light" panose="020B0502040204020203" pitchFamily="34" charset="0"/>
            </a:endParaRPr>
          </a:p>
        </p:txBody>
      </p:sp>
      <p:sp>
        <p:nvSpPr>
          <p:cNvPr id="10" name="1 Título">
            <a:extLst>
              <a:ext uri="{FF2B5EF4-FFF2-40B4-BE49-F238E27FC236}">
                <a16:creationId xmlns:a16="http://schemas.microsoft.com/office/drawing/2014/main" id="{7F6DDFB0-630E-45A2-B5EE-AB34BE184EC4}"/>
              </a:ext>
            </a:extLst>
          </p:cNvPr>
          <p:cNvSpPr txBox="1">
            <a:spLocks/>
          </p:cNvSpPr>
          <p:nvPr/>
        </p:nvSpPr>
        <p:spPr>
          <a:xfrm>
            <a:off x="0" y="6669360"/>
            <a:ext cx="4572000" cy="18864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n-US" sz="800" dirty="0">
                <a:latin typeface="Segoe UI Light" panose="020B0502040204020203" pitchFamily="34" charset="0"/>
                <a:cs typeface="Segoe UI Light" panose="020B0502040204020203" pitchFamily="34" charset="0"/>
              </a:rPr>
              <a:t>Info: r.cfdtools@gmail.com</a:t>
            </a:r>
            <a:endParaRPr lang="es-CO" sz="800" spc="100" dirty="0">
              <a:latin typeface="Segoe UI Light" panose="020B0502040204020203" pitchFamily="34" charset="0"/>
              <a:cs typeface="Segoe UI Light" panose="020B0502040204020203" pitchFamily="34" charset="0"/>
            </a:endParaRPr>
          </a:p>
        </p:txBody>
      </p:sp>
      <p:sp>
        <p:nvSpPr>
          <p:cNvPr id="17" name="1 Título">
            <a:extLst>
              <a:ext uri="{FF2B5EF4-FFF2-40B4-BE49-F238E27FC236}">
                <a16:creationId xmlns:a16="http://schemas.microsoft.com/office/drawing/2014/main" id="{CF602DD4-6CD6-45A5-8387-11EC9AEA487E}"/>
              </a:ext>
            </a:extLst>
          </p:cNvPr>
          <p:cNvSpPr txBox="1">
            <a:spLocks/>
          </p:cNvSpPr>
          <p:nvPr/>
        </p:nvSpPr>
        <p:spPr>
          <a:xfrm>
            <a:off x="0" y="4263073"/>
            <a:ext cx="12192000" cy="1541552"/>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s-CO" sz="1200" dirty="0">
                <a:latin typeface="Segoe UI Light" panose="020B0502040204020203" pitchFamily="34" charset="0"/>
                <a:cs typeface="Segoe UI Light" panose="020B0502040204020203" pitchFamily="34" charset="0"/>
              </a:rPr>
              <a:t>Herramientas computacionales para el diseño y modelación de cauces</a:t>
            </a:r>
          </a:p>
          <a:p>
            <a:r>
              <a:rPr lang="es-CO" sz="1200" dirty="0">
                <a:latin typeface="Segoe UI Light" panose="020B0502040204020203" pitchFamily="34" charset="0"/>
                <a:cs typeface="Segoe UI Light" panose="020B0502040204020203" pitchFamily="34" charset="0"/>
              </a:rPr>
              <a:t>Modelación hidráulica 2D con HEC-RAS y RAS </a:t>
            </a:r>
            <a:r>
              <a:rPr lang="es-CO" sz="1200" dirty="0" err="1">
                <a:latin typeface="Segoe UI Light" panose="020B0502040204020203" pitchFamily="34" charset="0"/>
                <a:cs typeface="Segoe UI Light" panose="020B0502040204020203" pitchFamily="34" charset="0"/>
              </a:rPr>
              <a:t>Mapper</a:t>
            </a:r>
            <a:endParaRPr lang="es-CO" sz="12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Delimitación del área de drenaje 2D a partir de los ejes Civil 3D</a:t>
            </a:r>
          </a:p>
        </p:txBody>
      </p:sp>
      <p:pic>
        <p:nvPicPr>
          <p:cNvPr id="3" name="Imagen 2">
            <a:extLst>
              <a:ext uri="{FF2B5EF4-FFF2-40B4-BE49-F238E27FC236}">
                <a16:creationId xmlns:a16="http://schemas.microsoft.com/office/drawing/2014/main" id="{70C1FD41-6B01-4003-8583-7FDA4B45F6A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pic>
        <p:nvPicPr>
          <p:cNvPr id="4" name="Imagen 3">
            <a:extLst>
              <a:ext uri="{FF2B5EF4-FFF2-40B4-BE49-F238E27FC236}">
                <a16:creationId xmlns:a16="http://schemas.microsoft.com/office/drawing/2014/main" id="{FC5EEB4F-823B-49C4-BD99-0F875C1E3374}"/>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308852" y="2553460"/>
            <a:ext cx="1574295" cy="1751080"/>
          </a:xfrm>
          <a:prstGeom prst="rect">
            <a:avLst/>
          </a:prstGeom>
        </p:spPr>
      </p:pic>
      <p:pic>
        <p:nvPicPr>
          <p:cNvPr id="5" name="Picture 4" descr="Logo&#10;&#10;Description automatically generated">
            <a:extLst>
              <a:ext uri="{FF2B5EF4-FFF2-40B4-BE49-F238E27FC236}">
                <a16:creationId xmlns:a16="http://schemas.microsoft.com/office/drawing/2014/main" id="{EB1F80E0-2258-45E4-9F09-5EA63BA4327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9697" y="26672"/>
            <a:ext cx="449679" cy="45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688484" y="3105834"/>
            <a:ext cx="4815032" cy="646331"/>
          </a:xfrm>
          <a:prstGeom prst="rect">
            <a:avLst/>
          </a:prstGeom>
          <a:noFill/>
        </p:spPr>
        <p:txBody>
          <a:bodyPr wrap="square" rtlCol="0">
            <a:spAutoFit/>
          </a:bodyPr>
          <a:lstStyle/>
          <a:p>
            <a:pPr algn="ctr"/>
            <a:r>
              <a:rPr lang="es-CO" dirty="0">
                <a:latin typeface="Segoe UI Light" panose="020B0502040204020203" pitchFamily="34" charset="0"/>
                <a:cs typeface="Segoe UI Light" panose="020B0502040204020203" pitchFamily="34" charset="0"/>
              </a:rPr>
              <a:t>1. Creación de límite geográfico del corredor del cauce diseñado en formato </a:t>
            </a:r>
            <a:r>
              <a:rPr lang="es-CO" dirty="0" err="1">
                <a:latin typeface="Segoe UI Light" panose="020B0502040204020203" pitchFamily="34" charset="0"/>
                <a:cs typeface="Segoe UI Light" panose="020B0502040204020203" pitchFamily="34" charset="0"/>
              </a:rPr>
              <a:t>shapefile</a:t>
            </a:r>
            <a:endParaRPr lang="es-CO" dirty="0">
              <a:latin typeface="Segoe UI Light" panose="020B0502040204020203" pitchFamily="34" charset="0"/>
              <a:cs typeface="Segoe UI Light" panose="020B0502040204020203" pitchFamily="34" charset="0"/>
            </a:endParaRPr>
          </a:p>
        </p:txBody>
      </p:sp>
      <p:pic>
        <p:nvPicPr>
          <p:cNvPr id="4" name="Imagen 3">
            <a:extLst>
              <a:ext uri="{FF2B5EF4-FFF2-40B4-BE49-F238E27FC236}">
                <a16:creationId xmlns:a16="http://schemas.microsoft.com/office/drawing/2014/main" id="{A3B3AF63-FED3-45F7-B253-7F26D290D0E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59735470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Imagen 8">
            <a:extLst>
              <a:ext uri="{FF2B5EF4-FFF2-40B4-BE49-F238E27FC236}">
                <a16:creationId xmlns:a16="http://schemas.microsoft.com/office/drawing/2014/main" id="{4BBE48C2-952C-4D6B-95C7-BAB587DB00CF}"/>
              </a:ext>
            </a:extLst>
          </p:cNvPr>
          <p:cNvPicPr>
            <a:picLocks noChangeAspect="1"/>
          </p:cNvPicPr>
          <p:nvPr/>
        </p:nvPicPr>
        <p:blipFill>
          <a:blip r:embed="rId3">
            <a:extLst>
              <a:ext uri="{BEBA8EAE-BF5A-486C-A8C5-ECC9F3942E4B}">
                <a14:imgProps xmlns:a14="http://schemas.microsoft.com/office/drawing/2010/main">
                  <a14:imgLayer r:embed="rId4">
                    <a14:imgEffect>
                      <a14:saturation sat="0"/>
                    </a14:imgEffect>
                  </a14:imgLayer>
                </a14:imgProps>
              </a:ext>
            </a:extLst>
          </a:blip>
          <a:stretch>
            <a:fillRect/>
          </a:stretch>
        </p:blipFill>
        <p:spPr>
          <a:xfrm>
            <a:off x="8074437" y="1069825"/>
            <a:ext cx="2886947" cy="4968552"/>
          </a:xfrm>
          <a:prstGeom prst="rect">
            <a:avLst/>
          </a:prstGeom>
        </p:spPr>
      </p:pic>
      <p:sp>
        <p:nvSpPr>
          <p:cNvPr id="8" name="7 CuadroTexto"/>
          <p:cNvSpPr txBox="1"/>
          <p:nvPr/>
        </p:nvSpPr>
        <p:spPr>
          <a:xfrm>
            <a:off x="623392" y="1021441"/>
            <a:ext cx="7074786" cy="4524315"/>
          </a:xfrm>
          <a:prstGeom prst="rect">
            <a:avLst/>
          </a:prstGeom>
          <a:noFill/>
        </p:spPr>
        <p:txBody>
          <a:bodyPr wrap="square" rtlCol="0">
            <a:spAutoFit/>
          </a:bodyPr>
          <a:lstStyle/>
          <a:p>
            <a:pPr algn="just"/>
            <a:r>
              <a:rPr lang="es-CO" sz="1600" dirty="0">
                <a:latin typeface="Segoe UI Light" panose="020B0502040204020203" pitchFamily="34" charset="0"/>
                <a:cs typeface="Segoe UI Light" panose="020B0502040204020203" pitchFamily="34" charset="0"/>
              </a:rPr>
              <a:t>La modelación 2D requiere además de un modelo digital de terreno (MDT), del límite de la zona de estudio dentro de la cual se definirá el mallado. Es RAS </a:t>
            </a:r>
            <a:r>
              <a:rPr lang="es-CO" sz="1600" dirty="0" err="1">
                <a:latin typeface="Segoe UI Light" panose="020B0502040204020203" pitchFamily="34" charset="0"/>
                <a:cs typeface="Segoe UI Light" panose="020B0502040204020203" pitchFamily="34" charset="0"/>
              </a:rPr>
              <a:t>Mapper</a:t>
            </a:r>
            <a:r>
              <a:rPr lang="es-CO" sz="1600" dirty="0">
                <a:latin typeface="Segoe UI Light" panose="020B0502040204020203" pitchFamily="34" charset="0"/>
                <a:cs typeface="Segoe UI Light" panose="020B0502040204020203" pitchFamily="34" charset="0"/>
              </a:rPr>
              <a:t>, estas áreas se conocen como 2D Flow Áreas y pueden ser dibujadas manualmente desde esta herramienta. Con el objeto de trazar áreas con contornos curvos precisos alrededor de la zona de estudio, utilizaremos ArcMap del paquete ESRI ArcGIS y el archivo CAD con los ejes trazados en CIVIL 3D.</a:t>
            </a:r>
          </a:p>
          <a:p>
            <a:pPr algn="just"/>
            <a:endParaRPr lang="en-US" sz="1600" dirty="0">
              <a:latin typeface="Segoe UI Light" panose="020B0502040204020203" pitchFamily="34" charset="0"/>
              <a:cs typeface="Segoe UI Light" panose="020B0502040204020203" pitchFamily="34" charset="0"/>
            </a:endParaRPr>
          </a:p>
          <a:p>
            <a:pPr marL="342900" indent="-342900">
              <a:buAutoNum type="alphaLcPeriod"/>
            </a:pPr>
            <a:r>
              <a:rPr lang="en-US" sz="1600" dirty="0">
                <a:latin typeface="Segoe UI Light" panose="020B0502040204020203" pitchFamily="34" charset="0"/>
                <a:cs typeface="Segoe UI Light" panose="020B0502040204020203" pitchFamily="34" charset="0"/>
              </a:rPr>
              <a:t>I</a:t>
            </a:r>
            <a:r>
              <a:rPr lang="es-CO" sz="1600" dirty="0">
                <a:latin typeface="Segoe UI Light" panose="020B0502040204020203" pitchFamily="34" charset="0"/>
                <a:cs typeface="Segoe UI Light" panose="020B0502040204020203" pitchFamily="34" charset="0"/>
              </a:rPr>
              <a:t>niciar ArcMap 10.x y definir al grupo de capas (Layers), el sistema de proyección de coordenadas GAUSS_BTA_MAGNA.prj. Clic derecho en Layers – Properties.</a:t>
            </a:r>
          </a:p>
          <a:p>
            <a:pPr marL="342900" indent="-342900">
              <a:buAutoNum type="alphaLcPeriod"/>
            </a:pPr>
            <a:endParaRPr lang="en-US" sz="1600" dirty="0">
              <a:latin typeface="Segoe UI Light" panose="020B0502040204020203" pitchFamily="34" charset="0"/>
              <a:cs typeface="Segoe UI Light" panose="020B0502040204020203" pitchFamily="34" charset="0"/>
            </a:endParaRPr>
          </a:p>
          <a:p>
            <a:pPr marL="342900" indent="-342900">
              <a:buAutoNum type="alphaLcPeriod"/>
            </a:pPr>
            <a:r>
              <a:rPr lang="en-US" sz="1600" dirty="0">
                <a:latin typeface="Segoe UI Light" panose="020B0502040204020203" pitchFamily="34" charset="0"/>
                <a:cs typeface="Segoe UI Light" panose="020B0502040204020203" pitchFamily="34" charset="0"/>
              </a:rPr>
              <a:t>A</a:t>
            </a:r>
            <a:r>
              <a:rPr lang="es-CO" sz="1600" dirty="0">
                <a:latin typeface="Segoe UI Light" panose="020B0502040204020203" pitchFamily="34" charset="0"/>
                <a:cs typeface="Segoe UI Light" panose="020B0502040204020203" pitchFamily="34" charset="0"/>
              </a:rPr>
              <a:t>gregue el modelo de terreno natural combinado con el cauce sinuoso trazado. tin_terrenonaturalcaucesinuoso_v0.tif.</a:t>
            </a:r>
          </a:p>
          <a:p>
            <a:pPr marL="342900" indent="-342900">
              <a:buAutoNum type="alphaLcPeriod"/>
            </a:pPr>
            <a:endParaRPr lang="en-US" sz="1600" dirty="0">
              <a:latin typeface="Segoe UI Light" panose="020B0502040204020203" pitchFamily="34" charset="0"/>
              <a:cs typeface="Segoe UI Light" panose="020B0502040204020203" pitchFamily="34" charset="0"/>
            </a:endParaRPr>
          </a:p>
          <a:p>
            <a:pPr marL="342900" indent="-342900">
              <a:buAutoNum type="alphaLcPeriod"/>
            </a:pPr>
            <a:r>
              <a:rPr lang="en-US" sz="1600" dirty="0">
                <a:latin typeface="Segoe UI Light" panose="020B0502040204020203" pitchFamily="34" charset="0"/>
                <a:cs typeface="Segoe UI Light" panose="020B0502040204020203" pitchFamily="34" charset="0"/>
              </a:rPr>
              <a:t>A</a:t>
            </a:r>
            <a:r>
              <a:rPr lang="es-CO" sz="1600" dirty="0">
                <a:latin typeface="Segoe UI Light" panose="020B0502040204020203" pitchFamily="34" charset="0"/>
                <a:cs typeface="Segoe UI Light" panose="020B0502040204020203" pitchFamily="34" charset="0"/>
              </a:rPr>
              <a:t>gregue el archivo CAD de ejes: CIVIL3D_Ejes_v0.dwg.</a:t>
            </a:r>
          </a:p>
          <a:p>
            <a:pPr marL="342900" indent="-342900">
              <a:buAutoNum type="alphaLcPeriod"/>
            </a:pPr>
            <a:endParaRPr lang="en-US" sz="1600" dirty="0">
              <a:latin typeface="Segoe UI Light" panose="020B0502040204020203" pitchFamily="34" charset="0"/>
              <a:cs typeface="Segoe UI Light" panose="020B0502040204020203" pitchFamily="34" charset="0"/>
            </a:endParaRPr>
          </a:p>
          <a:p>
            <a:pPr marL="342900" indent="-342900">
              <a:buAutoNum type="alphaLcPeriod"/>
            </a:pPr>
            <a:r>
              <a:rPr lang="en-US" sz="1600" dirty="0">
                <a:latin typeface="Segoe UI Light" panose="020B0502040204020203" pitchFamily="34" charset="0"/>
                <a:cs typeface="Segoe UI Light" panose="020B0502040204020203" pitchFamily="34" charset="0"/>
              </a:rPr>
              <a:t>G</a:t>
            </a:r>
            <a:r>
              <a:rPr lang="es-CO" sz="1600" dirty="0">
                <a:latin typeface="Segoe UI Light" panose="020B0502040204020203" pitchFamily="34" charset="0"/>
                <a:cs typeface="Segoe UI Light" panose="020B0502040204020203" pitchFamily="34" charset="0"/>
              </a:rPr>
              <a:t>uarde el mapa como HECRAS2D_v0.mxd dentro del directorio de proyecto C:\HDSI\Taller9\HECRAS2D_v0</a:t>
            </a:r>
          </a:p>
        </p:txBody>
      </p:sp>
      <p:pic>
        <p:nvPicPr>
          <p:cNvPr id="7" name="Imagen 6">
            <a:extLst>
              <a:ext uri="{FF2B5EF4-FFF2-40B4-BE49-F238E27FC236}">
                <a16:creationId xmlns:a16="http://schemas.microsoft.com/office/drawing/2014/main" id="{95320371-2729-4A96-86F6-1669A0B50F5F}"/>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596699" y="2161887"/>
            <a:ext cx="360000" cy="360000"/>
          </a:xfrm>
          <a:prstGeom prst="rect">
            <a:avLst/>
          </a:prstGeom>
        </p:spPr>
      </p:pic>
      <p:pic>
        <p:nvPicPr>
          <p:cNvPr id="11" name="Imagen 10">
            <a:extLst>
              <a:ext uri="{FF2B5EF4-FFF2-40B4-BE49-F238E27FC236}">
                <a16:creationId xmlns:a16="http://schemas.microsoft.com/office/drawing/2014/main" id="{5900770F-7C4C-4793-B115-1756A9E71CF7}"/>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9549141" y="5102273"/>
            <a:ext cx="360000" cy="360000"/>
          </a:xfrm>
          <a:prstGeom prst="rect">
            <a:avLst/>
          </a:prstGeom>
        </p:spPr>
      </p:pic>
      <p:sp>
        <p:nvSpPr>
          <p:cNvPr id="12" name="1 Título">
            <a:extLst>
              <a:ext uri="{FF2B5EF4-FFF2-40B4-BE49-F238E27FC236}">
                <a16:creationId xmlns:a16="http://schemas.microsoft.com/office/drawing/2014/main" id="{06C49D15-31A0-4DB2-87D1-CFA5C70B313B}"/>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1. Creación de límite geográfico del corredor del cauce diseñado en formato </a:t>
            </a:r>
            <a:r>
              <a:rPr lang="es-ES" sz="800" dirty="0" err="1">
                <a:latin typeface="Segoe UI Light" panose="020B0502040204020203" pitchFamily="34" charset="0"/>
                <a:cs typeface="Segoe UI Light" panose="020B0502040204020203" pitchFamily="34" charset="0"/>
              </a:rPr>
              <a:t>shapefile</a:t>
            </a:r>
            <a:endParaRPr lang="es-ES" sz="800" dirty="0">
              <a:latin typeface="Segoe UI Light" panose="020B0502040204020203" pitchFamily="34" charset="0"/>
              <a:cs typeface="Segoe UI Light" panose="020B0502040204020203" pitchFamily="34" charset="0"/>
            </a:endParaRPr>
          </a:p>
        </p:txBody>
      </p:sp>
      <p:pic>
        <p:nvPicPr>
          <p:cNvPr id="13" name="Imagen 12">
            <a:extLst>
              <a:ext uri="{FF2B5EF4-FFF2-40B4-BE49-F238E27FC236}">
                <a16:creationId xmlns:a16="http://schemas.microsoft.com/office/drawing/2014/main" id="{B4B36721-680C-4609-951E-E926A81ECAA4}"/>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14094488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1519549" y="528018"/>
            <a:ext cx="9152902" cy="1323439"/>
          </a:xfrm>
          <a:prstGeom prst="rect">
            <a:avLst/>
          </a:prstGeom>
          <a:noFill/>
        </p:spPr>
        <p:txBody>
          <a:bodyPr wrap="square" rtlCol="0">
            <a:spAutoFit/>
          </a:bodyPr>
          <a:lstStyle/>
          <a:p>
            <a:pPr algn="just"/>
            <a:r>
              <a:rPr lang="en-US" sz="1600" dirty="0">
                <a:latin typeface="Segoe UI Light" panose="020B0502040204020203" pitchFamily="34" charset="0"/>
                <a:cs typeface="Segoe UI Light" panose="020B0502040204020203" pitchFamily="34" charset="0"/>
              </a:rPr>
              <a:t>e. </a:t>
            </a:r>
            <a:r>
              <a:rPr lang="en-US" sz="1600" dirty="0" err="1">
                <a:latin typeface="Segoe UI Light" panose="020B0502040204020203" pitchFamily="34" charset="0"/>
                <a:cs typeface="Segoe UI Light" panose="020B0502040204020203" pitchFamily="34" charset="0"/>
              </a:rPr>
              <a:t>Exportación</a:t>
            </a:r>
            <a:r>
              <a:rPr lang="en-US" sz="1600">
                <a:latin typeface="Segoe UI Light" panose="020B0502040204020203" pitchFamily="34" charset="0"/>
                <a:cs typeface="Segoe UI Light" panose="020B0502040204020203" pitchFamily="34" charset="0"/>
              </a:rPr>
              <a:t> de los ejes CAD a formato shapefile: Seleccione todas las lineas excepto la del eje del valle suavizado. Clic derecho en </a:t>
            </a:r>
            <a:r>
              <a:rPr lang="es-CO" sz="1600">
                <a:latin typeface="Segoe UI Light" panose="020B0502040204020203" pitchFamily="34" charset="0"/>
                <a:cs typeface="Segoe UI Light" panose="020B0502040204020203" pitchFamily="34" charset="0"/>
              </a:rPr>
              <a:t>CIVIL3D_Ejes_v0.dwg Polyline – </a:t>
            </a:r>
            <a:r>
              <a:rPr lang="es-CO" sz="1600" i="1">
                <a:latin typeface="Segoe UI Light" panose="020B0502040204020203" pitchFamily="34" charset="0"/>
                <a:cs typeface="Segoe UI Light" panose="020B0502040204020203" pitchFamily="34" charset="0"/>
              </a:rPr>
              <a:t>Data</a:t>
            </a:r>
            <a:r>
              <a:rPr lang="es-CO" sz="1600">
                <a:latin typeface="Segoe UI Light" panose="020B0502040204020203" pitchFamily="34" charset="0"/>
                <a:cs typeface="Segoe UI Light" panose="020B0502040204020203" pitchFamily="34" charset="0"/>
              </a:rPr>
              <a:t> - </a:t>
            </a:r>
            <a:r>
              <a:rPr lang="es-CO" sz="1600" i="1">
                <a:latin typeface="Segoe UI Light" panose="020B0502040204020203" pitchFamily="34" charset="0"/>
                <a:cs typeface="Segoe UI Light" panose="020B0502040204020203" pitchFamily="34" charset="0"/>
              </a:rPr>
              <a:t>Export</a:t>
            </a:r>
            <a:r>
              <a:rPr lang="en-US" sz="1600">
                <a:latin typeface="Segoe UI Light" panose="020B0502040204020203" pitchFamily="34" charset="0"/>
                <a:cs typeface="Segoe UI Light" panose="020B0502040204020203" pitchFamily="34" charset="0"/>
              </a:rPr>
              <a:t>  </a:t>
            </a:r>
            <a:r>
              <a:rPr lang="en-US" sz="1600" i="1">
                <a:latin typeface="Segoe UI Light" panose="020B0502040204020203" pitchFamily="34" charset="0"/>
                <a:cs typeface="Segoe UI Light" panose="020B0502040204020203" pitchFamily="34" charset="0"/>
              </a:rPr>
              <a:t>Data</a:t>
            </a:r>
            <a:r>
              <a:rPr lang="en-US" sz="1600">
                <a:latin typeface="Segoe UI Light" panose="020B0502040204020203" pitchFamily="34" charset="0"/>
                <a:cs typeface="Segoe UI Light" panose="020B0502040204020203" pitchFamily="34" charset="0"/>
              </a:rPr>
              <a:t>. En la ventana de exportación indique que el sistema de coordenadas de la capa resulante será el del marco de datos (the data frame). Guarde el archivo de formas como</a:t>
            </a:r>
          </a:p>
          <a:p>
            <a:pPr algn="just"/>
            <a:r>
              <a:rPr lang="en-US" sz="1600">
                <a:latin typeface="Segoe UI Light" panose="020B0502040204020203" pitchFamily="34" charset="0"/>
                <a:cs typeface="Segoe UI Light" panose="020B0502040204020203" pitchFamily="34" charset="0"/>
              </a:rPr>
              <a:t>C:\HDSI\Talle9\HECRAS2D_v0\Shapefile\CIVIL3D_Ejes_v0.shp</a:t>
            </a:r>
            <a:endParaRPr lang="es-CO" sz="1600" dirty="0">
              <a:latin typeface="Segoe UI Light" panose="020B0502040204020203" pitchFamily="34" charset="0"/>
              <a:cs typeface="Segoe UI Light" panose="020B0502040204020203" pitchFamily="34" charset="0"/>
            </a:endParaRPr>
          </a:p>
        </p:txBody>
      </p:sp>
      <p:pic>
        <p:nvPicPr>
          <p:cNvPr id="12" name="Imagen 11">
            <a:extLst>
              <a:ext uri="{FF2B5EF4-FFF2-40B4-BE49-F238E27FC236}">
                <a16:creationId xmlns:a16="http://schemas.microsoft.com/office/drawing/2014/main" id="{39FD65D7-002E-4E5B-BB76-0991D8C8B0E8}"/>
              </a:ext>
            </a:extLst>
          </p:cNvPr>
          <p:cNvPicPr>
            <a:picLocks noChangeAspect="1"/>
          </p:cNvPicPr>
          <p:nvPr/>
        </p:nvPicPr>
        <p:blipFill>
          <a:blip r:embed="rId3">
            <a:extLst>
              <a:ext uri="{BEBA8EAE-BF5A-486C-A8C5-ECC9F3942E4B}">
                <a14:imgProps xmlns:a14="http://schemas.microsoft.com/office/drawing/2010/main">
                  <a14:imgLayer r:embed="rId4">
                    <a14:imgEffect>
                      <a14:colorTemperature colorTemp="5900"/>
                    </a14:imgEffect>
                    <a14:imgEffect>
                      <a14:saturation sat="0"/>
                    </a14:imgEffect>
                  </a14:imgLayer>
                </a14:imgProps>
              </a:ext>
            </a:extLst>
          </a:blip>
          <a:stretch>
            <a:fillRect/>
          </a:stretch>
        </p:blipFill>
        <p:spPr>
          <a:xfrm>
            <a:off x="1559496" y="2027340"/>
            <a:ext cx="4968552" cy="4354258"/>
          </a:xfrm>
          <a:prstGeom prst="rect">
            <a:avLst/>
          </a:prstGeom>
        </p:spPr>
      </p:pic>
      <p:pic>
        <p:nvPicPr>
          <p:cNvPr id="13" name="Imagen 12">
            <a:extLst>
              <a:ext uri="{FF2B5EF4-FFF2-40B4-BE49-F238E27FC236}">
                <a16:creationId xmlns:a16="http://schemas.microsoft.com/office/drawing/2014/main" id="{F674C2B4-8DDD-46B9-8C39-CD8AC5C73692}"/>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655840" y="5687274"/>
            <a:ext cx="360000" cy="360000"/>
          </a:xfrm>
          <a:prstGeom prst="rect">
            <a:avLst/>
          </a:prstGeom>
        </p:spPr>
      </p:pic>
      <p:pic>
        <p:nvPicPr>
          <p:cNvPr id="14" name="Imagen 13">
            <a:extLst>
              <a:ext uri="{FF2B5EF4-FFF2-40B4-BE49-F238E27FC236}">
                <a16:creationId xmlns:a16="http://schemas.microsoft.com/office/drawing/2014/main" id="{0BC30D70-91B1-4490-979E-2AD2332460E3}"/>
              </a:ext>
            </a:extLst>
          </p:cNvPr>
          <p:cNvPicPr>
            <a:picLocks noChangeAspect="1"/>
          </p:cNvPicPr>
          <p:nvPr/>
        </p:nvPicPr>
        <p:blipFill>
          <a:blip r:embed="rId6">
            <a:extLst>
              <a:ext uri="{BEBA8EAE-BF5A-486C-A8C5-ECC9F3942E4B}">
                <a14:imgProps xmlns:a14="http://schemas.microsoft.com/office/drawing/2010/main">
                  <a14:imgLayer r:embed="rId7">
                    <a14:imgEffect>
                      <a14:saturation sat="0"/>
                    </a14:imgEffect>
                  </a14:imgLayer>
                </a14:imgProps>
              </a:ext>
            </a:extLst>
          </a:blip>
          <a:stretch>
            <a:fillRect/>
          </a:stretch>
        </p:blipFill>
        <p:spPr>
          <a:xfrm>
            <a:off x="7756355" y="2656937"/>
            <a:ext cx="2876149" cy="2376264"/>
          </a:xfrm>
          <a:prstGeom prst="rect">
            <a:avLst/>
          </a:prstGeom>
        </p:spPr>
      </p:pic>
      <p:pic>
        <p:nvPicPr>
          <p:cNvPr id="9" name="Imagen 8">
            <a:extLst>
              <a:ext uri="{FF2B5EF4-FFF2-40B4-BE49-F238E27FC236}">
                <a16:creationId xmlns:a16="http://schemas.microsoft.com/office/drawing/2014/main" id="{0707D1F1-4F3B-4CFC-914A-8EE3A6434A12}"/>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1" name="1 Título">
            <a:extLst>
              <a:ext uri="{FF2B5EF4-FFF2-40B4-BE49-F238E27FC236}">
                <a16:creationId xmlns:a16="http://schemas.microsoft.com/office/drawing/2014/main" id="{7730E51D-8EC1-4650-B33F-BA4FA9BF68DC}"/>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1. Creación de límite geográfico del corredor del cauce diseñado en formato </a:t>
            </a:r>
            <a:r>
              <a:rPr lang="es-ES" sz="800" dirty="0" err="1">
                <a:latin typeface="Segoe UI Light" panose="020B0502040204020203" pitchFamily="34" charset="0"/>
                <a:cs typeface="Segoe UI Light" panose="020B0502040204020203" pitchFamily="34" charset="0"/>
              </a:rPr>
              <a:t>shapefile</a:t>
            </a:r>
            <a:endParaRPr lang="es-ES" sz="8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51887268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1494169" y="558205"/>
            <a:ext cx="9336360" cy="830997"/>
          </a:xfrm>
          <a:prstGeom prst="rect">
            <a:avLst/>
          </a:prstGeom>
          <a:noFill/>
        </p:spPr>
        <p:txBody>
          <a:bodyPr wrap="square" rtlCol="0">
            <a:spAutoFit/>
          </a:bodyPr>
          <a:lstStyle/>
          <a:p>
            <a:pPr algn="just"/>
            <a:r>
              <a:rPr lang="en-US" sz="1600">
                <a:latin typeface="Segoe UI Light" panose="020B0502040204020203" pitchFamily="34" charset="0"/>
                <a:cs typeface="Segoe UI Light" panose="020B0502040204020203" pitchFamily="34" charset="0"/>
              </a:rPr>
              <a:t>f. Seleccione las lineas externas de la huella de mecanización y cree lineas paralelas a 200 metros de distancia hacia la zona externa. Inicie el modo de edición de ArcMap (Customize – Toolbars – Editor) y utilice la opción </a:t>
            </a:r>
            <a:r>
              <a:rPr lang="en-US" sz="1600" i="1">
                <a:latin typeface="Segoe UI Light" panose="020B0502040204020203" pitchFamily="34" charset="0"/>
                <a:cs typeface="Segoe UI Light" panose="020B0502040204020203" pitchFamily="34" charset="0"/>
              </a:rPr>
              <a:t>Copy Parallel</a:t>
            </a:r>
            <a:r>
              <a:rPr lang="en-US" sz="1600">
                <a:latin typeface="Segoe UI Light" panose="020B0502040204020203" pitchFamily="34" charset="0"/>
                <a:cs typeface="Segoe UI Light" panose="020B0502040204020203" pitchFamily="34" charset="0"/>
              </a:rPr>
              <a:t>. </a:t>
            </a:r>
            <a:endParaRPr lang="es-CO" sz="1600" dirty="0">
              <a:latin typeface="Segoe UI Light" panose="020B0502040204020203" pitchFamily="34" charset="0"/>
              <a:cs typeface="Segoe UI Light" panose="020B0502040204020203" pitchFamily="34" charset="0"/>
            </a:endParaRPr>
          </a:p>
        </p:txBody>
      </p:sp>
      <p:pic>
        <p:nvPicPr>
          <p:cNvPr id="4" name="Imagen 3">
            <a:extLst>
              <a:ext uri="{FF2B5EF4-FFF2-40B4-BE49-F238E27FC236}">
                <a16:creationId xmlns:a16="http://schemas.microsoft.com/office/drawing/2014/main" id="{32577798-0043-4199-8E91-FE1A0FB11899}"/>
              </a:ext>
            </a:extLst>
          </p:cNvPr>
          <p:cNvPicPr>
            <a:picLocks noChangeAspect="1"/>
          </p:cNvPicPr>
          <p:nvPr/>
        </p:nvPicPr>
        <p:blipFill>
          <a:blip r:embed="rId3">
            <a:extLst>
              <a:ext uri="{BEBA8EAE-BF5A-486C-A8C5-ECC9F3942E4B}">
                <a14:imgProps xmlns:a14="http://schemas.microsoft.com/office/drawing/2010/main">
                  <a14:imgLayer r:embed="rId4">
                    <a14:imgEffect>
                      <a14:saturation sat="0"/>
                    </a14:imgEffect>
                  </a14:imgLayer>
                </a14:imgProps>
              </a:ext>
            </a:extLst>
          </a:blip>
          <a:stretch>
            <a:fillRect/>
          </a:stretch>
        </p:blipFill>
        <p:spPr>
          <a:xfrm>
            <a:off x="1494169" y="1700808"/>
            <a:ext cx="9336360" cy="4770447"/>
          </a:xfrm>
          <a:prstGeom prst="rect">
            <a:avLst/>
          </a:prstGeom>
        </p:spPr>
      </p:pic>
      <p:pic>
        <p:nvPicPr>
          <p:cNvPr id="9" name="Imagen 8">
            <a:extLst>
              <a:ext uri="{FF2B5EF4-FFF2-40B4-BE49-F238E27FC236}">
                <a16:creationId xmlns:a16="http://schemas.microsoft.com/office/drawing/2014/main" id="{222519DB-6206-4FAB-99B8-CE1D46C2077D}"/>
              </a:ext>
            </a:extLst>
          </p:cNvPr>
          <p:cNvPicPr>
            <a:picLocks noChangeAspect="1"/>
          </p:cNvPicPr>
          <p:nvPr/>
        </p:nvPicPr>
        <p:blipFill>
          <a:blip r:embed="rId5">
            <a:extLst>
              <a:ext uri="{BEBA8EAE-BF5A-486C-A8C5-ECC9F3942E4B}">
                <a14:imgProps xmlns:a14="http://schemas.microsoft.com/office/drawing/2010/main">
                  <a14:imgLayer r:embed="rId6">
                    <a14:imgEffect>
                      <a14:saturation sat="0"/>
                    </a14:imgEffect>
                  </a14:imgLayer>
                </a14:imgProps>
              </a:ext>
            </a:extLst>
          </a:blip>
          <a:stretch>
            <a:fillRect/>
          </a:stretch>
        </p:blipFill>
        <p:spPr>
          <a:xfrm>
            <a:off x="7423287" y="3421321"/>
            <a:ext cx="2876550" cy="2638425"/>
          </a:xfrm>
          <a:prstGeom prst="rect">
            <a:avLst/>
          </a:prstGeom>
        </p:spPr>
      </p:pic>
      <p:pic>
        <p:nvPicPr>
          <p:cNvPr id="12" name="Imagen 11">
            <a:extLst>
              <a:ext uri="{FF2B5EF4-FFF2-40B4-BE49-F238E27FC236}">
                <a16:creationId xmlns:a16="http://schemas.microsoft.com/office/drawing/2014/main" id="{62F650ED-7C11-48E3-9AB5-BA7EDEFABFCE}"/>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4278728" y="3575353"/>
            <a:ext cx="360000" cy="360000"/>
          </a:xfrm>
          <a:prstGeom prst="rect">
            <a:avLst/>
          </a:prstGeom>
        </p:spPr>
      </p:pic>
      <p:pic>
        <p:nvPicPr>
          <p:cNvPr id="10" name="Imagen 9">
            <a:extLst>
              <a:ext uri="{FF2B5EF4-FFF2-40B4-BE49-F238E27FC236}">
                <a16:creationId xmlns:a16="http://schemas.microsoft.com/office/drawing/2014/main" id="{93EA5C15-D8D9-4B49-982B-AA45C177E60C}"/>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3" name="1 Título">
            <a:extLst>
              <a:ext uri="{FF2B5EF4-FFF2-40B4-BE49-F238E27FC236}">
                <a16:creationId xmlns:a16="http://schemas.microsoft.com/office/drawing/2014/main" id="{F9AB2460-E7B2-4659-B529-BE5D15222079}"/>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1. Creación de límite geográfico del corredor del cauce diseñado en formato </a:t>
            </a:r>
            <a:r>
              <a:rPr lang="es-ES" sz="800" dirty="0" err="1">
                <a:latin typeface="Segoe UI Light" panose="020B0502040204020203" pitchFamily="34" charset="0"/>
                <a:cs typeface="Segoe UI Light" panose="020B0502040204020203" pitchFamily="34" charset="0"/>
              </a:rPr>
              <a:t>shapefile</a:t>
            </a:r>
            <a:endParaRPr lang="es-ES" sz="8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60456503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80347" y="548680"/>
            <a:ext cx="11376293" cy="1569660"/>
          </a:xfrm>
          <a:prstGeom prst="rect">
            <a:avLst/>
          </a:prstGeom>
          <a:noFill/>
        </p:spPr>
        <p:txBody>
          <a:bodyPr wrap="square" rtlCol="0">
            <a:spAutoFit/>
          </a:bodyPr>
          <a:lstStyle/>
          <a:p>
            <a:pPr algn="just"/>
            <a:r>
              <a:rPr lang="en-US" sz="1600">
                <a:latin typeface="Segoe UI Light" panose="020B0502040204020203" pitchFamily="34" charset="0"/>
                <a:cs typeface="Segoe UI Light" panose="020B0502040204020203" pitchFamily="34" charset="0"/>
              </a:rPr>
              <a:t>g. Complete manualmente el borde externo del perímetro y exporte solo las líneas externas en un nuevo archivo de formas temporal. Asegúrese de que el perímetro es una polilínea cerrada. Utilice la herramienta Merge del Editor para integrar todas las líneas perimetrales en una sola entidad.</a:t>
            </a:r>
          </a:p>
          <a:p>
            <a:pPr algn="just"/>
            <a:endParaRPr lang="en-US" sz="1600">
              <a:latin typeface="Segoe UI Light" panose="020B0502040204020203" pitchFamily="34" charset="0"/>
              <a:cs typeface="Segoe UI Light" panose="020B0502040204020203" pitchFamily="34" charset="0"/>
            </a:endParaRPr>
          </a:p>
          <a:p>
            <a:pPr algn="just"/>
            <a:r>
              <a:rPr lang="en-US" sz="1600">
                <a:latin typeface="Segoe UI Light" panose="020B0502040204020203" pitchFamily="34" charset="0"/>
                <a:cs typeface="Segoe UI Light" panose="020B0502040204020203" pitchFamily="34" charset="0"/>
              </a:rPr>
              <a:t>h. Cree el polígono para el primer corredor a estudiar. En ArcMap, utilice la herramienta </a:t>
            </a:r>
            <a:r>
              <a:rPr lang="en-US" sz="1600" i="1">
                <a:latin typeface="Segoe UI Light" panose="020B0502040204020203" pitchFamily="34" charset="0"/>
                <a:cs typeface="Segoe UI Light" panose="020B0502040204020203" pitchFamily="34" charset="0"/>
              </a:rPr>
              <a:t>Feature to Polygon </a:t>
            </a:r>
            <a:r>
              <a:rPr lang="en-US" sz="1600">
                <a:latin typeface="Segoe UI Light" panose="020B0502040204020203" pitchFamily="34" charset="0"/>
                <a:cs typeface="Segoe UI Light" panose="020B0502040204020203" pitchFamily="34" charset="0"/>
              </a:rPr>
              <a:t>disponible en el ArcToolBox – Data Management Tools – Features – Feature to Polygon. Guarde el archivo como Perimeter_v0.shp.</a:t>
            </a:r>
            <a:endParaRPr lang="es-CO" sz="1600" dirty="0">
              <a:latin typeface="Segoe UI Light" panose="020B0502040204020203" pitchFamily="34" charset="0"/>
              <a:cs typeface="Segoe UI Light" panose="020B0502040204020203" pitchFamily="34" charset="0"/>
            </a:endParaRPr>
          </a:p>
        </p:txBody>
      </p:sp>
      <p:pic>
        <p:nvPicPr>
          <p:cNvPr id="3" name="Imagen 2">
            <a:extLst>
              <a:ext uri="{FF2B5EF4-FFF2-40B4-BE49-F238E27FC236}">
                <a16:creationId xmlns:a16="http://schemas.microsoft.com/office/drawing/2014/main" id="{9CD33770-2E92-4667-91A3-A97F7BE891AE}"/>
              </a:ext>
            </a:extLst>
          </p:cNvPr>
          <p:cNvPicPr>
            <a:picLocks noChangeAspect="1"/>
          </p:cNvPicPr>
          <p:nvPr/>
        </p:nvPicPr>
        <p:blipFill>
          <a:blip r:embed="rId3">
            <a:extLst>
              <a:ext uri="{BEBA8EAE-BF5A-486C-A8C5-ECC9F3942E4B}">
                <a14:imgProps xmlns:a14="http://schemas.microsoft.com/office/drawing/2010/main">
                  <a14:imgLayer r:embed="rId4">
                    <a14:imgEffect>
                      <a14:saturation sat="0"/>
                    </a14:imgEffect>
                  </a14:imgLayer>
                </a14:imgProps>
              </a:ext>
            </a:extLst>
          </a:blip>
          <a:stretch>
            <a:fillRect/>
          </a:stretch>
        </p:blipFill>
        <p:spPr>
          <a:xfrm>
            <a:off x="480347" y="2322270"/>
            <a:ext cx="8728958" cy="4024831"/>
          </a:xfrm>
          <a:prstGeom prst="rect">
            <a:avLst/>
          </a:prstGeom>
        </p:spPr>
      </p:pic>
      <p:pic>
        <p:nvPicPr>
          <p:cNvPr id="2" name="Imagen 1">
            <a:extLst>
              <a:ext uri="{FF2B5EF4-FFF2-40B4-BE49-F238E27FC236}">
                <a16:creationId xmlns:a16="http://schemas.microsoft.com/office/drawing/2014/main" id="{59632338-A240-4F98-B63F-4F339882AA41}"/>
              </a:ext>
            </a:extLst>
          </p:cNvPr>
          <p:cNvPicPr>
            <a:picLocks noChangeAspect="1"/>
          </p:cNvPicPr>
          <p:nvPr/>
        </p:nvPicPr>
        <p:blipFill>
          <a:blip r:embed="rId5">
            <a:extLst>
              <a:ext uri="{BEBA8EAE-BF5A-486C-A8C5-ECC9F3942E4B}">
                <a14:imgProps xmlns:a14="http://schemas.microsoft.com/office/drawing/2010/main">
                  <a14:imgLayer r:embed="rId6">
                    <a14:imgEffect>
                      <a14:saturation sat="0"/>
                    </a14:imgEffect>
                  </a14:imgLayer>
                </a14:imgProps>
              </a:ext>
            </a:extLst>
          </a:blip>
          <a:stretch>
            <a:fillRect/>
          </a:stretch>
        </p:blipFill>
        <p:spPr>
          <a:xfrm>
            <a:off x="7121073" y="2322270"/>
            <a:ext cx="4735567" cy="4059058"/>
          </a:xfrm>
          <a:prstGeom prst="rect">
            <a:avLst/>
          </a:prstGeom>
        </p:spPr>
      </p:pic>
      <p:pic>
        <p:nvPicPr>
          <p:cNvPr id="10" name="Imagen 9">
            <a:extLst>
              <a:ext uri="{FF2B5EF4-FFF2-40B4-BE49-F238E27FC236}">
                <a16:creationId xmlns:a16="http://schemas.microsoft.com/office/drawing/2014/main" id="{1A94B5AA-DB42-4BA5-A581-18F44200AE1C}"/>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3558628" y="5544438"/>
            <a:ext cx="360000" cy="360000"/>
          </a:xfrm>
          <a:prstGeom prst="rect">
            <a:avLst/>
          </a:prstGeom>
        </p:spPr>
      </p:pic>
      <p:pic>
        <p:nvPicPr>
          <p:cNvPr id="9" name="Imagen 8">
            <a:extLst>
              <a:ext uri="{FF2B5EF4-FFF2-40B4-BE49-F238E27FC236}">
                <a16:creationId xmlns:a16="http://schemas.microsoft.com/office/drawing/2014/main" id="{644CC08F-9F39-4FF9-87DF-BE7534916EB4}"/>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1" name="1 Título">
            <a:extLst>
              <a:ext uri="{FF2B5EF4-FFF2-40B4-BE49-F238E27FC236}">
                <a16:creationId xmlns:a16="http://schemas.microsoft.com/office/drawing/2014/main" id="{F5D27F8C-3C79-4DC9-BFDD-97B63E83D907}"/>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1. Creación de límite geográfico del corredor del cauce diseñado en formato </a:t>
            </a:r>
            <a:r>
              <a:rPr lang="es-ES" sz="800" dirty="0" err="1">
                <a:latin typeface="Segoe UI Light" panose="020B0502040204020203" pitchFamily="34" charset="0"/>
                <a:cs typeface="Segoe UI Light" panose="020B0502040204020203" pitchFamily="34" charset="0"/>
              </a:rPr>
              <a:t>shapefile</a:t>
            </a:r>
            <a:endParaRPr lang="es-ES" sz="8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38953239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839416" y="839034"/>
            <a:ext cx="10513168" cy="861774"/>
          </a:xfrm>
          <a:prstGeom prst="rect">
            <a:avLst/>
          </a:prstGeom>
          <a:noFill/>
        </p:spPr>
        <p:txBody>
          <a:bodyPr wrap="square" rtlCol="0">
            <a:spAutoFit/>
          </a:bodyPr>
          <a:lstStyle/>
          <a:p>
            <a:pPr algn="just"/>
            <a:r>
              <a:rPr lang="en-US" sz="1600">
                <a:latin typeface="Segoe UI Light" panose="020B0502040204020203" pitchFamily="34" charset="0"/>
                <a:cs typeface="Segoe UI Light" panose="020B0502040204020203" pitchFamily="34" charset="0"/>
              </a:rPr>
              <a:t>El resultado es un polígono al rededor solo de la zona de trazado del cauce sinuoso. Para el desarrollo de los ejercicios del curso, </a:t>
            </a:r>
            <a:r>
              <a:rPr lang="en-US">
                <a:latin typeface="Segoe UI Light" panose="020B0502040204020203" pitchFamily="34" charset="0"/>
                <a:cs typeface="Segoe UI Light" panose="020B0502040204020203" pitchFamily="34" charset="0"/>
              </a:rPr>
              <a:t>crearemos</a:t>
            </a:r>
            <a:r>
              <a:rPr lang="en-US" sz="1600">
                <a:latin typeface="Segoe UI Light" panose="020B0502040204020203" pitchFamily="34" charset="0"/>
                <a:cs typeface="Segoe UI Light" panose="020B0502040204020203" pitchFamily="34" charset="0"/>
              </a:rPr>
              <a:t> 4 versiones de la zona de estudio con el fin de evaluar también los tramos naturales de inicio – entrega – cauce lateral y paso de vía.</a:t>
            </a:r>
          </a:p>
        </p:txBody>
      </p:sp>
      <p:pic>
        <p:nvPicPr>
          <p:cNvPr id="12" name="Imagen 11">
            <a:extLst>
              <a:ext uri="{FF2B5EF4-FFF2-40B4-BE49-F238E27FC236}">
                <a16:creationId xmlns:a16="http://schemas.microsoft.com/office/drawing/2014/main" id="{AB36731B-DD59-4723-885E-BED29EB5FD7C}"/>
              </a:ext>
            </a:extLst>
          </p:cNvPr>
          <p:cNvPicPr>
            <a:picLocks noChangeAspect="1"/>
          </p:cNvPicPr>
          <p:nvPr/>
        </p:nvPicPr>
        <p:blipFill>
          <a:blip r:embed="rId3">
            <a:extLst>
              <a:ext uri="{BEBA8EAE-BF5A-486C-A8C5-ECC9F3942E4B}">
                <a14:imgProps xmlns:a14="http://schemas.microsoft.com/office/drawing/2010/main">
                  <a14:imgLayer r:embed="rId4">
                    <a14:imgEffect>
                      <a14:saturation sat="0"/>
                    </a14:imgEffect>
                  </a14:imgLayer>
                </a14:imgProps>
              </a:ext>
            </a:extLst>
          </a:blip>
          <a:stretch>
            <a:fillRect/>
          </a:stretch>
        </p:blipFill>
        <p:spPr>
          <a:xfrm>
            <a:off x="839416" y="1916832"/>
            <a:ext cx="10481830" cy="4248472"/>
          </a:xfrm>
          <a:prstGeom prst="rect">
            <a:avLst/>
          </a:prstGeom>
        </p:spPr>
      </p:pic>
      <p:pic>
        <p:nvPicPr>
          <p:cNvPr id="7" name="Imagen 6">
            <a:extLst>
              <a:ext uri="{FF2B5EF4-FFF2-40B4-BE49-F238E27FC236}">
                <a16:creationId xmlns:a16="http://schemas.microsoft.com/office/drawing/2014/main" id="{A3C54D77-37FF-4F6C-A91A-1D64E51FEEB7}"/>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9" name="1 Título">
            <a:extLst>
              <a:ext uri="{FF2B5EF4-FFF2-40B4-BE49-F238E27FC236}">
                <a16:creationId xmlns:a16="http://schemas.microsoft.com/office/drawing/2014/main" id="{409744BE-014E-4D55-80BE-242ED2C94AAB}"/>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1. Creación de límite geográfico del corredor del cauce diseñado en formato </a:t>
            </a:r>
            <a:r>
              <a:rPr lang="es-ES" sz="800" dirty="0" err="1">
                <a:latin typeface="Segoe UI Light" panose="020B0502040204020203" pitchFamily="34" charset="0"/>
                <a:cs typeface="Segoe UI Light" panose="020B0502040204020203" pitchFamily="34" charset="0"/>
              </a:rPr>
              <a:t>shapefile</a:t>
            </a:r>
            <a:endParaRPr lang="es-ES" sz="8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7402190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926759" y="2967335"/>
            <a:ext cx="4338482" cy="923330"/>
          </a:xfrm>
          <a:prstGeom prst="rect">
            <a:avLst/>
          </a:prstGeom>
          <a:noFill/>
        </p:spPr>
        <p:txBody>
          <a:bodyPr wrap="square" rtlCol="0">
            <a:spAutoFit/>
          </a:bodyPr>
          <a:lstStyle/>
          <a:p>
            <a:pPr algn="ctr"/>
            <a:r>
              <a:rPr lang="es-CO" dirty="0">
                <a:latin typeface="Segoe UI Light" panose="020B0502040204020203" pitchFamily="34" charset="0"/>
                <a:cs typeface="Segoe UI Light" panose="020B0502040204020203" pitchFamily="34" charset="0"/>
              </a:rPr>
              <a:t>2. Creación de límite geográfico del corredor del cauce diseñado y de la zona natural aguas abajo en formato </a:t>
            </a:r>
            <a:r>
              <a:rPr lang="es-CO" dirty="0" err="1">
                <a:latin typeface="Segoe UI Light" panose="020B0502040204020203" pitchFamily="34" charset="0"/>
                <a:cs typeface="Segoe UI Light" panose="020B0502040204020203" pitchFamily="34" charset="0"/>
              </a:rPr>
              <a:t>shapefile</a:t>
            </a:r>
            <a:endParaRPr lang="es-CO" dirty="0">
              <a:latin typeface="Segoe UI Light" panose="020B0502040204020203" pitchFamily="34" charset="0"/>
              <a:cs typeface="Segoe UI Light" panose="020B0502040204020203" pitchFamily="34" charset="0"/>
            </a:endParaRPr>
          </a:p>
        </p:txBody>
      </p:sp>
      <p:pic>
        <p:nvPicPr>
          <p:cNvPr id="4" name="Imagen 3">
            <a:extLst>
              <a:ext uri="{FF2B5EF4-FFF2-40B4-BE49-F238E27FC236}">
                <a16:creationId xmlns:a16="http://schemas.microsoft.com/office/drawing/2014/main" id="{5736D55F-2B6C-46BE-83F4-6360BA81901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18773352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911424" y="592113"/>
            <a:ext cx="10092078" cy="1077218"/>
          </a:xfrm>
          <a:prstGeom prst="rect">
            <a:avLst/>
          </a:prstGeom>
          <a:noFill/>
        </p:spPr>
        <p:txBody>
          <a:bodyPr wrap="square" rtlCol="0">
            <a:spAutoFit/>
          </a:bodyPr>
          <a:lstStyle/>
          <a:p>
            <a:pPr algn="just"/>
            <a:r>
              <a:rPr lang="en-US" sz="1600">
                <a:latin typeface="Segoe UI Light" panose="020B0502040204020203" pitchFamily="34" charset="0"/>
                <a:cs typeface="Segoe UI Light" panose="020B0502040204020203" pitchFamily="34" charset="0"/>
              </a:rPr>
              <a:t>Corresponde a la zona creada en el numeral anterior más la zona natural aguas abajo. Esta zona permitirá la modelación del control de entrega aguas abajo para condiciones de flujo subcrítico. Para la creación de esta zona, seguir el procedimiento descrito en el numeral 3.1. realizando un buffer adicional entre 300 y 350 metros al rededor del eje del cauce natural contenido en el archivo RiverRAS_v0.shp. Guardar esta zona como Perimeter_v1.shp.</a:t>
            </a:r>
          </a:p>
        </p:txBody>
      </p:sp>
      <p:pic>
        <p:nvPicPr>
          <p:cNvPr id="2" name="Imagen 1">
            <a:extLst>
              <a:ext uri="{FF2B5EF4-FFF2-40B4-BE49-F238E27FC236}">
                <a16:creationId xmlns:a16="http://schemas.microsoft.com/office/drawing/2014/main" id="{5B65894B-B63D-4C4D-9250-4DA76FAB8692}"/>
              </a:ext>
            </a:extLst>
          </p:cNvPr>
          <p:cNvPicPr>
            <a:picLocks noChangeAspect="1"/>
          </p:cNvPicPr>
          <p:nvPr/>
        </p:nvPicPr>
        <p:blipFill>
          <a:blip r:embed="rId3">
            <a:extLst>
              <a:ext uri="{BEBA8EAE-BF5A-486C-A8C5-ECC9F3942E4B}">
                <a14:imgProps xmlns:a14="http://schemas.microsoft.com/office/drawing/2010/main">
                  <a14:imgLayer r:embed="rId4">
                    <a14:imgEffect>
                      <a14:saturation sat="0"/>
                    </a14:imgEffect>
                  </a14:imgLayer>
                </a14:imgProps>
              </a:ext>
            </a:extLst>
          </a:blip>
          <a:stretch>
            <a:fillRect/>
          </a:stretch>
        </p:blipFill>
        <p:spPr>
          <a:xfrm>
            <a:off x="7375653" y="2060848"/>
            <a:ext cx="3627849" cy="4249767"/>
          </a:xfrm>
          <a:prstGeom prst="rect">
            <a:avLst/>
          </a:prstGeom>
        </p:spPr>
      </p:pic>
      <p:pic>
        <p:nvPicPr>
          <p:cNvPr id="3" name="Imagen 2">
            <a:extLst>
              <a:ext uri="{FF2B5EF4-FFF2-40B4-BE49-F238E27FC236}">
                <a16:creationId xmlns:a16="http://schemas.microsoft.com/office/drawing/2014/main" id="{8F662E48-FB39-41E9-BDCD-1D6DD463AF93}"/>
              </a:ext>
            </a:extLst>
          </p:cNvPr>
          <p:cNvPicPr>
            <a:picLocks noChangeAspect="1"/>
          </p:cNvPicPr>
          <p:nvPr/>
        </p:nvPicPr>
        <p:blipFill>
          <a:blip r:embed="rId5">
            <a:extLst>
              <a:ext uri="{BEBA8EAE-BF5A-486C-A8C5-ECC9F3942E4B}">
                <a14:imgProps xmlns:a14="http://schemas.microsoft.com/office/drawing/2010/main">
                  <a14:imgLayer r:embed="rId6">
                    <a14:imgEffect>
                      <a14:saturation sat="0"/>
                    </a14:imgEffect>
                  </a14:imgLayer>
                </a14:imgProps>
              </a:ext>
            </a:extLst>
          </a:blip>
          <a:stretch>
            <a:fillRect/>
          </a:stretch>
        </p:blipFill>
        <p:spPr>
          <a:xfrm>
            <a:off x="911424" y="2060849"/>
            <a:ext cx="6168602" cy="4279696"/>
          </a:xfrm>
          <a:prstGeom prst="rect">
            <a:avLst/>
          </a:prstGeom>
        </p:spPr>
      </p:pic>
      <p:pic>
        <p:nvPicPr>
          <p:cNvPr id="9" name="Imagen 8">
            <a:extLst>
              <a:ext uri="{FF2B5EF4-FFF2-40B4-BE49-F238E27FC236}">
                <a16:creationId xmlns:a16="http://schemas.microsoft.com/office/drawing/2014/main" id="{72D2CE5B-36F8-41CC-8360-D88C10FC7BC1}"/>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4727848" y="2629543"/>
            <a:ext cx="360000" cy="360000"/>
          </a:xfrm>
          <a:prstGeom prst="rect">
            <a:avLst/>
          </a:prstGeom>
        </p:spPr>
      </p:pic>
      <p:sp>
        <p:nvSpPr>
          <p:cNvPr id="11" name="1 Título">
            <a:extLst>
              <a:ext uri="{FF2B5EF4-FFF2-40B4-BE49-F238E27FC236}">
                <a16:creationId xmlns:a16="http://schemas.microsoft.com/office/drawing/2014/main" id="{4E9BE986-438B-42EF-9431-4D66EA1F95B8}"/>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2. Creación de límite geográfico del corredor del cauce diseñado y de la zona natural aguas abajo en formato </a:t>
            </a:r>
            <a:r>
              <a:rPr lang="es-ES" sz="800" dirty="0" err="1">
                <a:latin typeface="Segoe UI Light" panose="020B0502040204020203" pitchFamily="34" charset="0"/>
                <a:cs typeface="Segoe UI Light" panose="020B0502040204020203" pitchFamily="34" charset="0"/>
              </a:rPr>
              <a:t>shapefile</a:t>
            </a:r>
            <a:endParaRPr lang="es-ES" sz="800" dirty="0">
              <a:latin typeface="Segoe UI Light" panose="020B0502040204020203" pitchFamily="34" charset="0"/>
              <a:cs typeface="Segoe UI Light" panose="020B0502040204020203" pitchFamily="34" charset="0"/>
            </a:endParaRPr>
          </a:p>
        </p:txBody>
      </p:sp>
      <p:pic>
        <p:nvPicPr>
          <p:cNvPr id="12" name="Imagen 11">
            <a:extLst>
              <a:ext uri="{FF2B5EF4-FFF2-40B4-BE49-F238E27FC236}">
                <a16:creationId xmlns:a16="http://schemas.microsoft.com/office/drawing/2014/main" id="{78E8D755-201F-4E42-86A1-3C753CE970D2}"/>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376909572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1911650" y="934912"/>
            <a:ext cx="8368700" cy="338554"/>
          </a:xfrm>
          <a:prstGeom prst="rect">
            <a:avLst/>
          </a:prstGeom>
          <a:noFill/>
        </p:spPr>
        <p:txBody>
          <a:bodyPr wrap="square" rtlCol="0">
            <a:spAutoFit/>
          </a:bodyPr>
          <a:lstStyle/>
          <a:p>
            <a:pPr algn="ctr"/>
            <a:r>
              <a:rPr lang="en-US" sz="1600">
                <a:latin typeface="Segoe UI Light" panose="020B0502040204020203" pitchFamily="34" charset="0"/>
                <a:cs typeface="Segoe UI Light" panose="020B0502040204020203" pitchFamily="34" charset="0"/>
              </a:rPr>
              <a:t>Perímetro resultante.</a:t>
            </a:r>
          </a:p>
        </p:txBody>
      </p:sp>
      <p:pic>
        <p:nvPicPr>
          <p:cNvPr id="7" name="Imagen 6">
            <a:extLst>
              <a:ext uri="{FF2B5EF4-FFF2-40B4-BE49-F238E27FC236}">
                <a16:creationId xmlns:a16="http://schemas.microsoft.com/office/drawing/2014/main" id="{D50D97BC-550F-4793-812C-702929B16896}"/>
              </a:ext>
            </a:extLst>
          </p:cNvPr>
          <p:cNvPicPr>
            <a:picLocks noChangeAspect="1"/>
          </p:cNvPicPr>
          <p:nvPr/>
        </p:nvPicPr>
        <p:blipFill>
          <a:blip r:embed="rId3">
            <a:extLst>
              <a:ext uri="{BEBA8EAE-BF5A-486C-A8C5-ECC9F3942E4B}">
                <a14:imgProps xmlns:a14="http://schemas.microsoft.com/office/drawing/2010/main">
                  <a14:imgLayer r:embed="rId4">
                    <a14:imgEffect>
                      <a14:saturation sat="0"/>
                    </a14:imgEffect>
                  </a14:imgLayer>
                </a14:imgProps>
              </a:ext>
            </a:extLst>
          </a:blip>
          <a:stretch>
            <a:fillRect/>
          </a:stretch>
        </p:blipFill>
        <p:spPr>
          <a:xfrm>
            <a:off x="622378" y="1628800"/>
            <a:ext cx="10947243" cy="4437112"/>
          </a:xfrm>
          <a:prstGeom prst="rect">
            <a:avLst/>
          </a:prstGeom>
        </p:spPr>
      </p:pic>
      <p:pic>
        <p:nvPicPr>
          <p:cNvPr id="9" name="Imagen 8">
            <a:extLst>
              <a:ext uri="{FF2B5EF4-FFF2-40B4-BE49-F238E27FC236}">
                <a16:creationId xmlns:a16="http://schemas.microsoft.com/office/drawing/2014/main" id="{4791500E-063D-438C-BF8E-8462B0000CFB}"/>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0" name="1 Título">
            <a:extLst>
              <a:ext uri="{FF2B5EF4-FFF2-40B4-BE49-F238E27FC236}">
                <a16:creationId xmlns:a16="http://schemas.microsoft.com/office/drawing/2014/main" id="{1EA293F7-7C7E-4C6E-B21C-9CC66DBFAC33}"/>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2. Creación de límite geográfico del corredor del cauce diseñado y de la zona natural aguas abajo en formato </a:t>
            </a:r>
            <a:r>
              <a:rPr lang="es-ES" sz="800" dirty="0" err="1">
                <a:latin typeface="Segoe UI Light" panose="020B0502040204020203" pitchFamily="34" charset="0"/>
                <a:cs typeface="Segoe UI Light" panose="020B0502040204020203" pitchFamily="34" charset="0"/>
              </a:rPr>
              <a:t>shapefile</a:t>
            </a:r>
            <a:endParaRPr lang="es-ES" sz="8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3328534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869768" y="2967335"/>
            <a:ext cx="4452463" cy="923330"/>
          </a:xfrm>
          <a:prstGeom prst="rect">
            <a:avLst/>
          </a:prstGeom>
          <a:noFill/>
        </p:spPr>
        <p:txBody>
          <a:bodyPr wrap="square" rtlCol="0">
            <a:spAutoFit/>
          </a:bodyPr>
          <a:lstStyle/>
          <a:p>
            <a:pPr algn="ctr"/>
            <a:r>
              <a:rPr lang="es-CO" dirty="0">
                <a:latin typeface="Segoe UI Light" panose="020B0502040204020203" pitchFamily="34" charset="0"/>
                <a:cs typeface="Segoe UI Light" panose="020B0502040204020203" pitchFamily="34" charset="0"/>
              </a:rPr>
              <a:t>3. Creación de límite geográfico de toda la zona </a:t>
            </a:r>
            <a:r>
              <a:rPr lang="es-CO" dirty="0" err="1">
                <a:latin typeface="Segoe UI Light" panose="020B0502040204020203" pitchFamily="34" charset="0"/>
                <a:cs typeface="Segoe UI Light" panose="020B0502040204020203" pitchFamily="34" charset="0"/>
              </a:rPr>
              <a:t>Lidar</a:t>
            </a:r>
            <a:r>
              <a:rPr lang="es-CO" dirty="0">
                <a:latin typeface="Segoe UI Light" panose="020B0502040204020203" pitchFamily="34" charset="0"/>
                <a:cs typeface="Segoe UI Light" panose="020B0502040204020203" pitchFamily="34" charset="0"/>
              </a:rPr>
              <a:t> en formato </a:t>
            </a:r>
            <a:r>
              <a:rPr lang="es-CO" dirty="0" err="1">
                <a:latin typeface="Segoe UI Light" panose="020B0502040204020203" pitchFamily="34" charset="0"/>
                <a:cs typeface="Segoe UI Light" panose="020B0502040204020203" pitchFamily="34" charset="0"/>
              </a:rPr>
              <a:t>shapefile</a:t>
            </a:r>
            <a:r>
              <a:rPr lang="es-CO" dirty="0">
                <a:latin typeface="Segoe UI Light" panose="020B0502040204020203" pitchFamily="34" charset="0"/>
                <a:cs typeface="Segoe UI Light" panose="020B0502040204020203" pitchFamily="34" charset="0"/>
              </a:rPr>
              <a:t>. Aguas arriba, aguas abajo y cauce lateral</a:t>
            </a:r>
          </a:p>
        </p:txBody>
      </p:sp>
      <p:pic>
        <p:nvPicPr>
          <p:cNvPr id="4" name="Imagen 3">
            <a:extLst>
              <a:ext uri="{FF2B5EF4-FFF2-40B4-BE49-F238E27FC236}">
                <a16:creationId xmlns:a16="http://schemas.microsoft.com/office/drawing/2014/main" id="{12D3989F-879F-4B1C-AECD-242A9F11D24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337989349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983432" y="1052736"/>
            <a:ext cx="10225136" cy="1077218"/>
          </a:xfrm>
          <a:prstGeom prst="rect">
            <a:avLst/>
          </a:prstGeom>
          <a:noFill/>
        </p:spPr>
        <p:txBody>
          <a:bodyPr wrap="square" rtlCol="0">
            <a:spAutoFit/>
          </a:bodyPr>
          <a:lstStyle/>
          <a:p>
            <a:pPr algn="just"/>
            <a:r>
              <a:rPr lang="en-US" sz="1600">
                <a:latin typeface="Segoe UI Light" panose="020B0502040204020203" pitchFamily="34" charset="0"/>
                <a:cs typeface="Segoe UI Light" panose="020B0502040204020203" pitchFamily="34" charset="0"/>
              </a:rPr>
              <a:t>Este perímetro permitirá el estudio de cauce sinuoso diseñado en régimen de flujo subcrítico, supercrítico o mixto, adicionalmente permitirá analizar el comportamiento del flujo aportado por el cauce lateral. Para la creación de esta zona, siga el procedimiento descrito en los numerales 3.1. y 3.2. seleccionando todos los drenajes contenidos en RiverRAS_v0.shp. Nombre la zona resultante como Perimeter_v2.shp.</a:t>
            </a:r>
          </a:p>
        </p:txBody>
      </p:sp>
      <p:pic>
        <p:nvPicPr>
          <p:cNvPr id="3" name="Imagen 2">
            <a:extLst>
              <a:ext uri="{FF2B5EF4-FFF2-40B4-BE49-F238E27FC236}">
                <a16:creationId xmlns:a16="http://schemas.microsoft.com/office/drawing/2014/main" id="{0E187867-7222-4E80-99CB-84D94907B475}"/>
              </a:ext>
            </a:extLst>
          </p:cNvPr>
          <p:cNvPicPr>
            <a:picLocks noChangeAspect="1"/>
          </p:cNvPicPr>
          <p:nvPr/>
        </p:nvPicPr>
        <p:blipFill>
          <a:blip r:embed="rId3">
            <a:extLst>
              <a:ext uri="{BEBA8EAE-BF5A-486C-A8C5-ECC9F3942E4B}">
                <a14:imgProps xmlns:a14="http://schemas.microsoft.com/office/drawing/2010/main">
                  <a14:imgLayer r:embed="rId4">
                    <a14:imgEffect>
                      <a14:saturation sat="0"/>
                    </a14:imgEffect>
                  </a14:imgLayer>
                </a14:imgProps>
              </a:ext>
            </a:extLst>
          </a:blip>
          <a:stretch>
            <a:fillRect/>
          </a:stretch>
        </p:blipFill>
        <p:spPr>
          <a:xfrm>
            <a:off x="983433" y="2438964"/>
            <a:ext cx="10225136" cy="3527739"/>
          </a:xfrm>
          <a:prstGeom prst="rect">
            <a:avLst/>
          </a:prstGeom>
        </p:spPr>
      </p:pic>
      <p:sp>
        <p:nvSpPr>
          <p:cNvPr id="7" name="1 Título">
            <a:extLst>
              <a:ext uri="{FF2B5EF4-FFF2-40B4-BE49-F238E27FC236}">
                <a16:creationId xmlns:a16="http://schemas.microsoft.com/office/drawing/2014/main" id="{836EB862-5425-4798-AB64-0788A23A5732}"/>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3. Creación de límite geográfico de toda la zona </a:t>
            </a:r>
            <a:r>
              <a:rPr lang="es-ES" sz="800" dirty="0" err="1">
                <a:latin typeface="Segoe UI Light" panose="020B0502040204020203" pitchFamily="34" charset="0"/>
                <a:cs typeface="Segoe UI Light" panose="020B0502040204020203" pitchFamily="34" charset="0"/>
              </a:rPr>
              <a:t>Lidar</a:t>
            </a:r>
            <a:r>
              <a:rPr lang="es-ES" sz="800" dirty="0">
                <a:latin typeface="Segoe UI Light" panose="020B0502040204020203" pitchFamily="34" charset="0"/>
                <a:cs typeface="Segoe UI Light" panose="020B0502040204020203" pitchFamily="34" charset="0"/>
              </a:rPr>
              <a:t> en formato </a:t>
            </a:r>
            <a:r>
              <a:rPr lang="es-ES" sz="800" dirty="0" err="1">
                <a:latin typeface="Segoe UI Light" panose="020B0502040204020203" pitchFamily="34" charset="0"/>
                <a:cs typeface="Segoe UI Light" panose="020B0502040204020203" pitchFamily="34" charset="0"/>
              </a:rPr>
              <a:t>shapefile</a:t>
            </a:r>
            <a:r>
              <a:rPr lang="es-ES" sz="800" dirty="0">
                <a:latin typeface="Segoe UI Light" panose="020B0502040204020203" pitchFamily="34" charset="0"/>
                <a:cs typeface="Segoe UI Light" panose="020B0502040204020203" pitchFamily="34" charset="0"/>
              </a:rPr>
              <a:t>. Aguas arriba, aguas abajo y cauce lateral</a:t>
            </a:r>
          </a:p>
        </p:txBody>
      </p:sp>
      <p:pic>
        <p:nvPicPr>
          <p:cNvPr id="6" name="Imagen 5">
            <a:extLst>
              <a:ext uri="{FF2B5EF4-FFF2-40B4-BE49-F238E27FC236}">
                <a16:creationId xmlns:a16="http://schemas.microsoft.com/office/drawing/2014/main" id="{E00E4F81-D9BB-4A95-BE62-AFA17A10B70A}"/>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357664125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584721" y="3105834"/>
            <a:ext cx="5022558" cy="646331"/>
          </a:xfrm>
          <a:prstGeom prst="rect">
            <a:avLst/>
          </a:prstGeom>
          <a:noFill/>
        </p:spPr>
        <p:txBody>
          <a:bodyPr wrap="square" rtlCol="0">
            <a:spAutoFit/>
          </a:bodyPr>
          <a:lstStyle/>
          <a:p>
            <a:pPr algn="ctr"/>
            <a:r>
              <a:rPr lang="es-CO" dirty="0">
                <a:latin typeface="Segoe UI Light" panose="020B0502040204020203" pitchFamily="34" charset="0"/>
                <a:cs typeface="Segoe UI Light" panose="020B0502040204020203" pitchFamily="34" charset="0"/>
              </a:rPr>
              <a:t>4. Creación de límites geográficos para modelación del paso de vía en formato </a:t>
            </a:r>
            <a:r>
              <a:rPr lang="es-CO" dirty="0" err="1">
                <a:latin typeface="Segoe UI Light" panose="020B0502040204020203" pitchFamily="34" charset="0"/>
                <a:cs typeface="Segoe UI Light" panose="020B0502040204020203" pitchFamily="34" charset="0"/>
              </a:rPr>
              <a:t>shapefile</a:t>
            </a:r>
            <a:endParaRPr lang="es-CO" dirty="0">
              <a:latin typeface="Segoe UI Light" panose="020B0502040204020203" pitchFamily="34" charset="0"/>
              <a:cs typeface="Segoe UI Light" panose="020B0502040204020203" pitchFamily="34" charset="0"/>
            </a:endParaRPr>
          </a:p>
        </p:txBody>
      </p:sp>
      <p:pic>
        <p:nvPicPr>
          <p:cNvPr id="4" name="Imagen 3">
            <a:extLst>
              <a:ext uri="{FF2B5EF4-FFF2-40B4-BE49-F238E27FC236}">
                <a16:creationId xmlns:a16="http://schemas.microsoft.com/office/drawing/2014/main" id="{29DE36DC-0270-40AC-BC54-B24C94B24FE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13127189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A9C848A4-6B92-451F-B63E-662D9C3EBD5E}"/>
              </a:ext>
            </a:extLst>
          </p:cNvPr>
          <p:cNvPicPr>
            <a:picLocks noChangeAspect="1"/>
          </p:cNvPicPr>
          <p:nvPr/>
        </p:nvPicPr>
        <p:blipFill>
          <a:blip r:embed="rId3">
            <a:extLst>
              <a:ext uri="{BEBA8EAE-BF5A-486C-A8C5-ECC9F3942E4B}">
                <a14:imgProps xmlns:a14="http://schemas.microsoft.com/office/drawing/2010/main">
                  <a14:imgLayer r:embed="rId4">
                    <a14:imgEffect>
                      <a14:saturation sat="0"/>
                    </a14:imgEffect>
                  </a14:imgLayer>
                </a14:imgProps>
              </a:ext>
            </a:extLst>
          </a:blip>
          <a:stretch>
            <a:fillRect/>
          </a:stretch>
        </p:blipFill>
        <p:spPr>
          <a:xfrm>
            <a:off x="796090" y="2492896"/>
            <a:ext cx="10644461" cy="3672408"/>
          </a:xfrm>
          <a:prstGeom prst="rect">
            <a:avLst/>
          </a:prstGeom>
        </p:spPr>
      </p:pic>
      <p:sp>
        <p:nvSpPr>
          <p:cNvPr id="8" name="7 CuadroTexto"/>
          <p:cNvSpPr txBox="1"/>
          <p:nvPr/>
        </p:nvSpPr>
        <p:spPr>
          <a:xfrm>
            <a:off x="767408" y="820449"/>
            <a:ext cx="10657184" cy="1569660"/>
          </a:xfrm>
          <a:prstGeom prst="rect">
            <a:avLst/>
          </a:prstGeom>
          <a:noFill/>
        </p:spPr>
        <p:txBody>
          <a:bodyPr wrap="square" rtlCol="0">
            <a:spAutoFit/>
          </a:bodyPr>
          <a:lstStyle/>
          <a:p>
            <a:pPr algn="just"/>
            <a:r>
              <a:rPr lang="en-US" sz="1600">
                <a:latin typeface="Segoe UI Light" panose="020B0502040204020203" pitchFamily="34" charset="0"/>
                <a:cs typeface="Segoe UI Light" panose="020B0502040204020203" pitchFamily="34" charset="0"/>
              </a:rPr>
              <a:t>La modelación del paso de vía a través de diferentes alcantarillas o un puente con pilas, podrá ser realizada mediante la combinación de modelación 2D – 1D – 2D. Para ello será necesario definir dos zonas, antes y después del eje de paso. Utilizando el área definida en el numeral 3.3. y el modo de edición de ArcMap, divida el área geográfica en dos regiones dejando un espaciamiento de aproximadamente 350 metros. Utilice como referencia las coberturas de paso de vía (Bridges_v0.shp) y de secciones transversales (XSCutLines_v1.shp), conserve al menos 2 secciones aguas arriba y 2 aguas abajo en el espaciamiento. </a:t>
            </a:r>
          </a:p>
        </p:txBody>
      </p:sp>
      <p:pic>
        <p:nvPicPr>
          <p:cNvPr id="9" name="Imagen 8">
            <a:extLst>
              <a:ext uri="{FF2B5EF4-FFF2-40B4-BE49-F238E27FC236}">
                <a16:creationId xmlns:a16="http://schemas.microsoft.com/office/drawing/2014/main" id="{EA154285-6923-4CB4-9BDC-6183A78F84DE}"/>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032104" y="4941168"/>
            <a:ext cx="360000" cy="360000"/>
          </a:xfrm>
          <a:prstGeom prst="rect">
            <a:avLst/>
          </a:prstGeom>
        </p:spPr>
      </p:pic>
      <p:sp>
        <p:nvSpPr>
          <p:cNvPr id="7" name="1 Título">
            <a:extLst>
              <a:ext uri="{FF2B5EF4-FFF2-40B4-BE49-F238E27FC236}">
                <a16:creationId xmlns:a16="http://schemas.microsoft.com/office/drawing/2014/main" id="{AEB026E4-93BF-4215-8365-EB1455FEC342}"/>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4. Creación de límites geográficos para modelación del paso de vía en formato </a:t>
            </a:r>
            <a:r>
              <a:rPr lang="es-ES" sz="800" dirty="0" err="1">
                <a:latin typeface="Segoe UI Light" panose="020B0502040204020203" pitchFamily="34" charset="0"/>
                <a:cs typeface="Segoe UI Light" panose="020B0502040204020203" pitchFamily="34" charset="0"/>
              </a:rPr>
              <a:t>shapefile</a:t>
            </a:r>
            <a:endParaRPr lang="es-ES" sz="800" dirty="0">
              <a:latin typeface="Segoe UI Light" panose="020B0502040204020203" pitchFamily="34" charset="0"/>
              <a:cs typeface="Segoe UI Light" panose="020B0502040204020203" pitchFamily="34" charset="0"/>
            </a:endParaRPr>
          </a:p>
        </p:txBody>
      </p:sp>
      <p:pic>
        <p:nvPicPr>
          <p:cNvPr id="11" name="Imagen 10">
            <a:extLst>
              <a:ext uri="{FF2B5EF4-FFF2-40B4-BE49-F238E27FC236}">
                <a16:creationId xmlns:a16="http://schemas.microsoft.com/office/drawing/2014/main" id="{5678BD38-26AB-4C6D-962A-02848F70CE25}"/>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403916816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1901534" y="1268265"/>
            <a:ext cx="8368700" cy="338554"/>
          </a:xfrm>
          <a:prstGeom prst="rect">
            <a:avLst/>
          </a:prstGeom>
          <a:noFill/>
        </p:spPr>
        <p:txBody>
          <a:bodyPr wrap="square" rtlCol="0">
            <a:spAutoFit/>
          </a:bodyPr>
          <a:lstStyle/>
          <a:p>
            <a:pPr algn="ctr"/>
            <a:r>
              <a:rPr lang="en-US" sz="1600">
                <a:latin typeface="Segoe UI Light" panose="020B0502040204020203" pitchFamily="34" charset="0"/>
                <a:cs typeface="Segoe UI Light" panose="020B0502040204020203" pitchFamily="34" charset="0"/>
              </a:rPr>
              <a:t>Guarde este perímetro como Perimeter_v3.shp.</a:t>
            </a:r>
          </a:p>
        </p:txBody>
      </p:sp>
      <p:pic>
        <p:nvPicPr>
          <p:cNvPr id="2" name="Imagen 1">
            <a:extLst>
              <a:ext uri="{FF2B5EF4-FFF2-40B4-BE49-F238E27FC236}">
                <a16:creationId xmlns:a16="http://schemas.microsoft.com/office/drawing/2014/main" id="{E22CE2C6-1F91-4FC2-BCA7-175045B28283}"/>
              </a:ext>
            </a:extLst>
          </p:cNvPr>
          <p:cNvPicPr>
            <a:picLocks noChangeAspect="1"/>
          </p:cNvPicPr>
          <p:nvPr/>
        </p:nvPicPr>
        <p:blipFill>
          <a:blip r:embed="rId3">
            <a:extLst>
              <a:ext uri="{BEBA8EAE-BF5A-486C-A8C5-ECC9F3942E4B}">
                <a14:imgProps xmlns:a14="http://schemas.microsoft.com/office/drawing/2010/main">
                  <a14:imgLayer r:embed="rId4">
                    <a14:imgEffect>
                      <a14:saturation sat="0"/>
                    </a14:imgEffect>
                  </a14:imgLayer>
                </a14:imgProps>
              </a:ext>
            </a:extLst>
          </a:blip>
          <a:stretch>
            <a:fillRect/>
          </a:stretch>
        </p:blipFill>
        <p:spPr>
          <a:xfrm>
            <a:off x="383704" y="1916832"/>
            <a:ext cx="11424592" cy="3941558"/>
          </a:xfrm>
          <a:prstGeom prst="rect">
            <a:avLst/>
          </a:prstGeom>
        </p:spPr>
      </p:pic>
      <p:pic>
        <p:nvPicPr>
          <p:cNvPr id="6" name="Imagen 5">
            <a:extLst>
              <a:ext uri="{FF2B5EF4-FFF2-40B4-BE49-F238E27FC236}">
                <a16:creationId xmlns:a16="http://schemas.microsoft.com/office/drawing/2014/main" id="{15670EF8-5E3A-44B4-A4F3-67F4BBB54A50}"/>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7" name="1 Título">
            <a:extLst>
              <a:ext uri="{FF2B5EF4-FFF2-40B4-BE49-F238E27FC236}">
                <a16:creationId xmlns:a16="http://schemas.microsoft.com/office/drawing/2014/main" id="{98A5F781-FB22-4024-A900-B1DB0258C3FA}"/>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4. Creación de límites geográficos para modelación del paso de vía en formato </a:t>
            </a:r>
            <a:r>
              <a:rPr lang="es-ES" sz="800" dirty="0" err="1">
                <a:latin typeface="Segoe UI Light" panose="020B0502040204020203" pitchFamily="34" charset="0"/>
                <a:cs typeface="Segoe UI Light" panose="020B0502040204020203" pitchFamily="34" charset="0"/>
              </a:rPr>
              <a:t>shapefile</a:t>
            </a:r>
            <a:endParaRPr lang="es-ES" sz="8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71414012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286799" y="3105834"/>
            <a:ext cx="3618402" cy="646331"/>
          </a:xfrm>
          <a:prstGeom prst="rect">
            <a:avLst/>
          </a:prstGeom>
          <a:noFill/>
        </p:spPr>
        <p:txBody>
          <a:bodyPr wrap="square" rtlCol="0">
            <a:spAutoFit/>
          </a:bodyPr>
          <a:lstStyle/>
          <a:p>
            <a:pPr algn="ctr"/>
            <a:r>
              <a:rPr lang="es-CO" dirty="0">
                <a:latin typeface="Segoe UI Light" panose="020B0502040204020203" pitchFamily="34" charset="0"/>
                <a:cs typeface="Segoe UI Light" panose="020B0502040204020203" pitchFamily="34" charset="0"/>
              </a:rPr>
              <a:t>5. Importación y edición del área de drenaje 2D en RAS </a:t>
            </a:r>
            <a:r>
              <a:rPr lang="es-CO" dirty="0" err="1">
                <a:latin typeface="Segoe UI Light" panose="020B0502040204020203" pitchFamily="34" charset="0"/>
                <a:cs typeface="Segoe UI Light" panose="020B0502040204020203" pitchFamily="34" charset="0"/>
              </a:rPr>
              <a:t>Mapper</a:t>
            </a:r>
            <a:endParaRPr lang="es-CO" dirty="0">
              <a:latin typeface="Segoe UI Light" panose="020B0502040204020203" pitchFamily="34" charset="0"/>
              <a:cs typeface="Segoe UI Light" panose="020B0502040204020203" pitchFamily="34" charset="0"/>
            </a:endParaRPr>
          </a:p>
        </p:txBody>
      </p:sp>
      <p:pic>
        <p:nvPicPr>
          <p:cNvPr id="4" name="Imagen 3">
            <a:extLst>
              <a:ext uri="{FF2B5EF4-FFF2-40B4-BE49-F238E27FC236}">
                <a16:creationId xmlns:a16="http://schemas.microsoft.com/office/drawing/2014/main" id="{61F048CC-9205-4AE6-8EC8-5FB5CB7D054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397148058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587501" y="502801"/>
            <a:ext cx="11196884" cy="1815882"/>
          </a:xfrm>
          <a:prstGeom prst="rect">
            <a:avLst/>
          </a:prstGeom>
          <a:noFill/>
        </p:spPr>
        <p:txBody>
          <a:bodyPr wrap="square" rtlCol="0">
            <a:spAutoFit/>
          </a:bodyPr>
          <a:lstStyle/>
          <a:p>
            <a:pPr algn="just"/>
            <a:r>
              <a:rPr lang="en-US" sz="1600" dirty="0">
                <a:latin typeface="Segoe UI Light" panose="020B0502040204020203" pitchFamily="34" charset="0"/>
                <a:cs typeface="Segoe UI Light" panose="020B0502040204020203" pitchFamily="34" charset="0"/>
              </a:rPr>
              <a:t>a.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HEC-RAS 5.0.7. </a:t>
            </a:r>
            <a:r>
              <a:rPr lang="en-US" sz="1600" dirty="0" err="1">
                <a:latin typeface="Segoe UI Light" panose="020B0502040204020203" pitchFamily="34" charset="0"/>
                <a:cs typeface="Segoe UI Light" panose="020B0502040204020203" pitchFamily="34" charset="0"/>
              </a:rPr>
              <a:t>abra</a:t>
            </a:r>
            <a:r>
              <a:rPr lang="en-US" sz="1600" dirty="0">
                <a:latin typeface="Segoe UI Light" panose="020B0502040204020203" pitchFamily="34" charset="0"/>
                <a:cs typeface="Segoe UI Light" panose="020B0502040204020203" pitchFamily="34" charset="0"/>
              </a:rPr>
              <a:t> el RAS Mapper.</a:t>
            </a:r>
          </a:p>
          <a:p>
            <a:pPr algn="just"/>
            <a:endParaRPr lang="en-US" sz="1600" dirty="0">
              <a:latin typeface="Segoe UI Light" panose="020B0502040204020203" pitchFamily="34" charset="0"/>
              <a:cs typeface="Segoe UI Light" panose="020B0502040204020203" pitchFamily="34" charset="0"/>
            </a:endParaRPr>
          </a:p>
          <a:p>
            <a:pPr algn="just"/>
            <a:r>
              <a:rPr lang="en-US" sz="1600" dirty="0">
                <a:latin typeface="Segoe UI Light" panose="020B0502040204020203" pitchFamily="34" charset="0"/>
                <a:cs typeface="Segoe UI Light" panose="020B0502040204020203" pitchFamily="34" charset="0"/>
              </a:rPr>
              <a:t>b. </a:t>
            </a:r>
            <a:r>
              <a:rPr lang="en-US" sz="1600" dirty="0" err="1">
                <a:latin typeface="Segoe UI Light" panose="020B0502040204020203" pitchFamily="34" charset="0"/>
                <a:cs typeface="Segoe UI Light" panose="020B0502040204020203" pitchFamily="34" charset="0"/>
              </a:rPr>
              <a:t>Clic</a:t>
            </a:r>
            <a:r>
              <a:rPr lang="en-US" sz="1600" dirty="0">
                <a:latin typeface="Segoe UI Light" panose="020B0502040204020203" pitchFamily="34" charset="0"/>
                <a:cs typeface="Segoe UI Light" panose="020B0502040204020203" pitchFamily="34" charset="0"/>
              </a:rPr>
              <a:t> derecho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a:t>
            </a:r>
            <a:r>
              <a:rPr lang="en-US" sz="1600" i="1" dirty="0">
                <a:latin typeface="Segoe UI Light" panose="020B0502040204020203" pitchFamily="34" charset="0"/>
                <a:cs typeface="Segoe UI Light" panose="020B0502040204020203" pitchFamily="34" charset="0"/>
              </a:rPr>
              <a:t>Geometries – Add New Geometry</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Nombre</a:t>
            </a:r>
            <a:r>
              <a:rPr lang="en-US" sz="1600" dirty="0">
                <a:latin typeface="Segoe UI Light" panose="020B0502040204020203" pitchFamily="34" charset="0"/>
                <a:cs typeface="Segoe UI Light" panose="020B0502040204020203" pitchFamily="34" charset="0"/>
              </a:rPr>
              <a:t> la </a:t>
            </a:r>
            <a:r>
              <a:rPr lang="en-US" sz="1600" dirty="0" err="1">
                <a:latin typeface="Segoe UI Light" panose="020B0502040204020203" pitchFamily="34" charset="0"/>
                <a:cs typeface="Segoe UI Light" panose="020B0502040204020203" pitchFamily="34" charset="0"/>
              </a:rPr>
              <a:t>geometría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como</a:t>
            </a:r>
            <a:r>
              <a:rPr lang="en-US" sz="1600" dirty="0">
                <a:latin typeface="Segoe UI Light" panose="020B0502040204020203" pitchFamily="34" charset="0"/>
                <a:cs typeface="Segoe UI Light" panose="020B0502040204020203" pitchFamily="34" charset="0"/>
              </a:rPr>
              <a:t> </a:t>
            </a:r>
            <a:r>
              <a:rPr lang="en-US" sz="1600" i="1" dirty="0">
                <a:latin typeface="Segoe UI Light" panose="020B0502040204020203" pitchFamily="34" charset="0"/>
                <a:cs typeface="Segoe UI Light" panose="020B0502040204020203" pitchFamily="34" charset="0"/>
              </a:rPr>
              <a:t>Geom0Sinuoso.</a:t>
            </a:r>
          </a:p>
          <a:p>
            <a:pPr algn="just"/>
            <a:endParaRPr lang="en-US" sz="1600" i="1" dirty="0">
              <a:latin typeface="Segoe UI Light" panose="020B0502040204020203" pitchFamily="34" charset="0"/>
              <a:cs typeface="Segoe UI Light" panose="020B0502040204020203" pitchFamily="34" charset="0"/>
            </a:endParaRPr>
          </a:p>
          <a:p>
            <a:pPr algn="just"/>
            <a:r>
              <a:rPr lang="en-US" sz="1600" dirty="0">
                <a:latin typeface="Segoe UI Light" panose="020B0502040204020203" pitchFamily="34" charset="0"/>
                <a:cs typeface="Segoe UI Light" panose="020B0502040204020203" pitchFamily="34" charset="0"/>
              </a:rPr>
              <a:t>c. </a:t>
            </a:r>
            <a:r>
              <a:rPr lang="en-US" sz="1600" dirty="0" err="1">
                <a:latin typeface="Segoe UI Light" panose="020B0502040204020203" pitchFamily="34" charset="0"/>
                <a:cs typeface="Segoe UI Light" panose="020B0502040204020203" pitchFamily="34" charset="0"/>
              </a:rPr>
              <a:t>Clic</a:t>
            </a:r>
            <a:r>
              <a:rPr lang="en-US" sz="1600" dirty="0">
                <a:latin typeface="Segoe UI Light" panose="020B0502040204020203" pitchFamily="34" charset="0"/>
                <a:cs typeface="Segoe UI Light" panose="020B0502040204020203" pitchFamily="34" charset="0"/>
              </a:rPr>
              <a:t> derecho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Perimeters de 2D Flow Areas – Edit Geometry. </a:t>
            </a:r>
            <a:r>
              <a:rPr lang="en-US" sz="1600" dirty="0" err="1">
                <a:latin typeface="Segoe UI Light" panose="020B0502040204020203" pitchFamily="34" charset="0"/>
                <a:cs typeface="Segoe UI Light" panose="020B0502040204020203" pitchFamily="34" charset="0"/>
              </a:rPr>
              <a:t>Utilizando</a:t>
            </a:r>
            <a:r>
              <a:rPr lang="en-US" sz="1600" dirty="0">
                <a:latin typeface="Segoe UI Light" panose="020B0502040204020203" pitchFamily="34" charset="0"/>
                <a:cs typeface="Segoe UI Light" panose="020B0502040204020203" pitchFamily="34" charset="0"/>
              </a:rPr>
              <a:t> la </a:t>
            </a:r>
            <a:r>
              <a:rPr lang="en-US" sz="1600" dirty="0" err="1">
                <a:latin typeface="Segoe UI Light" panose="020B0502040204020203" pitchFamily="34" charset="0"/>
                <a:cs typeface="Segoe UI Light" panose="020B0502040204020203" pitchFamily="34" charset="0"/>
              </a:rPr>
              <a:t>barra</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dibujo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podrá</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trazar</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manualmente</a:t>
            </a:r>
            <a:r>
              <a:rPr lang="en-US" sz="1600" dirty="0">
                <a:latin typeface="Segoe UI Light" panose="020B0502040204020203" pitchFamily="34" charset="0"/>
                <a:cs typeface="Segoe UI Light" panose="020B0502040204020203" pitchFamily="34" charset="0"/>
              </a:rPr>
              <a:t> el </a:t>
            </a:r>
            <a:r>
              <a:rPr lang="en-US" sz="1600" dirty="0" err="1">
                <a:latin typeface="Segoe UI Light" panose="020B0502040204020203" pitchFamily="34" charset="0"/>
                <a:cs typeface="Segoe UI Light" panose="020B0502040204020203" pitchFamily="34" charset="0"/>
              </a:rPr>
              <a:t>perímetro</a:t>
            </a:r>
            <a:r>
              <a:rPr lang="en-US" sz="1600" dirty="0">
                <a:latin typeface="Segoe UI Light" panose="020B0502040204020203" pitchFamily="34" charset="0"/>
                <a:cs typeface="Segoe UI Light" panose="020B0502040204020203" pitchFamily="34" charset="0"/>
              </a:rPr>
              <a:t> 2D de la zona de </a:t>
            </a:r>
            <a:r>
              <a:rPr lang="en-US" sz="1600" dirty="0" err="1">
                <a:latin typeface="Segoe UI Light" panose="020B0502040204020203" pitchFamily="34" charset="0"/>
                <a:cs typeface="Segoe UI Light" panose="020B0502040204020203" pitchFamily="34" charset="0"/>
              </a:rPr>
              <a:t>estudio</a:t>
            </a:r>
            <a:r>
              <a:rPr lang="en-US" sz="1600" dirty="0">
                <a:latin typeface="Segoe UI Light" panose="020B0502040204020203" pitchFamily="34" charset="0"/>
                <a:cs typeface="Segoe UI Light" panose="020B0502040204020203" pitchFamily="34" charset="0"/>
              </a:rPr>
              <a:t> o </a:t>
            </a:r>
            <a:r>
              <a:rPr lang="en-US" sz="1600" dirty="0" err="1">
                <a:latin typeface="Segoe UI Light" panose="020B0502040204020203" pitchFamily="34" charset="0"/>
                <a:cs typeface="Segoe UI Light" panose="020B0502040204020203" pitchFamily="34" charset="0"/>
              </a:rPr>
              <a:t>podrá</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importarla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usando</a:t>
            </a:r>
            <a:r>
              <a:rPr lang="en-US" sz="1600" dirty="0">
                <a:latin typeface="Segoe UI Light" panose="020B0502040204020203" pitchFamily="34" charset="0"/>
                <a:cs typeface="Segoe UI Light" panose="020B0502040204020203" pitchFamily="34" charset="0"/>
              </a:rPr>
              <a:t> un </a:t>
            </a:r>
            <a:r>
              <a:rPr lang="en-US" sz="1600" dirty="0" err="1">
                <a:latin typeface="Segoe UI Light" panose="020B0502040204020203" pitchFamily="34" charset="0"/>
                <a:cs typeface="Segoe UI Light" panose="020B0502040204020203" pitchFamily="34" charset="0"/>
              </a:rPr>
              <a:t>archivo</a:t>
            </a:r>
            <a:r>
              <a:rPr lang="en-US" sz="1600" dirty="0">
                <a:latin typeface="Segoe UI Light" panose="020B0502040204020203" pitchFamily="34" charset="0"/>
                <a:cs typeface="Segoe UI Light" panose="020B0502040204020203" pitchFamily="34" charset="0"/>
              </a:rPr>
              <a:t> shapefile Perimeter_v0.shp. </a:t>
            </a:r>
            <a:r>
              <a:rPr lang="en-US" sz="1600" dirty="0" err="1">
                <a:latin typeface="Segoe UI Light" panose="020B0502040204020203" pitchFamily="34" charset="0"/>
                <a:cs typeface="Segoe UI Light" panose="020B0502040204020203" pitchFamily="34" charset="0"/>
              </a:rPr>
              <a:t>Clic</a:t>
            </a:r>
            <a:r>
              <a:rPr lang="en-US" sz="1600" dirty="0">
                <a:latin typeface="Segoe UI Light" panose="020B0502040204020203" pitchFamily="34" charset="0"/>
                <a:cs typeface="Segoe UI Light" panose="020B0502040204020203" pitchFamily="34" charset="0"/>
              </a:rPr>
              <a:t> derecho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Perimeters – Layer Properties – Features – Import Features. Revise </a:t>
            </a:r>
            <a:r>
              <a:rPr lang="en-US" sz="1600" dirty="0" err="1">
                <a:latin typeface="Segoe UI Light" panose="020B0502040204020203" pitchFamily="34" charset="0"/>
                <a:cs typeface="Segoe UI Light" panose="020B0502040204020203" pitchFamily="34" charset="0"/>
              </a:rPr>
              <a:t>todas</a:t>
            </a:r>
            <a:r>
              <a:rPr lang="en-US" sz="1600" dirty="0">
                <a:latin typeface="Segoe UI Light" panose="020B0502040204020203" pitchFamily="34" charset="0"/>
                <a:cs typeface="Segoe UI Light" panose="020B0502040204020203" pitchFamily="34" charset="0"/>
              </a:rPr>
              <a:t> las </a:t>
            </a:r>
            <a:r>
              <a:rPr lang="en-US" sz="1600" dirty="0" err="1">
                <a:latin typeface="Segoe UI Light" panose="020B0502040204020203" pitchFamily="34" charset="0"/>
                <a:cs typeface="Segoe UI Light" panose="020B0502040204020203" pitchFamily="34" charset="0"/>
              </a:rPr>
              <a:t>propiedades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parametrizables</a:t>
            </a:r>
            <a:r>
              <a:rPr lang="en-US" sz="1600" dirty="0">
                <a:latin typeface="Segoe UI Light" panose="020B0502040204020203" pitchFamily="34" charset="0"/>
                <a:cs typeface="Segoe UI Light" panose="020B0502040204020203" pitchFamily="34" charset="0"/>
              </a:rPr>
              <a:t> para el </a:t>
            </a:r>
            <a:r>
              <a:rPr lang="en-US" sz="1600" dirty="0" err="1">
                <a:latin typeface="Segoe UI Light" panose="020B0502040204020203" pitchFamily="34" charset="0"/>
                <a:cs typeface="Segoe UI Light" panose="020B0502040204020203" pitchFamily="34" charset="0"/>
              </a:rPr>
              <a:t>perímetro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importado</a:t>
            </a:r>
            <a:r>
              <a:rPr lang="en-US" sz="1600" dirty="0">
                <a:latin typeface="Segoe UI Light" panose="020B0502040204020203" pitchFamily="34" charset="0"/>
                <a:cs typeface="Segoe UI Light" panose="020B0502040204020203" pitchFamily="34" charset="0"/>
              </a:rPr>
              <a:t>.</a:t>
            </a:r>
          </a:p>
        </p:txBody>
      </p:sp>
      <p:pic>
        <p:nvPicPr>
          <p:cNvPr id="4" name="Imagen 3">
            <a:extLst>
              <a:ext uri="{FF2B5EF4-FFF2-40B4-BE49-F238E27FC236}">
                <a16:creationId xmlns:a16="http://schemas.microsoft.com/office/drawing/2014/main" id="{AD80ECED-8C1A-41CF-A8BD-5C36D582F485}"/>
              </a:ext>
            </a:extLst>
          </p:cNvPr>
          <p:cNvPicPr>
            <a:picLocks noChangeAspect="1"/>
          </p:cNvPicPr>
          <p:nvPr/>
        </p:nvPicPr>
        <p:blipFill>
          <a:blip r:embed="rId3">
            <a:grayscl/>
          </a:blip>
          <a:stretch>
            <a:fillRect/>
          </a:stretch>
        </p:blipFill>
        <p:spPr>
          <a:xfrm>
            <a:off x="574948" y="2708082"/>
            <a:ext cx="4067175" cy="3181350"/>
          </a:xfrm>
          <a:prstGeom prst="rect">
            <a:avLst/>
          </a:prstGeom>
        </p:spPr>
      </p:pic>
      <p:pic>
        <p:nvPicPr>
          <p:cNvPr id="3" name="Imagen 2">
            <a:extLst>
              <a:ext uri="{FF2B5EF4-FFF2-40B4-BE49-F238E27FC236}">
                <a16:creationId xmlns:a16="http://schemas.microsoft.com/office/drawing/2014/main" id="{EF70B323-721A-40BC-BE23-24281CD45174}"/>
              </a:ext>
            </a:extLst>
          </p:cNvPr>
          <p:cNvPicPr>
            <a:picLocks noChangeAspect="1"/>
          </p:cNvPicPr>
          <p:nvPr/>
        </p:nvPicPr>
        <p:blipFill>
          <a:blip r:embed="rId4">
            <a:grayscl/>
          </a:blip>
          <a:stretch>
            <a:fillRect/>
          </a:stretch>
        </p:blipFill>
        <p:spPr>
          <a:xfrm>
            <a:off x="587501" y="5137688"/>
            <a:ext cx="4054622" cy="1459664"/>
          </a:xfrm>
          <a:prstGeom prst="rect">
            <a:avLst/>
          </a:prstGeom>
        </p:spPr>
      </p:pic>
      <p:pic>
        <p:nvPicPr>
          <p:cNvPr id="9" name="Imagen 8">
            <a:extLst>
              <a:ext uri="{FF2B5EF4-FFF2-40B4-BE49-F238E27FC236}">
                <a16:creationId xmlns:a16="http://schemas.microsoft.com/office/drawing/2014/main" id="{2588D13F-F3B7-4724-8C70-05C2D29F320B}"/>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3719736" y="3986039"/>
            <a:ext cx="360000" cy="360000"/>
          </a:xfrm>
          <a:prstGeom prst="rect">
            <a:avLst/>
          </a:prstGeom>
        </p:spPr>
      </p:pic>
      <p:pic>
        <p:nvPicPr>
          <p:cNvPr id="10" name="Imagen 9">
            <a:extLst>
              <a:ext uri="{FF2B5EF4-FFF2-40B4-BE49-F238E27FC236}">
                <a16:creationId xmlns:a16="http://schemas.microsoft.com/office/drawing/2014/main" id="{889F1ADE-B4C3-40ED-A4B1-6D988AE1B14A}"/>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145085" y="4687908"/>
            <a:ext cx="360000" cy="360000"/>
          </a:xfrm>
          <a:prstGeom prst="rect">
            <a:avLst/>
          </a:prstGeom>
        </p:spPr>
      </p:pic>
      <p:pic>
        <p:nvPicPr>
          <p:cNvPr id="11" name="Imagen 10">
            <a:extLst>
              <a:ext uri="{FF2B5EF4-FFF2-40B4-BE49-F238E27FC236}">
                <a16:creationId xmlns:a16="http://schemas.microsoft.com/office/drawing/2014/main" id="{6DD7B9E5-5C41-43D3-8E8B-5AE250F2D5EB}"/>
              </a:ext>
            </a:extLst>
          </p:cNvPr>
          <p:cNvPicPr>
            <a:picLocks noChangeAspect="1"/>
          </p:cNvPicPr>
          <p:nvPr/>
        </p:nvPicPr>
        <p:blipFill>
          <a:blip r:embed="rId6">
            <a:grayscl/>
          </a:blip>
          <a:stretch>
            <a:fillRect/>
          </a:stretch>
        </p:blipFill>
        <p:spPr>
          <a:xfrm>
            <a:off x="4846730" y="2699100"/>
            <a:ext cx="6959805" cy="1691810"/>
          </a:xfrm>
          <a:prstGeom prst="rect">
            <a:avLst/>
          </a:prstGeom>
        </p:spPr>
      </p:pic>
      <p:pic>
        <p:nvPicPr>
          <p:cNvPr id="13" name="Imagen 12">
            <a:extLst>
              <a:ext uri="{FF2B5EF4-FFF2-40B4-BE49-F238E27FC236}">
                <a16:creationId xmlns:a16="http://schemas.microsoft.com/office/drawing/2014/main" id="{EAABB357-47B7-4FF2-BCDA-9E36BD119B90}"/>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626577" y="4156857"/>
            <a:ext cx="360000" cy="360000"/>
          </a:xfrm>
          <a:prstGeom prst="rect">
            <a:avLst/>
          </a:prstGeom>
        </p:spPr>
      </p:pic>
      <p:pic>
        <p:nvPicPr>
          <p:cNvPr id="12" name="Imagen 11">
            <a:extLst>
              <a:ext uri="{FF2B5EF4-FFF2-40B4-BE49-F238E27FC236}">
                <a16:creationId xmlns:a16="http://schemas.microsoft.com/office/drawing/2014/main" id="{9F79089E-BD6E-4DD3-B073-C5A29DB47584}"/>
              </a:ext>
            </a:extLst>
          </p:cNvPr>
          <p:cNvPicPr>
            <a:picLocks noChangeAspect="1"/>
          </p:cNvPicPr>
          <p:nvPr/>
        </p:nvPicPr>
        <p:blipFill>
          <a:blip r:embed="rId7">
            <a:grayscl/>
          </a:blip>
          <a:stretch>
            <a:fillRect/>
          </a:stretch>
        </p:blipFill>
        <p:spPr>
          <a:xfrm>
            <a:off x="4824581" y="4881046"/>
            <a:ext cx="6959804" cy="1691810"/>
          </a:xfrm>
          <a:prstGeom prst="rect">
            <a:avLst/>
          </a:prstGeom>
        </p:spPr>
      </p:pic>
      <p:sp>
        <p:nvSpPr>
          <p:cNvPr id="15" name="1 Título">
            <a:extLst>
              <a:ext uri="{FF2B5EF4-FFF2-40B4-BE49-F238E27FC236}">
                <a16:creationId xmlns:a16="http://schemas.microsoft.com/office/drawing/2014/main" id="{1C8017DE-DE04-4D9B-B59E-9008F60D7839}"/>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5. Importación y edición del área de drenaje 2D en RAS </a:t>
            </a:r>
            <a:r>
              <a:rPr lang="es-ES" sz="800" dirty="0" err="1">
                <a:latin typeface="Segoe UI Light" panose="020B0502040204020203" pitchFamily="34" charset="0"/>
                <a:cs typeface="Segoe UI Light" panose="020B0502040204020203" pitchFamily="34" charset="0"/>
              </a:rPr>
              <a:t>Mapper</a:t>
            </a:r>
            <a:endParaRPr lang="es-ES" sz="800" dirty="0">
              <a:latin typeface="Segoe UI Light" panose="020B0502040204020203" pitchFamily="34" charset="0"/>
              <a:cs typeface="Segoe UI Light" panose="020B0502040204020203" pitchFamily="34" charset="0"/>
            </a:endParaRPr>
          </a:p>
        </p:txBody>
      </p:sp>
      <p:pic>
        <p:nvPicPr>
          <p:cNvPr id="16" name="Imagen 15">
            <a:extLst>
              <a:ext uri="{FF2B5EF4-FFF2-40B4-BE49-F238E27FC236}">
                <a16:creationId xmlns:a16="http://schemas.microsoft.com/office/drawing/2014/main" id="{2825BE66-77EE-49A4-9B3D-BDAA01C62CE7}"/>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192008373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78371" y="559349"/>
            <a:ext cx="11435258" cy="1077218"/>
          </a:xfrm>
          <a:prstGeom prst="rect">
            <a:avLst/>
          </a:prstGeom>
          <a:noFill/>
        </p:spPr>
        <p:txBody>
          <a:bodyPr wrap="square" rtlCol="0">
            <a:spAutoFit/>
          </a:bodyPr>
          <a:lstStyle/>
          <a:p>
            <a:pPr algn="just"/>
            <a:r>
              <a:rPr lang="en-US" sz="1600">
                <a:latin typeface="Segoe UI Light" panose="020B0502040204020203" pitchFamily="34" charset="0"/>
                <a:cs typeface="Segoe UI Light" panose="020B0502040204020203" pitchFamily="34" charset="0"/>
              </a:rPr>
              <a:t>Detenga el modo de edición dando clic derecho en Perimeters – Stop Editing. </a:t>
            </a:r>
          </a:p>
          <a:p>
            <a:pPr algn="just"/>
            <a:endParaRPr lang="en-US" sz="1600">
              <a:latin typeface="Segoe UI Light" panose="020B0502040204020203" pitchFamily="34" charset="0"/>
              <a:cs typeface="Segoe UI Light" panose="020B0502040204020203" pitchFamily="34" charset="0"/>
            </a:endParaRPr>
          </a:p>
          <a:p>
            <a:pPr algn="just"/>
            <a:r>
              <a:rPr lang="en-US" sz="1600">
                <a:latin typeface="Segoe UI Light" panose="020B0502040204020203" pitchFamily="34" charset="0"/>
                <a:cs typeface="Segoe UI Light" panose="020B0502040204020203" pitchFamily="34" charset="0"/>
              </a:rPr>
              <a:t>Visualice el perímetro importado, observará que se presenta con transparencia y reborde. Modifique las propiedades de visualización e identifique estos cambios en pantalla.</a:t>
            </a:r>
          </a:p>
        </p:txBody>
      </p:sp>
      <p:pic>
        <p:nvPicPr>
          <p:cNvPr id="7" name="Imagen 6">
            <a:extLst>
              <a:ext uri="{FF2B5EF4-FFF2-40B4-BE49-F238E27FC236}">
                <a16:creationId xmlns:a16="http://schemas.microsoft.com/office/drawing/2014/main" id="{4777C550-8BA1-457F-8EB5-145B6ED9B6C0}"/>
              </a:ext>
            </a:extLst>
          </p:cNvPr>
          <p:cNvPicPr>
            <a:picLocks noChangeAspect="1"/>
          </p:cNvPicPr>
          <p:nvPr/>
        </p:nvPicPr>
        <p:blipFill>
          <a:blip r:embed="rId3">
            <a:extLst>
              <a:ext uri="{BEBA8EAE-BF5A-486C-A8C5-ECC9F3942E4B}">
                <a14:imgProps xmlns:a14="http://schemas.microsoft.com/office/drawing/2010/main">
                  <a14:imgLayer r:embed="rId4">
                    <a14:imgEffect>
                      <a14:saturation sat="0"/>
                    </a14:imgEffect>
                  </a14:imgLayer>
                </a14:imgProps>
              </a:ext>
            </a:extLst>
          </a:blip>
          <a:stretch>
            <a:fillRect/>
          </a:stretch>
        </p:blipFill>
        <p:spPr>
          <a:xfrm>
            <a:off x="378371" y="1712805"/>
            <a:ext cx="11435258" cy="4797470"/>
          </a:xfrm>
          <a:prstGeom prst="rect">
            <a:avLst/>
          </a:prstGeom>
        </p:spPr>
      </p:pic>
      <p:pic>
        <p:nvPicPr>
          <p:cNvPr id="14" name="Imagen 13">
            <a:extLst>
              <a:ext uri="{FF2B5EF4-FFF2-40B4-BE49-F238E27FC236}">
                <a16:creationId xmlns:a16="http://schemas.microsoft.com/office/drawing/2014/main" id="{2EF15F69-0208-4DE5-B1D0-06DFE734345D}"/>
              </a:ext>
            </a:extLst>
          </p:cNvPr>
          <p:cNvPicPr>
            <a:picLocks noChangeAspect="1"/>
          </p:cNvPicPr>
          <p:nvPr/>
        </p:nvPicPr>
        <p:blipFill>
          <a:blip r:embed="rId5">
            <a:extLst>
              <a:ext uri="{BEBA8EAE-BF5A-486C-A8C5-ECC9F3942E4B}">
                <a14:imgProps xmlns:a14="http://schemas.microsoft.com/office/drawing/2010/main">
                  <a14:imgLayer r:embed="rId6">
                    <a14:imgEffect>
                      <a14:saturation sat="0"/>
                    </a14:imgEffect>
                  </a14:imgLayer>
                </a14:imgProps>
              </a:ext>
            </a:extLst>
          </a:blip>
          <a:stretch>
            <a:fillRect/>
          </a:stretch>
        </p:blipFill>
        <p:spPr>
          <a:xfrm>
            <a:off x="2495600" y="4869160"/>
            <a:ext cx="2752725" cy="1266825"/>
          </a:xfrm>
          <a:prstGeom prst="rect">
            <a:avLst/>
          </a:prstGeom>
        </p:spPr>
      </p:pic>
      <p:pic>
        <p:nvPicPr>
          <p:cNvPr id="16" name="Imagen 15">
            <a:extLst>
              <a:ext uri="{FF2B5EF4-FFF2-40B4-BE49-F238E27FC236}">
                <a16:creationId xmlns:a16="http://schemas.microsoft.com/office/drawing/2014/main" id="{5E97CCAC-02F1-4D53-A254-27E5D0783D1A}"/>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487488" y="3249000"/>
            <a:ext cx="360000" cy="360000"/>
          </a:xfrm>
          <a:prstGeom prst="rect">
            <a:avLst/>
          </a:prstGeom>
        </p:spPr>
      </p:pic>
      <p:pic>
        <p:nvPicPr>
          <p:cNvPr id="9" name="Imagen 8">
            <a:extLst>
              <a:ext uri="{FF2B5EF4-FFF2-40B4-BE49-F238E27FC236}">
                <a16:creationId xmlns:a16="http://schemas.microsoft.com/office/drawing/2014/main" id="{D5980366-D283-4810-A565-A494B7F4934C}"/>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1" name="1 Título">
            <a:extLst>
              <a:ext uri="{FF2B5EF4-FFF2-40B4-BE49-F238E27FC236}">
                <a16:creationId xmlns:a16="http://schemas.microsoft.com/office/drawing/2014/main" id="{002E16A4-2C03-466D-89FB-BD7E859F2CAB}"/>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5. Importación y edición del área de drenaje 2D en RAS </a:t>
            </a:r>
            <a:r>
              <a:rPr lang="es-ES" sz="800" dirty="0" err="1">
                <a:latin typeface="Segoe UI Light" panose="020B0502040204020203" pitchFamily="34" charset="0"/>
                <a:cs typeface="Segoe UI Light" panose="020B0502040204020203" pitchFamily="34" charset="0"/>
              </a:rPr>
              <a:t>Mapper</a:t>
            </a:r>
            <a:endParaRPr lang="es-ES" sz="8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22280243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E70EE07A-5BFD-466E-B14A-12C366129646}"/>
              </a:ext>
            </a:extLst>
          </p:cNvPr>
          <p:cNvGrpSpPr/>
          <p:nvPr/>
        </p:nvGrpSpPr>
        <p:grpSpPr>
          <a:xfrm>
            <a:off x="4331804" y="1579664"/>
            <a:ext cx="3528392" cy="3698672"/>
            <a:chOff x="4223792" y="1628800"/>
            <a:chExt cx="3528392" cy="3698672"/>
          </a:xfrm>
        </p:grpSpPr>
        <p:sp>
          <p:nvSpPr>
            <p:cNvPr id="6" name="7 CuadroTexto">
              <a:extLst>
                <a:ext uri="{FF2B5EF4-FFF2-40B4-BE49-F238E27FC236}">
                  <a16:creationId xmlns:a16="http://schemas.microsoft.com/office/drawing/2014/main" id="{3572065F-81C1-454C-8E77-453E36FB65E9}"/>
                </a:ext>
              </a:extLst>
            </p:cNvPr>
            <p:cNvSpPr txBox="1"/>
            <p:nvPr/>
          </p:nvSpPr>
          <p:spPr>
            <a:xfrm>
              <a:off x="4223792" y="1628800"/>
              <a:ext cx="3528392" cy="861774"/>
            </a:xfrm>
            <a:prstGeom prst="rect">
              <a:avLst/>
            </a:prstGeom>
            <a:noFill/>
          </p:spPr>
          <p:txBody>
            <a:bodyPr wrap="square" rtlCol="0">
              <a:spAutoFit/>
            </a:bodyPr>
            <a:lstStyle/>
            <a:p>
              <a:pPr algn="ctr"/>
              <a:r>
                <a:rPr lang="es-ES" sz="1000" dirty="0">
                  <a:latin typeface="Segoe UI Light" panose="020B0502040204020203" pitchFamily="34" charset="0"/>
                  <a:cs typeface="Segoe UI Light" panose="020B0502040204020203" pitchFamily="34" charset="0"/>
                </a:rPr>
                <a:t>Contenido creado por: r.cfdtools@gmail.com</a:t>
              </a:r>
            </a:p>
            <a:p>
              <a:pPr algn="ctr"/>
              <a:r>
                <a:rPr lang="es-ES" sz="1000" dirty="0">
                  <a:latin typeface="Segoe UI Light" panose="020B0502040204020203" pitchFamily="34" charset="0"/>
                  <a:cs typeface="Segoe UI Light" panose="020B0502040204020203" pitchFamily="34" charset="0"/>
                  <a:hlinkClick r:id="rId2"/>
                </a:rPr>
                <a:t>https://github.com/rcfdtools</a:t>
              </a:r>
              <a:endParaRPr lang="es-ES" sz="1000" dirty="0">
                <a:latin typeface="Segoe UI Light" panose="020B0502040204020203" pitchFamily="34" charset="0"/>
                <a:cs typeface="Segoe UI Light" panose="020B0502040204020203" pitchFamily="34" charset="0"/>
              </a:endParaRPr>
            </a:p>
            <a:p>
              <a:pPr algn="ctr"/>
              <a:endParaRPr lang="es-ES" sz="1000" dirty="0">
                <a:latin typeface="Segoe UI Light" panose="020B0502040204020203" pitchFamily="34" charset="0"/>
                <a:cs typeface="Segoe UI Light" panose="020B0502040204020203" pitchFamily="34" charset="0"/>
              </a:endParaRPr>
            </a:p>
            <a:p>
              <a:pPr algn="ctr"/>
              <a:r>
                <a:rPr lang="es-ES" sz="1000" dirty="0">
                  <a:latin typeface="Segoe UI Light" panose="020B0502040204020203" pitchFamily="34" charset="0"/>
                  <a:cs typeface="Segoe UI Light" panose="020B0502040204020203" pitchFamily="34" charset="0"/>
                </a:rPr>
                <a:t>Licencia, cláusulas y condiciones de uso en:</a:t>
              </a:r>
            </a:p>
            <a:p>
              <a:pPr algn="ctr"/>
              <a:r>
                <a:rPr lang="es-ES" sz="1000" dirty="0">
                  <a:latin typeface="Segoe UI Light" panose="020B0502040204020203" pitchFamily="34" charset="0"/>
                  <a:cs typeface="Segoe UI Light" panose="020B0502040204020203" pitchFamily="34" charset="0"/>
                  <a:hlinkClick r:id="rId3"/>
                </a:rPr>
                <a:t>https://github.com/rcfdtools/R.HydroTools/wiki/License</a:t>
              </a:r>
              <a:endParaRPr lang="es-ES" sz="1000" dirty="0">
                <a:latin typeface="Segoe UI Light" panose="020B0502040204020203" pitchFamily="34" charset="0"/>
                <a:cs typeface="Segoe UI Light" panose="020B0502040204020203" pitchFamily="34" charset="0"/>
              </a:endParaRPr>
            </a:p>
          </p:txBody>
        </p:sp>
        <p:pic>
          <p:nvPicPr>
            <p:cNvPr id="7" name="Picture 6" descr="Qr code&#10;&#10;Description automatically generated">
              <a:extLst>
                <a:ext uri="{FF2B5EF4-FFF2-40B4-BE49-F238E27FC236}">
                  <a16:creationId xmlns:a16="http://schemas.microsoft.com/office/drawing/2014/main" id="{90F7619C-3D91-416E-B1F4-909E882E746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37988" y="2627472"/>
              <a:ext cx="2700000" cy="2700000"/>
            </a:xfrm>
            <a:prstGeom prst="rect">
              <a:avLst/>
            </a:prstGeom>
          </p:spPr>
        </p:pic>
      </p:grpSp>
      <p:pic>
        <p:nvPicPr>
          <p:cNvPr id="9" name="Imagen 8">
            <a:extLst>
              <a:ext uri="{FF2B5EF4-FFF2-40B4-BE49-F238E27FC236}">
                <a16:creationId xmlns:a16="http://schemas.microsoft.com/office/drawing/2014/main" id="{D1E24590-5B37-4B8E-8E7F-7CC7FF0BA204}"/>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2945859939"/>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6025</TotalTime>
  <Words>1277</Words>
  <Application>Microsoft Office PowerPoint</Application>
  <PresentationFormat>Widescreen</PresentationFormat>
  <Paragraphs>73</Paragraphs>
  <Slides>19</Slides>
  <Notes>17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19</vt:i4>
      </vt:variant>
    </vt:vector>
  </HeadingPairs>
  <TitlesOfParts>
    <vt:vector size="23" baseType="lpstr">
      <vt:lpstr>Arial</vt:lpstr>
      <vt:lpstr>Calibri</vt:lpstr>
      <vt:lpstr>Segoe UI Light</vt:lpstr>
      <vt:lpstr>Tema de Office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HCMC_5_3</dc:title>
  <dc:creator>master</dc:creator>
  <cp:lastModifiedBy>WILLIAM RICARDO AGUILAR PIÑA</cp:lastModifiedBy>
  <cp:revision>401</cp:revision>
  <dcterms:created xsi:type="dcterms:W3CDTF">2010-05-17T13:13:34Z</dcterms:created>
  <dcterms:modified xsi:type="dcterms:W3CDTF">2022-11-25T14:37:54Z</dcterms:modified>
</cp:coreProperties>
</file>