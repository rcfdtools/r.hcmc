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0"/>
  </p:notesMasterIdLst>
  <p:sldIdLst>
    <p:sldId id="256" r:id="rId2"/>
    <p:sldId id="301" r:id="rId3"/>
    <p:sldId id="385" r:id="rId4"/>
    <p:sldId id="324" r:id="rId5"/>
    <p:sldId id="386" r:id="rId6"/>
    <p:sldId id="325" r:id="rId7"/>
    <p:sldId id="326" r:id="rId8"/>
    <p:sldId id="387" r:id="rId9"/>
    <p:sldId id="327" r:id="rId10"/>
    <p:sldId id="328" r:id="rId11"/>
    <p:sldId id="329" r:id="rId12"/>
    <p:sldId id="330" r:id="rId13"/>
    <p:sldId id="388" r:id="rId14"/>
    <p:sldId id="331" r:id="rId15"/>
    <p:sldId id="332" r:id="rId16"/>
    <p:sldId id="334" r:id="rId17"/>
    <p:sldId id="333" r:id="rId18"/>
    <p:sldId id="384" r:id="rId19"/>
  </p:sldIdLst>
  <p:sldSz cx="12192000" cy="6858000"/>
  <p:notesSz cx="6858000" cy="9144000"/>
  <p:defaultTextStyle>
    <a:defPPr>
      <a:defRPr lang="es-CO"/>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0F0F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Estilo medio 2 - Énfasis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53" autoAdjust="0"/>
    <p:restoredTop sz="93623" autoAdjust="0"/>
  </p:normalViewPr>
  <p:slideViewPr>
    <p:cSldViewPr>
      <p:cViewPr varScale="1">
        <p:scale>
          <a:sx n="120" d="100"/>
          <a:sy n="120" d="100"/>
        </p:scale>
        <p:origin x="114" y="108"/>
      </p:cViewPr>
      <p:guideLst>
        <p:guide orient="horz" pos="2160"/>
        <p:guide pos="3840"/>
      </p:guideLst>
    </p:cSldViewPr>
  </p:slideViewPr>
  <p:notesTextViewPr>
    <p:cViewPr>
      <p:scale>
        <a:sx n="100" d="100"/>
        <a:sy n="100" d="100"/>
      </p:scale>
      <p:origin x="0" y="0"/>
    </p:cViewPr>
  </p:notesTextViewPr>
  <p:sorterViewPr>
    <p:cViewPr>
      <p:scale>
        <a:sx n="200" d="100"/>
        <a:sy n="200" d="100"/>
      </p:scale>
      <p:origin x="0" y="-19680"/>
    </p:cViewPr>
  </p:sorter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microsoft.com/office/2016/11/relationships/changesInfo" Target="changesInfos/changesInfo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WILLIAM RICARDO AGUILAR PIÑA" userId="25538c52-b196-49fc-9025-2dd86a54f18a" providerId="ADAL" clId="{8BE21A17-DF0B-43AC-ADE4-6F193E3CBCD9}"/>
    <pc:docChg chg="modSld">
      <pc:chgData name="WILLIAM RICARDO AGUILAR PIÑA" userId="25538c52-b196-49fc-9025-2dd86a54f18a" providerId="ADAL" clId="{8BE21A17-DF0B-43AC-ADE4-6F193E3CBCD9}" dt="2018-06-29T15:35:01.713" v="1" actId="20577"/>
      <pc:docMkLst>
        <pc:docMk/>
      </pc:docMkLst>
      <pc:sldChg chg="modSp">
        <pc:chgData name="WILLIAM RICARDO AGUILAR PIÑA" userId="25538c52-b196-49fc-9025-2dd86a54f18a" providerId="ADAL" clId="{8BE21A17-DF0B-43AC-ADE4-6F193E3CBCD9}" dt="2018-06-29T15:35:01.713" v="1" actId="20577"/>
        <pc:sldMkLst>
          <pc:docMk/>
          <pc:sldMk cId="0" sldId="256"/>
        </pc:sldMkLst>
        <pc:spChg chg="mod">
          <ac:chgData name="WILLIAM RICARDO AGUILAR PIÑA" userId="25538c52-b196-49fc-9025-2dd86a54f18a" providerId="ADAL" clId="{8BE21A17-DF0B-43AC-ADE4-6F193E3CBCD9}" dt="2018-06-29T15:35:01.713" v="1" actId="20577"/>
          <ac:spMkLst>
            <pc:docMk/>
            <pc:sldMk cId="0" sldId="256"/>
            <ac:spMk id="8" creationId="{00000000-0000-0000-0000-000000000000}"/>
          </ac:spMkLst>
        </pc:spChg>
      </pc:sldChg>
    </pc:docChg>
  </pc:docChgLst>
  <pc:docChgLst>
    <pc:chgData name="WILLIAM RICARDO AGUILAR PIÑA" userId="25538c52-b196-49fc-9025-2dd86a54f18a" providerId="ADAL" clId="{B575AF9F-BC14-4FAD-919B-01336FD301A1}"/>
    <pc:docChg chg="modSld">
      <pc:chgData name="WILLIAM RICARDO AGUILAR PIÑA" userId="25538c52-b196-49fc-9025-2dd86a54f18a" providerId="ADAL" clId="{B575AF9F-BC14-4FAD-919B-01336FD301A1}" dt="2020-10-24T13:31:17.948" v="26" actId="207"/>
      <pc:docMkLst>
        <pc:docMk/>
      </pc:docMkLst>
      <pc:sldChg chg="modSp mod">
        <pc:chgData name="WILLIAM RICARDO AGUILAR PIÑA" userId="25538c52-b196-49fc-9025-2dd86a54f18a" providerId="ADAL" clId="{B575AF9F-BC14-4FAD-919B-01336FD301A1}" dt="2020-10-24T13:28:24.437" v="13" actId="20577"/>
        <pc:sldMkLst>
          <pc:docMk/>
          <pc:sldMk cId="0" sldId="256"/>
        </pc:sldMkLst>
        <pc:spChg chg="mod">
          <ac:chgData name="WILLIAM RICARDO AGUILAR PIÑA" userId="25538c52-b196-49fc-9025-2dd86a54f18a" providerId="ADAL" clId="{B575AF9F-BC14-4FAD-919B-01336FD301A1}" dt="2020-10-24T13:28:24.437" v="13" actId="20577"/>
          <ac:spMkLst>
            <pc:docMk/>
            <pc:sldMk cId="0" sldId="256"/>
            <ac:spMk id="9" creationId="{E9DA7A0E-6784-4BDE-BD91-0ED97A8B0BC4}"/>
          </ac:spMkLst>
        </pc:spChg>
        <pc:spChg chg="mod">
          <ac:chgData name="WILLIAM RICARDO AGUILAR PIÑA" userId="25538c52-b196-49fc-9025-2dd86a54f18a" providerId="ADAL" clId="{B575AF9F-BC14-4FAD-919B-01336FD301A1}" dt="2020-10-24T13:28:16.844" v="9" actId="207"/>
          <ac:spMkLst>
            <pc:docMk/>
            <pc:sldMk cId="0" sldId="256"/>
            <ac:spMk id="10" creationId="{9A78CE6B-FC30-4CE6-AC08-3CABD9A7D650}"/>
          </ac:spMkLst>
        </pc:spChg>
        <pc:spChg chg="mod">
          <ac:chgData name="WILLIAM RICARDO AGUILAR PIÑA" userId="25538c52-b196-49fc-9025-2dd86a54f18a" providerId="ADAL" clId="{B575AF9F-BC14-4FAD-919B-01336FD301A1}" dt="2020-10-24T13:28:16.844" v="9" actId="207"/>
          <ac:spMkLst>
            <pc:docMk/>
            <pc:sldMk cId="0" sldId="256"/>
            <ac:spMk id="19" creationId="{AD66F173-09A5-4585-B28A-DD04388ED02F}"/>
          </ac:spMkLst>
        </pc:spChg>
      </pc:sldChg>
      <pc:sldChg chg="modSp mod">
        <pc:chgData name="WILLIAM RICARDO AGUILAR PIÑA" userId="25538c52-b196-49fc-9025-2dd86a54f18a" providerId="ADAL" clId="{B575AF9F-BC14-4FAD-919B-01336FD301A1}" dt="2020-10-24T13:26:51.800" v="1" actId="20577"/>
        <pc:sldMkLst>
          <pc:docMk/>
          <pc:sldMk cId="2852190545" sldId="301"/>
        </pc:sldMkLst>
        <pc:spChg chg="mod">
          <ac:chgData name="WILLIAM RICARDO AGUILAR PIÑA" userId="25538c52-b196-49fc-9025-2dd86a54f18a" providerId="ADAL" clId="{B575AF9F-BC14-4FAD-919B-01336FD301A1}" dt="2020-10-24T13:26:51.800" v="1" actId="20577"/>
          <ac:spMkLst>
            <pc:docMk/>
            <pc:sldMk cId="2852190545" sldId="301"/>
            <ac:spMk id="8" creationId="{00000000-0000-0000-0000-000000000000}"/>
          </ac:spMkLst>
        </pc:spChg>
      </pc:sldChg>
      <pc:sldChg chg="modSp mod">
        <pc:chgData name="WILLIAM RICARDO AGUILAR PIÑA" userId="25538c52-b196-49fc-9025-2dd86a54f18a" providerId="ADAL" clId="{B575AF9F-BC14-4FAD-919B-01336FD301A1}" dt="2020-10-24T13:28:03.082" v="8" actId="120"/>
        <pc:sldMkLst>
          <pc:docMk/>
          <pc:sldMk cId="2192530002" sldId="324"/>
        </pc:sldMkLst>
        <pc:spChg chg="mod">
          <ac:chgData name="WILLIAM RICARDO AGUILAR PIÑA" userId="25538c52-b196-49fc-9025-2dd86a54f18a" providerId="ADAL" clId="{B575AF9F-BC14-4FAD-919B-01336FD301A1}" dt="2020-10-24T13:27:00.877" v="2" actId="207"/>
          <ac:spMkLst>
            <pc:docMk/>
            <pc:sldMk cId="2192530002" sldId="324"/>
            <ac:spMk id="7" creationId="{728B016D-6E12-4139-993A-8CC744425455}"/>
          </ac:spMkLst>
        </pc:spChg>
        <pc:spChg chg="mod">
          <ac:chgData name="WILLIAM RICARDO AGUILAR PIÑA" userId="25538c52-b196-49fc-9025-2dd86a54f18a" providerId="ADAL" clId="{B575AF9F-BC14-4FAD-919B-01336FD301A1}" dt="2020-10-24T13:28:03.082" v="8" actId="120"/>
          <ac:spMkLst>
            <pc:docMk/>
            <pc:sldMk cId="2192530002" sldId="324"/>
            <ac:spMk id="8" creationId="{00000000-0000-0000-0000-000000000000}"/>
          </ac:spMkLst>
        </pc:spChg>
      </pc:sldChg>
      <pc:sldChg chg="modSp mod">
        <pc:chgData name="WILLIAM RICARDO AGUILAR PIÑA" userId="25538c52-b196-49fc-9025-2dd86a54f18a" providerId="ADAL" clId="{B575AF9F-BC14-4FAD-919B-01336FD301A1}" dt="2020-10-24T13:27:57.812" v="7" actId="120"/>
        <pc:sldMkLst>
          <pc:docMk/>
          <pc:sldMk cId="1252221084" sldId="325"/>
        </pc:sldMkLst>
        <pc:spChg chg="mod">
          <ac:chgData name="WILLIAM RICARDO AGUILAR PIÑA" userId="25538c52-b196-49fc-9025-2dd86a54f18a" providerId="ADAL" clId="{B575AF9F-BC14-4FAD-919B-01336FD301A1}" dt="2020-10-24T13:27:57.812" v="7" actId="120"/>
          <ac:spMkLst>
            <pc:docMk/>
            <pc:sldMk cId="1252221084" sldId="325"/>
            <ac:spMk id="8" creationId="{00000000-0000-0000-0000-000000000000}"/>
          </ac:spMkLst>
        </pc:spChg>
        <pc:spChg chg="mod">
          <ac:chgData name="WILLIAM RICARDO AGUILAR PIÑA" userId="25538c52-b196-49fc-9025-2dd86a54f18a" providerId="ADAL" clId="{B575AF9F-BC14-4FAD-919B-01336FD301A1}" dt="2020-10-24T13:27:53.681" v="5" actId="207"/>
          <ac:spMkLst>
            <pc:docMk/>
            <pc:sldMk cId="1252221084" sldId="325"/>
            <ac:spMk id="10" creationId="{1E0176E9-1FBF-4877-9B79-803F54E26C72}"/>
          </ac:spMkLst>
        </pc:spChg>
      </pc:sldChg>
      <pc:sldChg chg="modSp mod">
        <pc:chgData name="WILLIAM RICARDO AGUILAR PIÑA" userId="25538c52-b196-49fc-9025-2dd86a54f18a" providerId="ADAL" clId="{B575AF9F-BC14-4FAD-919B-01336FD301A1}" dt="2020-10-24T13:28:46.978" v="14" actId="207"/>
        <pc:sldMkLst>
          <pc:docMk/>
          <pc:sldMk cId="337131064" sldId="326"/>
        </pc:sldMkLst>
        <pc:spChg chg="mod">
          <ac:chgData name="WILLIAM RICARDO AGUILAR PIÑA" userId="25538c52-b196-49fc-9025-2dd86a54f18a" providerId="ADAL" clId="{B575AF9F-BC14-4FAD-919B-01336FD301A1}" dt="2020-10-24T13:28:46.978" v="14" actId="207"/>
          <ac:spMkLst>
            <pc:docMk/>
            <pc:sldMk cId="337131064" sldId="326"/>
            <ac:spMk id="10" creationId="{896EA937-D836-4188-A745-51790498CE6E}"/>
          </ac:spMkLst>
        </pc:spChg>
      </pc:sldChg>
      <pc:sldChg chg="modSp mod">
        <pc:chgData name="WILLIAM RICARDO AGUILAR PIÑA" userId="25538c52-b196-49fc-9025-2dd86a54f18a" providerId="ADAL" clId="{B575AF9F-BC14-4FAD-919B-01336FD301A1}" dt="2020-10-24T13:29:06.633" v="15" actId="207"/>
        <pc:sldMkLst>
          <pc:docMk/>
          <pc:sldMk cId="3819042851" sldId="327"/>
        </pc:sldMkLst>
        <pc:spChg chg="mod">
          <ac:chgData name="WILLIAM RICARDO AGUILAR PIÑA" userId="25538c52-b196-49fc-9025-2dd86a54f18a" providerId="ADAL" clId="{B575AF9F-BC14-4FAD-919B-01336FD301A1}" dt="2020-10-24T13:29:06.633" v="15" actId="207"/>
          <ac:spMkLst>
            <pc:docMk/>
            <pc:sldMk cId="3819042851" sldId="327"/>
            <ac:spMk id="7" creationId="{B239B0F0-148E-4EDB-B5DC-ECCFC503BB4D}"/>
          </ac:spMkLst>
        </pc:spChg>
        <pc:spChg chg="mod">
          <ac:chgData name="WILLIAM RICARDO AGUILAR PIÑA" userId="25538c52-b196-49fc-9025-2dd86a54f18a" providerId="ADAL" clId="{B575AF9F-BC14-4FAD-919B-01336FD301A1}" dt="2020-10-24T13:29:06.633" v="15" actId="207"/>
          <ac:spMkLst>
            <pc:docMk/>
            <pc:sldMk cId="3819042851" sldId="327"/>
            <ac:spMk id="8" creationId="{00000000-0000-0000-0000-000000000000}"/>
          </ac:spMkLst>
        </pc:spChg>
      </pc:sldChg>
      <pc:sldChg chg="modSp mod">
        <pc:chgData name="WILLIAM RICARDO AGUILAR PIÑA" userId="25538c52-b196-49fc-9025-2dd86a54f18a" providerId="ADAL" clId="{B575AF9F-BC14-4FAD-919B-01336FD301A1}" dt="2020-10-24T13:29:46.341" v="16" actId="207"/>
        <pc:sldMkLst>
          <pc:docMk/>
          <pc:sldMk cId="4134453056" sldId="328"/>
        </pc:sldMkLst>
        <pc:spChg chg="mod">
          <ac:chgData name="WILLIAM RICARDO AGUILAR PIÑA" userId="25538c52-b196-49fc-9025-2dd86a54f18a" providerId="ADAL" clId="{B575AF9F-BC14-4FAD-919B-01336FD301A1}" dt="2020-10-24T13:29:46.341" v="16" actId="207"/>
          <ac:spMkLst>
            <pc:docMk/>
            <pc:sldMk cId="4134453056" sldId="328"/>
            <ac:spMk id="7" creationId="{25CF73CA-D444-45F9-9EB7-74F7B6CABF1F}"/>
          </ac:spMkLst>
        </pc:spChg>
        <pc:spChg chg="mod">
          <ac:chgData name="WILLIAM RICARDO AGUILAR PIÑA" userId="25538c52-b196-49fc-9025-2dd86a54f18a" providerId="ADAL" clId="{B575AF9F-BC14-4FAD-919B-01336FD301A1}" dt="2020-10-24T13:29:46.341" v="16" actId="207"/>
          <ac:spMkLst>
            <pc:docMk/>
            <pc:sldMk cId="4134453056" sldId="328"/>
            <ac:spMk id="8" creationId="{00000000-0000-0000-0000-000000000000}"/>
          </ac:spMkLst>
        </pc:spChg>
      </pc:sldChg>
      <pc:sldChg chg="modSp mod">
        <pc:chgData name="WILLIAM RICARDO AGUILAR PIÑA" userId="25538c52-b196-49fc-9025-2dd86a54f18a" providerId="ADAL" clId="{B575AF9F-BC14-4FAD-919B-01336FD301A1}" dt="2020-10-24T13:30:14.398" v="21" actId="20577"/>
        <pc:sldMkLst>
          <pc:docMk/>
          <pc:sldMk cId="870933033" sldId="329"/>
        </pc:sldMkLst>
        <pc:spChg chg="mod">
          <ac:chgData name="WILLIAM RICARDO AGUILAR PIÑA" userId="25538c52-b196-49fc-9025-2dd86a54f18a" providerId="ADAL" clId="{B575AF9F-BC14-4FAD-919B-01336FD301A1}" dt="2020-10-24T13:30:14.398" v="21" actId="20577"/>
          <ac:spMkLst>
            <pc:docMk/>
            <pc:sldMk cId="870933033" sldId="329"/>
            <ac:spMk id="8" creationId="{00000000-0000-0000-0000-000000000000}"/>
          </ac:spMkLst>
        </pc:spChg>
        <pc:spChg chg="mod">
          <ac:chgData name="WILLIAM RICARDO AGUILAR PIÑA" userId="25538c52-b196-49fc-9025-2dd86a54f18a" providerId="ADAL" clId="{B575AF9F-BC14-4FAD-919B-01336FD301A1}" dt="2020-10-24T13:30:00.184" v="17" actId="207"/>
          <ac:spMkLst>
            <pc:docMk/>
            <pc:sldMk cId="870933033" sldId="329"/>
            <ac:spMk id="9" creationId="{41576E1C-C64D-4770-AD77-A1D9A1597BFE}"/>
          </ac:spMkLst>
        </pc:spChg>
      </pc:sldChg>
      <pc:sldChg chg="modSp mod">
        <pc:chgData name="WILLIAM RICARDO AGUILAR PIÑA" userId="25538c52-b196-49fc-9025-2dd86a54f18a" providerId="ADAL" clId="{B575AF9F-BC14-4FAD-919B-01336FD301A1}" dt="2020-10-24T13:30:36.183" v="22" actId="207"/>
        <pc:sldMkLst>
          <pc:docMk/>
          <pc:sldMk cId="1799562464" sldId="330"/>
        </pc:sldMkLst>
        <pc:spChg chg="mod">
          <ac:chgData name="WILLIAM RICARDO AGUILAR PIÑA" userId="25538c52-b196-49fc-9025-2dd86a54f18a" providerId="ADAL" clId="{B575AF9F-BC14-4FAD-919B-01336FD301A1}" dt="2020-10-24T13:30:36.183" v="22" actId="207"/>
          <ac:spMkLst>
            <pc:docMk/>
            <pc:sldMk cId="1799562464" sldId="330"/>
            <ac:spMk id="7" creationId="{D79AD987-22BB-40F0-8371-C283F29C8DE2}"/>
          </ac:spMkLst>
        </pc:spChg>
        <pc:spChg chg="mod">
          <ac:chgData name="WILLIAM RICARDO AGUILAR PIÑA" userId="25538c52-b196-49fc-9025-2dd86a54f18a" providerId="ADAL" clId="{B575AF9F-BC14-4FAD-919B-01336FD301A1}" dt="2020-10-24T13:30:36.183" v="22" actId="207"/>
          <ac:spMkLst>
            <pc:docMk/>
            <pc:sldMk cId="1799562464" sldId="330"/>
            <ac:spMk id="8" creationId="{00000000-0000-0000-0000-000000000000}"/>
          </ac:spMkLst>
        </pc:spChg>
      </pc:sldChg>
      <pc:sldChg chg="modSp mod">
        <pc:chgData name="WILLIAM RICARDO AGUILAR PIÑA" userId="25538c52-b196-49fc-9025-2dd86a54f18a" providerId="ADAL" clId="{B575AF9F-BC14-4FAD-919B-01336FD301A1}" dt="2020-10-24T13:30:44.277" v="23" actId="207"/>
        <pc:sldMkLst>
          <pc:docMk/>
          <pc:sldMk cId="1037498111" sldId="331"/>
        </pc:sldMkLst>
        <pc:spChg chg="mod">
          <ac:chgData name="WILLIAM RICARDO AGUILAR PIÑA" userId="25538c52-b196-49fc-9025-2dd86a54f18a" providerId="ADAL" clId="{B575AF9F-BC14-4FAD-919B-01336FD301A1}" dt="2020-10-24T13:30:44.277" v="23" actId="207"/>
          <ac:spMkLst>
            <pc:docMk/>
            <pc:sldMk cId="1037498111" sldId="331"/>
            <ac:spMk id="5" creationId="{5C203FA4-4BC0-4ACD-8432-01B9E11ADAD8}"/>
          </ac:spMkLst>
        </pc:spChg>
        <pc:spChg chg="mod">
          <ac:chgData name="WILLIAM RICARDO AGUILAR PIÑA" userId="25538c52-b196-49fc-9025-2dd86a54f18a" providerId="ADAL" clId="{B575AF9F-BC14-4FAD-919B-01336FD301A1}" dt="2020-10-24T13:30:44.277" v="23" actId="207"/>
          <ac:spMkLst>
            <pc:docMk/>
            <pc:sldMk cId="1037498111" sldId="331"/>
            <ac:spMk id="8" creationId="{00000000-0000-0000-0000-000000000000}"/>
          </ac:spMkLst>
        </pc:spChg>
      </pc:sldChg>
      <pc:sldChg chg="modSp mod">
        <pc:chgData name="WILLIAM RICARDO AGUILAR PIÑA" userId="25538c52-b196-49fc-9025-2dd86a54f18a" providerId="ADAL" clId="{B575AF9F-BC14-4FAD-919B-01336FD301A1}" dt="2020-10-24T13:30:50.154" v="24" actId="207"/>
        <pc:sldMkLst>
          <pc:docMk/>
          <pc:sldMk cId="3077838017" sldId="332"/>
        </pc:sldMkLst>
        <pc:spChg chg="mod">
          <ac:chgData name="WILLIAM RICARDO AGUILAR PIÑA" userId="25538c52-b196-49fc-9025-2dd86a54f18a" providerId="ADAL" clId="{B575AF9F-BC14-4FAD-919B-01336FD301A1}" dt="2020-10-24T13:30:50.154" v="24" actId="207"/>
          <ac:spMkLst>
            <pc:docMk/>
            <pc:sldMk cId="3077838017" sldId="332"/>
            <ac:spMk id="8" creationId="{00000000-0000-0000-0000-000000000000}"/>
          </ac:spMkLst>
        </pc:spChg>
        <pc:spChg chg="mod">
          <ac:chgData name="WILLIAM RICARDO AGUILAR PIÑA" userId="25538c52-b196-49fc-9025-2dd86a54f18a" providerId="ADAL" clId="{B575AF9F-BC14-4FAD-919B-01336FD301A1}" dt="2020-10-24T13:30:50.154" v="24" actId="207"/>
          <ac:spMkLst>
            <pc:docMk/>
            <pc:sldMk cId="3077838017" sldId="332"/>
            <ac:spMk id="12" creationId="{F7BD018E-2DD1-41E0-AF2F-F96629AB057C}"/>
          </ac:spMkLst>
        </pc:spChg>
      </pc:sldChg>
      <pc:sldChg chg="modSp mod">
        <pc:chgData name="WILLIAM RICARDO AGUILAR PIÑA" userId="25538c52-b196-49fc-9025-2dd86a54f18a" providerId="ADAL" clId="{B575AF9F-BC14-4FAD-919B-01336FD301A1}" dt="2020-10-24T13:31:17.948" v="26" actId="207"/>
        <pc:sldMkLst>
          <pc:docMk/>
          <pc:sldMk cId="3206536397" sldId="333"/>
        </pc:sldMkLst>
        <pc:spChg chg="mod">
          <ac:chgData name="WILLIAM RICARDO AGUILAR PIÑA" userId="25538c52-b196-49fc-9025-2dd86a54f18a" providerId="ADAL" clId="{B575AF9F-BC14-4FAD-919B-01336FD301A1}" dt="2020-10-24T13:31:17.948" v="26" actId="207"/>
          <ac:spMkLst>
            <pc:docMk/>
            <pc:sldMk cId="3206536397" sldId="333"/>
            <ac:spMk id="8" creationId="{00000000-0000-0000-0000-000000000000}"/>
          </ac:spMkLst>
        </pc:spChg>
        <pc:spChg chg="mod">
          <ac:chgData name="WILLIAM RICARDO AGUILAR PIÑA" userId="25538c52-b196-49fc-9025-2dd86a54f18a" providerId="ADAL" clId="{B575AF9F-BC14-4FAD-919B-01336FD301A1}" dt="2020-10-24T13:31:17.948" v="26" actId="207"/>
          <ac:spMkLst>
            <pc:docMk/>
            <pc:sldMk cId="3206536397" sldId="333"/>
            <ac:spMk id="12" creationId="{E28B49BD-4A3D-4037-8828-444E365F5A8B}"/>
          </ac:spMkLst>
        </pc:spChg>
      </pc:sldChg>
      <pc:sldChg chg="modSp mod">
        <pc:chgData name="WILLIAM RICARDO AGUILAR PIÑA" userId="25538c52-b196-49fc-9025-2dd86a54f18a" providerId="ADAL" clId="{B575AF9F-BC14-4FAD-919B-01336FD301A1}" dt="2020-10-24T13:31:06.552" v="25" actId="207"/>
        <pc:sldMkLst>
          <pc:docMk/>
          <pc:sldMk cId="1367048982" sldId="334"/>
        </pc:sldMkLst>
        <pc:spChg chg="mod">
          <ac:chgData name="WILLIAM RICARDO AGUILAR PIÑA" userId="25538c52-b196-49fc-9025-2dd86a54f18a" providerId="ADAL" clId="{B575AF9F-BC14-4FAD-919B-01336FD301A1}" dt="2020-10-24T13:31:06.552" v="25" actId="207"/>
          <ac:spMkLst>
            <pc:docMk/>
            <pc:sldMk cId="1367048982" sldId="334"/>
            <ac:spMk id="8" creationId="{00000000-0000-0000-0000-000000000000}"/>
          </ac:spMkLst>
        </pc:spChg>
        <pc:spChg chg="mod">
          <ac:chgData name="WILLIAM RICARDO AGUILAR PIÑA" userId="25538c52-b196-49fc-9025-2dd86a54f18a" providerId="ADAL" clId="{B575AF9F-BC14-4FAD-919B-01336FD301A1}" dt="2020-10-24T13:31:06.552" v="25" actId="207"/>
          <ac:spMkLst>
            <pc:docMk/>
            <pc:sldMk cId="1367048982" sldId="334"/>
            <ac:spMk id="9" creationId="{06318FEC-4046-4549-A8A6-BA81B1C01A77}"/>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1 Marcador de encabezado"/>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s-CO"/>
          </a:p>
        </p:txBody>
      </p:sp>
      <p:sp>
        <p:nvSpPr>
          <p:cNvPr id="3" name="2 Marcador de fecha"/>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53CE91DE-ABC6-4D22-89A0-1765B629FB43}" type="datetimeFigureOut">
              <a:rPr lang="es-CO" smtClean="0"/>
              <a:pPr/>
              <a:t>1/08/2025</a:t>
            </a:fld>
            <a:endParaRPr lang="es-CO"/>
          </a:p>
        </p:txBody>
      </p:sp>
      <p:sp>
        <p:nvSpPr>
          <p:cNvPr id="4" name="3 Marcador de imagen de diapositiva"/>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s-CO"/>
          </a:p>
        </p:txBody>
      </p:sp>
      <p:sp>
        <p:nvSpPr>
          <p:cNvPr id="5" name="4 Marcador de notas"/>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6" name="5 Marcador de pie de página"/>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s-CO"/>
          </a:p>
        </p:txBody>
      </p:sp>
      <p:sp>
        <p:nvSpPr>
          <p:cNvPr id="7" name="6 Marcador de número de diapositiva"/>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70FAC943-C359-4C07-B08A-993C08E8D67C}" type="slidenum">
              <a:rPr lang="es-CO" smtClean="0"/>
              <a:pPr/>
              <a:t>‹#›</a:t>
            </a:fld>
            <a:endParaRPr lang="es-CO"/>
          </a:p>
        </p:txBody>
      </p:sp>
    </p:spTree>
    <p:extLst>
      <p:ext uri="{BB962C8B-B14F-4D97-AF65-F5344CB8AC3E}">
        <p14:creationId xmlns:p14="http://schemas.microsoft.com/office/powerpoint/2010/main" val="317029559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sp>
        <p:nvSpPr>
          <p:cNvPr id="2" name="1 Título"/>
          <p:cNvSpPr>
            <a:spLocks noGrp="1"/>
          </p:cNvSpPr>
          <p:nvPr>
            <p:ph type="ctrTitle"/>
          </p:nvPr>
        </p:nvSpPr>
        <p:spPr>
          <a:xfrm>
            <a:off x="914400" y="2130426"/>
            <a:ext cx="10363200" cy="1470025"/>
          </a:xfrm>
        </p:spPr>
        <p:txBody>
          <a:bodyPr/>
          <a:lstStyle/>
          <a:p>
            <a:r>
              <a:rPr lang="es-ES"/>
              <a:t>Haga clic para modificar el estilo de título del patrón</a:t>
            </a:r>
            <a:endParaRPr lang="es-CO"/>
          </a:p>
        </p:txBody>
      </p:sp>
      <p:sp>
        <p:nvSpPr>
          <p:cNvPr id="3" name="2 Subtítulo"/>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s-ES"/>
              <a:t>Haga clic para modificar el estilo de subtítulo del patrón</a:t>
            </a:r>
            <a:endParaRPr lang="es-CO"/>
          </a:p>
        </p:txBody>
      </p:sp>
      <p:sp>
        <p:nvSpPr>
          <p:cNvPr id="4" name="3 Marcador de fecha"/>
          <p:cNvSpPr>
            <a:spLocks noGrp="1"/>
          </p:cNvSpPr>
          <p:nvPr>
            <p:ph type="dt" sz="half" idx="10"/>
          </p:nvPr>
        </p:nvSpPr>
        <p:spPr/>
        <p:txBody>
          <a:bodyPr/>
          <a:lstStyle/>
          <a:p>
            <a:fld id="{43DF08CB-A55A-40B1-AEFD-F19B3CFD19B5}" type="datetimeFigureOut">
              <a:rPr lang="es-CO" smtClean="0"/>
              <a:pPr/>
              <a:t>1/08/2025</a:t>
            </a:fld>
            <a:endParaRPr lang="es-CO"/>
          </a:p>
        </p:txBody>
      </p:sp>
      <p:sp>
        <p:nvSpPr>
          <p:cNvPr id="5" name="4 Marcador de pie de página"/>
          <p:cNvSpPr>
            <a:spLocks noGrp="1"/>
          </p:cNvSpPr>
          <p:nvPr>
            <p:ph type="ftr" sz="quarter" idx="11"/>
          </p:nvPr>
        </p:nvSpPr>
        <p:spPr/>
        <p:txBody>
          <a:bodyPr/>
          <a:lstStyle/>
          <a:p>
            <a:endParaRPr lang="es-CO"/>
          </a:p>
        </p:txBody>
      </p:sp>
      <p:sp>
        <p:nvSpPr>
          <p:cNvPr id="6" name="5 Marcador de número de diapositiva"/>
          <p:cNvSpPr>
            <a:spLocks noGrp="1"/>
          </p:cNvSpPr>
          <p:nvPr>
            <p:ph type="sldNum" sz="quarter" idx="12"/>
          </p:nvPr>
        </p:nvSpPr>
        <p:spPr/>
        <p:txBody>
          <a:bodyPr/>
          <a:lstStyle/>
          <a:p>
            <a:fld id="{F079857C-C111-4800-9D0C-003B4AAA4019}" type="slidenum">
              <a:rPr lang="es-CO" smtClean="0"/>
              <a:pPr/>
              <a:t>‹#›</a:t>
            </a:fld>
            <a:endParaRPr lang="es-CO"/>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2" name="1 Título"/>
          <p:cNvSpPr>
            <a:spLocks noGrp="1"/>
          </p:cNvSpPr>
          <p:nvPr>
            <p:ph type="title"/>
          </p:nvPr>
        </p:nvSpPr>
        <p:spPr/>
        <p:txBody>
          <a:bodyPr/>
          <a:lstStyle/>
          <a:p>
            <a:r>
              <a:rPr lang="es-ES"/>
              <a:t>Haga clic para modificar el estilo de título del patrón</a:t>
            </a:r>
            <a:endParaRPr lang="es-CO"/>
          </a:p>
        </p:txBody>
      </p:sp>
      <p:sp>
        <p:nvSpPr>
          <p:cNvPr id="3" name="2 Marcador de contenido"/>
          <p:cNvSpPr>
            <a:spLocks noGrp="1"/>
          </p:cNvSpPr>
          <p:nvPr>
            <p:ph idx="1"/>
          </p:nvPr>
        </p:nvSpPr>
        <p:spPr/>
        <p:txBody>
          <a:body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3 Marcador de fecha"/>
          <p:cNvSpPr>
            <a:spLocks noGrp="1"/>
          </p:cNvSpPr>
          <p:nvPr>
            <p:ph type="dt" sz="half" idx="10"/>
          </p:nvPr>
        </p:nvSpPr>
        <p:spPr/>
        <p:txBody>
          <a:bodyPr/>
          <a:lstStyle/>
          <a:p>
            <a:fld id="{43DF08CB-A55A-40B1-AEFD-F19B3CFD19B5}" type="datetimeFigureOut">
              <a:rPr lang="es-CO" smtClean="0"/>
              <a:pPr/>
              <a:t>1/08/2025</a:t>
            </a:fld>
            <a:endParaRPr lang="es-CO"/>
          </a:p>
        </p:txBody>
      </p:sp>
      <p:sp>
        <p:nvSpPr>
          <p:cNvPr id="5" name="4 Marcador de pie de página"/>
          <p:cNvSpPr>
            <a:spLocks noGrp="1"/>
          </p:cNvSpPr>
          <p:nvPr>
            <p:ph type="ftr" sz="quarter" idx="11"/>
          </p:nvPr>
        </p:nvSpPr>
        <p:spPr/>
        <p:txBody>
          <a:bodyPr/>
          <a:lstStyle/>
          <a:p>
            <a:endParaRPr lang="es-CO"/>
          </a:p>
        </p:txBody>
      </p:sp>
      <p:sp>
        <p:nvSpPr>
          <p:cNvPr id="6" name="5 Marcador de número de diapositiva"/>
          <p:cNvSpPr>
            <a:spLocks noGrp="1"/>
          </p:cNvSpPr>
          <p:nvPr>
            <p:ph type="sldNum" sz="quarter" idx="12"/>
          </p:nvPr>
        </p:nvSpPr>
        <p:spPr/>
        <p:txBody>
          <a:bodyPr/>
          <a:lstStyle/>
          <a:p>
            <a:fld id="{F079857C-C111-4800-9D0C-003B4AAA4019}" type="slidenum">
              <a:rPr lang="es-CO" smtClean="0"/>
              <a:pPr/>
              <a:t>‹#›</a:t>
            </a:fld>
            <a:endParaRPr lang="es-CO"/>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sp>
        <p:nvSpPr>
          <p:cNvPr id="2" name="1 Título"/>
          <p:cNvSpPr>
            <a:spLocks noGrp="1"/>
          </p:cNvSpPr>
          <p:nvPr>
            <p:ph type="title"/>
          </p:nvPr>
        </p:nvSpPr>
        <p:spPr>
          <a:xfrm>
            <a:off x="963084" y="4406901"/>
            <a:ext cx="10363200" cy="1362075"/>
          </a:xfrm>
        </p:spPr>
        <p:txBody>
          <a:bodyPr anchor="t"/>
          <a:lstStyle>
            <a:lvl1pPr algn="l">
              <a:defRPr sz="4000" b="1" cap="all"/>
            </a:lvl1pPr>
          </a:lstStyle>
          <a:p>
            <a:r>
              <a:rPr lang="es-ES"/>
              <a:t>Haga clic para modificar el estilo de título del patrón</a:t>
            </a:r>
            <a:endParaRPr lang="es-CO"/>
          </a:p>
        </p:txBody>
      </p:sp>
      <p:sp>
        <p:nvSpPr>
          <p:cNvPr id="3" name="2 Marcador de texto"/>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s-ES"/>
              <a:t>Haga clic para modificar el estilo de texto del patrón</a:t>
            </a:r>
          </a:p>
        </p:txBody>
      </p:sp>
      <p:sp>
        <p:nvSpPr>
          <p:cNvPr id="4" name="3 Marcador de fecha"/>
          <p:cNvSpPr>
            <a:spLocks noGrp="1"/>
          </p:cNvSpPr>
          <p:nvPr>
            <p:ph type="dt" sz="half" idx="10"/>
          </p:nvPr>
        </p:nvSpPr>
        <p:spPr/>
        <p:txBody>
          <a:bodyPr/>
          <a:lstStyle/>
          <a:p>
            <a:fld id="{43DF08CB-A55A-40B1-AEFD-F19B3CFD19B5}" type="datetimeFigureOut">
              <a:rPr lang="es-CO" smtClean="0"/>
              <a:pPr/>
              <a:t>1/08/2025</a:t>
            </a:fld>
            <a:endParaRPr lang="es-CO"/>
          </a:p>
        </p:txBody>
      </p:sp>
      <p:sp>
        <p:nvSpPr>
          <p:cNvPr id="5" name="4 Marcador de pie de página"/>
          <p:cNvSpPr>
            <a:spLocks noGrp="1"/>
          </p:cNvSpPr>
          <p:nvPr>
            <p:ph type="ftr" sz="quarter" idx="11"/>
          </p:nvPr>
        </p:nvSpPr>
        <p:spPr/>
        <p:txBody>
          <a:bodyPr/>
          <a:lstStyle/>
          <a:p>
            <a:endParaRPr lang="es-CO"/>
          </a:p>
        </p:txBody>
      </p:sp>
      <p:sp>
        <p:nvSpPr>
          <p:cNvPr id="6" name="5 Marcador de número de diapositiva"/>
          <p:cNvSpPr>
            <a:spLocks noGrp="1"/>
          </p:cNvSpPr>
          <p:nvPr>
            <p:ph type="sldNum" sz="quarter" idx="12"/>
          </p:nvPr>
        </p:nvSpPr>
        <p:spPr/>
        <p:txBody>
          <a:bodyPr/>
          <a:lstStyle/>
          <a:p>
            <a:fld id="{F079857C-C111-4800-9D0C-003B4AAA4019}" type="slidenum">
              <a:rPr lang="es-CO" smtClean="0"/>
              <a:pPr/>
              <a:t>‹#›</a:t>
            </a:fld>
            <a:endParaRPr lang="es-CO"/>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2" name="1 Título"/>
          <p:cNvSpPr>
            <a:spLocks noGrp="1"/>
          </p:cNvSpPr>
          <p:nvPr>
            <p:ph type="title"/>
          </p:nvPr>
        </p:nvSpPr>
        <p:spPr/>
        <p:txBody>
          <a:bodyPr/>
          <a:lstStyle/>
          <a:p>
            <a:r>
              <a:rPr lang="es-ES"/>
              <a:t>Haga clic para modificar el estilo de título del patrón</a:t>
            </a:r>
            <a:endParaRPr lang="es-CO"/>
          </a:p>
        </p:txBody>
      </p:sp>
      <p:sp>
        <p:nvSpPr>
          <p:cNvPr id="3" name="2 Marcador de contenido"/>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3 Marcador de contenido"/>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5" name="4 Marcador de fecha"/>
          <p:cNvSpPr>
            <a:spLocks noGrp="1"/>
          </p:cNvSpPr>
          <p:nvPr>
            <p:ph type="dt" sz="half" idx="10"/>
          </p:nvPr>
        </p:nvSpPr>
        <p:spPr/>
        <p:txBody>
          <a:bodyPr/>
          <a:lstStyle/>
          <a:p>
            <a:fld id="{43DF08CB-A55A-40B1-AEFD-F19B3CFD19B5}" type="datetimeFigureOut">
              <a:rPr lang="es-CO" smtClean="0"/>
              <a:pPr/>
              <a:t>1/08/2025</a:t>
            </a:fld>
            <a:endParaRPr lang="es-CO"/>
          </a:p>
        </p:txBody>
      </p:sp>
      <p:sp>
        <p:nvSpPr>
          <p:cNvPr id="6" name="5 Marcador de pie de página"/>
          <p:cNvSpPr>
            <a:spLocks noGrp="1"/>
          </p:cNvSpPr>
          <p:nvPr>
            <p:ph type="ftr" sz="quarter" idx="11"/>
          </p:nvPr>
        </p:nvSpPr>
        <p:spPr/>
        <p:txBody>
          <a:bodyPr/>
          <a:lstStyle/>
          <a:p>
            <a:endParaRPr lang="es-CO"/>
          </a:p>
        </p:txBody>
      </p:sp>
      <p:sp>
        <p:nvSpPr>
          <p:cNvPr id="7" name="6 Marcador de número de diapositiva"/>
          <p:cNvSpPr>
            <a:spLocks noGrp="1"/>
          </p:cNvSpPr>
          <p:nvPr>
            <p:ph type="sldNum" sz="quarter" idx="12"/>
          </p:nvPr>
        </p:nvSpPr>
        <p:spPr/>
        <p:txBody>
          <a:bodyPr/>
          <a:lstStyle/>
          <a:p>
            <a:fld id="{F079857C-C111-4800-9D0C-003B4AAA4019}" type="slidenum">
              <a:rPr lang="es-CO" smtClean="0"/>
              <a:pPr/>
              <a:t>‹#›</a:t>
            </a:fld>
            <a:endParaRPr lang="es-CO"/>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2" name="1 Título"/>
          <p:cNvSpPr>
            <a:spLocks noGrp="1"/>
          </p:cNvSpPr>
          <p:nvPr>
            <p:ph type="title"/>
          </p:nvPr>
        </p:nvSpPr>
        <p:spPr/>
        <p:txBody>
          <a:bodyPr/>
          <a:lstStyle>
            <a:lvl1pPr>
              <a:defRPr/>
            </a:lvl1pPr>
          </a:lstStyle>
          <a:p>
            <a:r>
              <a:rPr lang="es-ES"/>
              <a:t>Haga clic para modificar el estilo de título del patrón</a:t>
            </a:r>
            <a:endParaRPr lang="es-CO"/>
          </a:p>
        </p:txBody>
      </p:sp>
      <p:sp>
        <p:nvSpPr>
          <p:cNvPr id="3" name="2 Marcador de texto"/>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el estilo de texto del patrón</a:t>
            </a:r>
          </a:p>
        </p:txBody>
      </p:sp>
      <p:sp>
        <p:nvSpPr>
          <p:cNvPr id="4" name="3 Marcador de contenido"/>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5" name="4 Marcador de texto"/>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el estilo de texto del patrón</a:t>
            </a:r>
          </a:p>
        </p:txBody>
      </p:sp>
      <p:sp>
        <p:nvSpPr>
          <p:cNvPr id="6" name="5 Marcador de contenido"/>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7" name="6 Marcador de fecha"/>
          <p:cNvSpPr>
            <a:spLocks noGrp="1"/>
          </p:cNvSpPr>
          <p:nvPr>
            <p:ph type="dt" sz="half" idx="10"/>
          </p:nvPr>
        </p:nvSpPr>
        <p:spPr/>
        <p:txBody>
          <a:bodyPr/>
          <a:lstStyle/>
          <a:p>
            <a:fld id="{43DF08CB-A55A-40B1-AEFD-F19B3CFD19B5}" type="datetimeFigureOut">
              <a:rPr lang="es-CO" smtClean="0"/>
              <a:pPr/>
              <a:t>1/08/2025</a:t>
            </a:fld>
            <a:endParaRPr lang="es-CO"/>
          </a:p>
        </p:txBody>
      </p:sp>
      <p:sp>
        <p:nvSpPr>
          <p:cNvPr id="8" name="7 Marcador de pie de página"/>
          <p:cNvSpPr>
            <a:spLocks noGrp="1"/>
          </p:cNvSpPr>
          <p:nvPr>
            <p:ph type="ftr" sz="quarter" idx="11"/>
          </p:nvPr>
        </p:nvSpPr>
        <p:spPr/>
        <p:txBody>
          <a:bodyPr/>
          <a:lstStyle/>
          <a:p>
            <a:endParaRPr lang="es-CO"/>
          </a:p>
        </p:txBody>
      </p:sp>
      <p:sp>
        <p:nvSpPr>
          <p:cNvPr id="9" name="8 Marcador de número de diapositiva"/>
          <p:cNvSpPr>
            <a:spLocks noGrp="1"/>
          </p:cNvSpPr>
          <p:nvPr>
            <p:ph type="sldNum" sz="quarter" idx="12"/>
          </p:nvPr>
        </p:nvSpPr>
        <p:spPr/>
        <p:txBody>
          <a:bodyPr/>
          <a:lstStyle/>
          <a:p>
            <a:fld id="{F079857C-C111-4800-9D0C-003B4AAA4019}" type="slidenum">
              <a:rPr lang="es-CO" smtClean="0"/>
              <a:pPr/>
              <a:t>‹#›</a:t>
            </a:fld>
            <a:endParaRPr lang="es-CO"/>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ólo el título">
    <p:spTree>
      <p:nvGrpSpPr>
        <p:cNvPr id="1" name=""/>
        <p:cNvGrpSpPr/>
        <p:nvPr/>
      </p:nvGrpSpPr>
      <p:grpSpPr>
        <a:xfrm>
          <a:off x="0" y="0"/>
          <a:ext cx="0" cy="0"/>
          <a:chOff x="0" y="0"/>
          <a:chExt cx="0" cy="0"/>
        </a:xfrm>
      </p:grpSpPr>
      <p:sp>
        <p:nvSpPr>
          <p:cNvPr id="2" name="1 Título"/>
          <p:cNvSpPr>
            <a:spLocks noGrp="1"/>
          </p:cNvSpPr>
          <p:nvPr>
            <p:ph type="title"/>
          </p:nvPr>
        </p:nvSpPr>
        <p:spPr/>
        <p:txBody>
          <a:bodyPr/>
          <a:lstStyle/>
          <a:p>
            <a:r>
              <a:rPr lang="es-ES"/>
              <a:t>Haga clic para modificar el estilo de título del patrón</a:t>
            </a:r>
            <a:endParaRPr lang="es-CO"/>
          </a:p>
        </p:txBody>
      </p:sp>
      <p:sp>
        <p:nvSpPr>
          <p:cNvPr id="3" name="2 Marcador de fecha"/>
          <p:cNvSpPr>
            <a:spLocks noGrp="1"/>
          </p:cNvSpPr>
          <p:nvPr>
            <p:ph type="dt" sz="half" idx="10"/>
          </p:nvPr>
        </p:nvSpPr>
        <p:spPr/>
        <p:txBody>
          <a:bodyPr/>
          <a:lstStyle/>
          <a:p>
            <a:fld id="{43DF08CB-A55A-40B1-AEFD-F19B3CFD19B5}" type="datetimeFigureOut">
              <a:rPr lang="es-CO" smtClean="0"/>
              <a:pPr/>
              <a:t>1/08/2025</a:t>
            </a:fld>
            <a:endParaRPr lang="es-CO"/>
          </a:p>
        </p:txBody>
      </p:sp>
      <p:sp>
        <p:nvSpPr>
          <p:cNvPr id="4" name="3 Marcador de pie de página"/>
          <p:cNvSpPr>
            <a:spLocks noGrp="1"/>
          </p:cNvSpPr>
          <p:nvPr>
            <p:ph type="ftr" sz="quarter" idx="11"/>
          </p:nvPr>
        </p:nvSpPr>
        <p:spPr/>
        <p:txBody>
          <a:bodyPr/>
          <a:lstStyle/>
          <a:p>
            <a:endParaRPr lang="es-CO"/>
          </a:p>
        </p:txBody>
      </p:sp>
      <p:sp>
        <p:nvSpPr>
          <p:cNvPr id="5" name="4 Marcador de número de diapositiva"/>
          <p:cNvSpPr>
            <a:spLocks noGrp="1"/>
          </p:cNvSpPr>
          <p:nvPr>
            <p:ph type="sldNum" sz="quarter" idx="12"/>
          </p:nvPr>
        </p:nvSpPr>
        <p:spPr/>
        <p:txBody>
          <a:bodyPr/>
          <a:lstStyle/>
          <a:p>
            <a:fld id="{F079857C-C111-4800-9D0C-003B4AAA4019}" type="slidenum">
              <a:rPr lang="es-CO" smtClean="0"/>
              <a:pPr/>
              <a:t>‹#›</a:t>
            </a:fld>
            <a:endParaRPr lang="es-CO"/>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1 Marcador de fecha"/>
          <p:cNvSpPr>
            <a:spLocks noGrp="1"/>
          </p:cNvSpPr>
          <p:nvPr>
            <p:ph type="dt" sz="half" idx="10"/>
          </p:nvPr>
        </p:nvSpPr>
        <p:spPr/>
        <p:txBody>
          <a:bodyPr/>
          <a:lstStyle/>
          <a:p>
            <a:fld id="{43DF08CB-A55A-40B1-AEFD-F19B3CFD19B5}" type="datetimeFigureOut">
              <a:rPr lang="es-CO" smtClean="0"/>
              <a:pPr/>
              <a:t>1/08/2025</a:t>
            </a:fld>
            <a:endParaRPr lang="es-CO"/>
          </a:p>
        </p:txBody>
      </p:sp>
      <p:sp>
        <p:nvSpPr>
          <p:cNvPr id="3" name="2 Marcador de pie de página"/>
          <p:cNvSpPr>
            <a:spLocks noGrp="1"/>
          </p:cNvSpPr>
          <p:nvPr>
            <p:ph type="ftr" sz="quarter" idx="11"/>
          </p:nvPr>
        </p:nvSpPr>
        <p:spPr/>
        <p:txBody>
          <a:bodyPr/>
          <a:lstStyle/>
          <a:p>
            <a:endParaRPr lang="es-CO"/>
          </a:p>
        </p:txBody>
      </p:sp>
      <p:sp>
        <p:nvSpPr>
          <p:cNvPr id="4" name="3 Marcador de número de diapositiva"/>
          <p:cNvSpPr>
            <a:spLocks noGrp="1"/>
          </p:cNvSpPr>
          <p:nvPr>
            <p:ph type="sldNum" sz="quarter" idx="12"/>
          </p:nvPr>
        </p:nvSpPr>
        <p:spPr/>
        <p:txBody>
          <a:bodyPr/>
          <a:lstStyle/>
          <a:p>
            <a:fld id="{F079857C-C111-4800-9D0C-003B4AAA4019}" type="slidenum">
              <a:rPr lang="es-CO" smtClean="0"/>
              <a:pPr/>
              <a:t>‹#›</a:t>
            </a:fld>
            <a:endParaRPr lang="es-CO"/>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2" name="1 Título"/>
          <p:cNvSpPr>
            <a:spLocks noGrp="1"/>
          </p:cNvSpPr>
          <p:nvPr>
            <p:ph type="title"/>
          </p:nvPr>
        </p:nvSpPr>
        <p:spPr>
          <a:xfrm>
            <a:off x="609601" y="273050"/>
            <a:ext cx="4011084" cy="1162050"/>
          </a:xfrm>
        </p:spPr>
        <p:txBody>
          <a:bodyPr anchor="b"/>
          <a:lstStyle>
            <a:lvl1pPr algn="l">
              <a:defRPr sz="2000" b="1"/>
            </a:lvl1pPr>
          </a:lstStyle>
          <a:p>
            <a:r>
              <a:rPr lang="es-ES"/>
              <a:t>Haga clic para modificar el estilo de título del patrón</a:t>
            </a:r>
            <a:endParaRPr lang="es-CO"/>
          </a:p>
        </p:txBody>
      </p:sp>
      <p:sp>
        <p:nvSpPr>
          <p:cNvPr id="3" name="2 Marcador de contenido"/>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3 Marcador de texto"/>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s-ES"/>
              <a:t>Haga clic para modificar el estilo de texto del patrón</a:t>
            </a:r>
          </a:p>
        </p:txBody>
      </p:sp>
      <p:sp>
        <p:nvSpPr>
          <p:cNvPr id="5" name="4 Marcador de fecha"/>
          <p:cNvSpPr>
            <a:spLocks noGrp="1"/>
          </p:cNvSpPr>
          <p:nvPr>
            <p:ph type="dt" sz="half" idx="10"/>
          </p:nvPr>
        </p:nvSpPr>
        <p:spPr/>
        <p:txBody>
          <a:bodyPr/>
          <a:lstStyle/>
          <a:p>
            <a:fld id="{43DF08CB-A55A-40B1-AEFD-F19B3CFD19B5}" type="datetimeFigureOut">
              <a:rPr lang="es-CO" smtClean="0"/>
              <a:pPr/>
              <a:t>1/08/2025</a:t>
            </a:fld>
            <a:endParaRPr lang="es-CO"/>
          </a:p>
        </p:txBody>
      </p:sp>
      <p:sp>
        <p:nvSpPr>
          <p:cNvPr id="6" name="5 Marcador de pie de página"/>
          <p:cNvSpPr>
            <a:spLocks noGrp="1"/>
          </p:cNvSpPr>
          <p:nvPr>
            <p:ph type="ftr" sz="quarter" idx="11"/>
          </p:nvPr>
        </p:nvSpPr>
        <p:spPr/>
        <p:txBody>
          <a:bodyPr/>
          <a:lstStyle/>
          <a:p>
            <a:endParaRPr lang="es-CO"/>
          </a:p>
        </p:txBody>
      </p:sp>
      <p:sp>
        <p:nvSpPr>
          <p:cNvPr id="7" name="6 Marcador de número de diapositiva"/>
          <p:cNvSpPr>
            <a:spLocks noGrp="1"/>
          </p:cNvSpPr>
          <p:nvPr>
            <p:ph type="sldNum" sz="quarter" idx="12"/>
          </p:nvPr>
        </p:nvSpPr>
        <p:spPr/>
        <p:txBody>
          <a:bodyPr/>
          <a:lstStyle/>
          <a:p>
            <a:fld id="{F079857C-C111-4800-9D0C-003B4AAA4019}" type="slidenum">
              <a:rPr lang="es-CO" smtClean="0"/>
              <a:pPr/>
              <a:t>‹#›</a:t>
            </a:fld>
            <a:endParaRPr lang="es-CO"/>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1 Título"/>
          <p:cNvSpPr>
            <a:spLocks noGrp="1"/>
          </p:cNvSpPr>
          <p:nvPr>
            <p:ph type="title"/>
          </p:nvPr>
        </p:nvSpPr>
        <p:spPr>
          <a:xfrm>
            <a:off x="2389717" y="4800600"/>
            <a:ext cx="7315200" cy="566738"/>
          </a:xfrm>
        </p:spPr>
        <p:txBody>
          <a:bodyPr anchor="b"/>
          <a:lstStyle>
            <a:lvl1pPr algn="l">
              <a:defRPr sz="2000" b="1"/>
            </a:lvl1pPr>
          </a:lstStyle>
          <a:p>
            <a:r>
              <a:rPr lang="es-ES"/>
              <a:t>Haga clic para modificar el estilo de título del patrón</a:t>
            </a:r>
            <a:endParaRPr lang="es-CO"/>
          </a:p>
        </p:txBody>
      </p:sp>
      <p:sp>
        <p:nvSpPr>
          <p:cNvPr id="3" name="2 Marcador de posición de imagen"/>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s-CO"/>
          </a:p>
        </p:txBody>
      </p:sp>
      <p:sp>
        <p:nvSpPr>
          <p:cNvPr id="4" name="3 Marcador de texto"/>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s-ES"/>
              <a:t>Haga clic para modificar el estilo de texto del patrón</a:t>
            </a:r>
          </a:p>
        </p:txBody>
      </p:sp>
      <p:sp>
        <p:nvSpPr>
          <p:cNvPr id="5" name="4 Marcador de fecha"/>
          <p:cNvSpPr>
            <a:spLocks noGrp="1"/>
          </p:cNvSpPr>
          <p:nvPr>
            <p:ph type="dt" sz="half" idx="10"/>
          </p:nvPr>
        </p:nvSpPr>
        <p:spPr/>
        <p:txBody>
          <a:bodyPr/>
          <a:lstStyle/>
          <a:p>
            <a:fld id="{43DF08CB-A55A-40B1-AEFD-F19B3CFD19B5}" type="datetimeFigureOut">
              <a:rPr lang="es-CO" smtClean="0"/>
              <a:pPr/>
              <a:t>1/08/2025</a:t>
            </a:fld>
            <a:endParaRPr lang="es-CO"/>
          </a:p>
        </p:txBody>
      </p:sp>
      <p:sp>
        <p:nvSpPr>
          <p:cNvPr id="6" name="5 Marcador de pie de página"/>
          <p:cNvSpPr>
            <a:spLocks noGrp="1"/>
          </p:cNvSpPr>
          <p:nvPr>
            <p:ph type="ftr" sz="quarter" idx="11"/>
          </p:nvPr>
        </p:nvSpPr>
        <p:spPr/>
        <p:txBody>
          <a:bodyPr/>
          <a:lstStyle/>
          <a:p>
            <a:endParaRPr lang="es-CO"/>
          </a:p>
        </p:txBody>
      </p:sp>
      <p:sp>
        <p:nvSpPr>
          <p:cNvPr id="7" name="6 Marcador de número de diapositiva"/>
          <p:cNvSpPr>
            <a:spLocks noGrp="1"/>
          </p:cNvSpPr>
          <p:nvPr>
            <p:ph type="sldNum" sz="quarter" idx="12"/>
          </p:nvPr>
        </p:nvSpPr>
        <p:spPr/>
        <p:txBody>
          <a:bodyPr/>
          <a:lstStyle/>
          <a:p>
            <a:fld id="{F079857C-C111-4800-9D0C-003B4AAA4019}" type="slidenum">
              <a:rPr lang="es-CO" smtClean="0"/>
              <a:pPr/>
              <a:t>‹#›</a:t>
            </a:fld>
            <a:endParaRPr lang="es-CO"/>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1 Título"/>
          <p:cNvSpPr>
            <a:spLocks noGrp="1"/>
          </p:cNvSpPr>
          <p:nvPr>
            <p:ph type="title"/>
          </p:nvPr>
        </p:nvSpPr>
        <p:spPr/>
        <p:txBody>
          <a:bodyPr/>
          <a:lstStyle/>
          <a:p>
            <a:r>
              <a:rPr lang="es-ES"/>
              <a:t>Haga clic para modificar el estilo de título del patrón</a:t>
            </a:r>
            <a:endParaRPr lang="es-CO"/>
          </a:p>
        </p:txBody>
      </p:sp>
      <p:sp>
        <p:nvSpPr>
          <p:cNvPr id="3" name="2 Marcador de texto vertical"/>
          <p:cNvSpPr>
            <a:spLocks noGrp="1"/>
          </p:cNvSpPr>
          <p:nvPr>
            <p:ph type="body" orient="vert" idx="1"/>
          </p:nvPr>
        </p:nvSpPr>
        <p:spPr/>
        <p:txBody>
          <a:bodyPr vert="eaVert"/>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3 Marcador de fecha"/>
          <p:cNvSpPr>
            <a:spLocks noGrp="1"/>
          </p:cNvSpPr>
          <p:nvPr>
            <p:ph type="dt" sz="half" idx="10"/>
          </p:nvPr>
        </p:nvSpPr>
        <p:spPr/>
        <p:txBody>
          <a:bodyPr/>
          <a:lstStyle/>
          <a:p>
            <a:fld id="{43DF08CB-A55A-40B1-AEFD-F19B3CFD19B5}" type="datetimeFigureOut">
              <a:rPr lang="es-CO" smtClean="0"/>
              <a:pPr/>
              <a:t>1/08/2025</a:t>
            </a:fld>
            <a:endParaRPr lang="es-CO"/>
          </a:p>
        </p:txBody>
      </p:sp>
      <p:sp>
        <p:nvSpPr>
          <p:cNvPr id="5" name="4 Marcador de pie de página"/>
          <p:cNvSpPr>
            <a:spLocks noGrp="1"/>
          </p:cNvSpPr>
          <p:nvPr>
            <p:ph type="ftr" sz="quarter" idx="11"/>
          </p:nvPr>
        </p:nvSpPr>
        <p:spPr/>
        <p:txBody>
          <a:bodyPr/>
          <a:lstStyle/>
          <a:p>
            <a:endParaRPr lang="es-CO"/>
          </a:p>
        </p:txBody>
      </p:sp>
      <p:sp>
        <p:nvSpPr>
          <p:cNvPr id="6" name="5 Marcador de número de diapositiva"/>
          <p:cNvSpPr>
            <a:spLocks noGrp="1"/>
          </p:cNvSpPr>
          <p:nvPr>
            <p:ph type="sldNum" sz="quarter" idx="12"/>
          </p:nvPr>
        </p:nvSpPr>
        <p:spPr/>
        <p:txBody>
          <a:bodyPr/>
          <a:lstStyle/>
          <a:p>
            <a:fld id="{F079857C-C111-4800-9D0C-003B4AAA4019}" type="slidenum">
              <a:rPr lang="es-CO" smtClean="0"/>
              <a:pPr/>
              <a:t>‹#›</a:t>
            </a:fld>
            <a:endParaRPr lang="es-CO"/>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1 Título vertical"/>
          <p:cNvSpPr>
            <a:spLocks noGrp="1"/>
          </p:cNvSpPr>
          <p:nvPr>
            <p:ph type="title" orient="vert"/>
          </p:nvPr>
        </p:nvSpPr>
        <p:spPr>
          <a:xfrm>
            <a:off x="8839200" y="274639"/>
            <a:ext cx="2743200" cy="5851525"/>
          </a:xfrm>
        </p:spPr>
        <p:txBody>
          <a:bodyPr vert="eaVert"/>
          <a:lstStyle/>
          <a:p>
            <a:r>
              <a:rPr lang="es-ES"/>
              <a:t>Haga clic para modificar el estilo de título del patrón</a:t>
            </a:r>
            <a:endParaRPr lang="es-CO"/>
          </a:p>
        </p:txBody>
      </p:sp>
      <p:sp>
        <p:nvSpPr>
          <p:cNvPr id="3" name="2 Marcador de texto vertical"/>
          <p:cNvSpPr>
            <a:spLocks noGrp="1"/>
          </p:cNvSpPr>
          <p:nvPr>
            <p:ph type="body" orient="vert" idx="1"/>
          </p:nvPr>
        </p:nvSpPr>
        <p:spPr>
          <a:xfrm>
            <a:off x="609600" y="274639"/>
            <a:ext cx="8026400" cy="5851525"/>
          </a:xfrm>
        </p:spPr>
        <p:txBody>
          <a:bodyPr vert="eaVert"/>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3 Marcador de fecha"/>
          <p:cNvSpPr>
            <a:spLocks noGrp="1"/>
          </p:cNvSpPr>
          <p:nvPr>
            <p:ph type="dt" sz="half" idx="10"/>
          </p:nvPr>
        </p:nvSpPr>
        <p:spPr/>
        <p:txBody>
          <a:bodyPr/>
          <a:lstStyle/>
          <a:p>
            <a:fld id="{43DF08CB-A55A-40B1-AEFD-F19B3CFD19B5}" type="datetimeFigureOut">
              <a:rPr lang="es-CO" smtClean="0"/>
              <a:pPr/>
              <a:t>1/08/2025</a:t>
            </a:fld>
            <a:endParaRPr lang="es-CO"/>
          </a:p>
        </p:txBody>
      </p:sp>
      <p:sp>
        <p:nvSpPr>
          <p:cNvPr id="5" name="4 Marcador de pie de página"/>
          <p:cNvSpPr>
            <a:spLocks noGrp="1"/>
          </p:cNvSpPr>
          <p:nvPr>
            <p:ph type="ftr" sz="quarter" idx="11"/>
          </p:nvPr>
        </p:nvSpPr>
        <p:spPr/>
        <p:txBody>
          <a:bodyPr/>
          <a:lstStyle/>
          <a:p>
            <a:endParaRPr lang="es-CO"/>
          </a:p>
        </p:txBody>
      </p:sp>
      <p:sp>
        <p:nvSpPr>
          <p:cNvPr id="6" name="5 Marcador de número de diapositiva"/>
          <p:cNvSpPr>
            <a:spLocks noGrp="1"/>
          </p:cNvSpPr>
          <p:nvPr>
            <p:ph type="sldNum" sz="quarter" idx="12"/>
          </p:nvPr>
        </p:nvSpPr>
        <p:spPr/>
        <p:txBody>
          <a:bodyPr/>
          <a:lstStyle/>
          <a:p>
            <a:fld id="{F079857C-C111-4800-9D0C-003B4AAA4019}" type="slidenum">
              <a:rPr lang="es-CO" smtClean="0"/>
              <a:pPr/>
              <a:t>‹#›</a:t>
            </a:fld>
            <a:endParaRPr lang="es-CO"/>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0F0F0"/>
        </a:solidFill>
        <a:effectLst/>
      </p:bgPr>
    </p:bg>
    <p:spTree>
      <p:nvGrpSpPr>
        <p:cNvPr id="1" name=""/>
        <p:cNvGrpSpPr/>
        <p:nvPr/>
      </p:nvGrpSpPr>
      <p:grpSpPr>
        <a:xfrm>
          <a:off x="0" y="0"/>
          <a:ext cx="0" cy="0"/>
          <a:chOff x="0" y="0"/>
          <a:chExt cx="0" cy="0"/>
        </a:xfrm>
      </p:grpSpPr>
      <p:sp>
        <p:nvSpPr>
          <p:cNvPr id="2" name="1 Marcador de título"/>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s-ES"/>
              <a:t>Haga clic para modificar el estilo de título del patrón</a:t>
            </a:r>
            <a:endParaRPr lang="es-CO"/>
          </a:p>
        </p:txBody>
      </p:sp>
      <p:sp>
        <p:nvSpPr>
          <p:cNvPr id="3" name="2 Marcador de texto"/>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3 Marcador de fecha"/>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43DF08CB-A55A-40B1-AEFD-F19B3CFD19B5}" type="datetimeFigureOut">
              <a:rPr lang="es-CO" smtClean="0"/>
              <a:pPr/>
              <a:t>1/08/2025</a:t>
            </a:fld>
            <a:endParaRPr lang="es-CO"/>
          </a:p>
        </p:txBody>
      </p:sp>
      <p:sp>
        <p:nvSpPr>
          <p:cNvPr id="5" name="4 Marcador de pie de página"/>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s-CO"/>
          </a:p>
        </p:txBody>
      </p:sp>
      <p:sp>
        <p:nvSpPr>
          <p:cNvPr id="6" name="5 Marcador de número de diapositiva"/>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079857C-C111-4800-9D0C-003B4AAA4019}" type="slidenum">
              <a:rPr lang="es-CO" smtClean="0"/>
              <a:pPr/>
              <a:t>‹#›</a:t>
            </a:fld>
            <a:endParaRPr lang="es-CO"/>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s-CO"/>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8" Type="http://schemas.openxmlformats.org/officeDocument/2006/relationships/image" Target="../media/image7.png"/><Relationship Id="rId3" Type="http://schemas.microsoft.com/office/2007/relationships/hdphoto" Target="../media/hdphoto1.wdp"/><Relationship Id="rId7" Type="http://schemas.microsoft.com/office/2007/relationships/hdphoto" Target="../media/hdphoto3.wdp"/><Relationship Id="rId2" Type="http://schemas.openxmlformats.org/officeDocument/2006/relationships/image" Target="../media/image4.png"/><Relationship Id="rId1" Type="http://schemas.openxmlformats.org/officeDocument/2006/relationships/slideLayout" Target="../slideLayouts/slideLayout1.xml"/><Relationship Id="rId6" Type="http://schemas.openxmlformats.org/officeDocument/2006/relationships/image" Target="../media/image6.png"/><Relationship Id="rId5" Type="http://schemas.microsoft.com/office/2007/relationships/hdphoto" Target="../media/hdphoto2.wdp"/><Relationship Id="rId4" Type="http://schemas.openxmlformats.org/officeDocument/2006/relationships/image" Target="../media/image5.png"/><Relationship Id="rId9" Type="http://schemas.openxmlformats.org/officeDocument/2006/relationships/image" Target="../media/image1.png"/></Relationships>
</file>

<file path=ppt/slides/_rels/slide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microsoft.com/office/2007/relationships/hdphoto" Target="../media/hdphoto4.wdp"/><Relationship Id="rId7" Type="http://schemas.openxmlformats.org/officeDocument/2006/relationships/image" Target="../media/image1.png"/><Relationship Id="rId2" Type="http://schemas.openxmlformats.org/officeDocument/2006/relationships/image" Target="../media/image8.png"/><Relationship Id="rId1" Type="http://schemas.openxmlformats.org/officeDocument/2006/relationships/slideLayout" Target="../slideLayouts/slideLayout1.xml"/><Relationship Id="rId6" Type="http://schemas.openxmlformats.org/officeDocument/2006/relationships/image" Target="../media/image7.png"/><Relationship Id="rId5" Type="http://schemas.microsoft.com/office/2007/relationships/hdphoto" Target="../media/hdphoto5.wdp"/><Relationship Id="rId4" Type="http://schemas.openxmlformats.org/officeDocument/2006/relationships/image" Target="../media/image9.png"/></Relationships>
</file>

<file path=ppt/slides/_rels/slide7.xml.rels><?xml version="1.0" encoding="UTF-8" standalone="yes"?>
<Relationships xmlns="http://schemas.openxmlformats.org/package/2006/relationships"><Relationship Id="rId3" Type="http://schemas.microsoft.com/office/2007/relationships/hdphoto" Target="../media/hdphoto6.wdp"/><Relationship Id="rId7" Type="http://schemas.openxmlformats.org/officeDocument/2006/relationships/image" Target="../media/image1.png"/><Relationship Id="rId2" Type="http://schemas.openxmlformats.org/officeDocument/2006/relationships/image" Target="../media/image10.png"/><Relationship Id="rId1" Type="http://schemas.openxmlformats.org/officeDocument/2006/relationships/slideLayout" Target="../slideLayouts/slideLayout1.xml"/><Relationship Id="rId6" Type="http://schemas.openxmlformats.org/officeDocument/2006/relationships/image" Target="../media/image7.png"/><Relationship Id="rId5" Type="http://schemas.microsoft.com/office/2007/relationships/hdphoto" Target="../media/hdphoto7.wdp"/><Relationship Id="rId4" Type="http://schemas.openxmlformats.org/officeDocument/2006/relationships/image" Target="../media/image11.png"/></Relationships>
</file>

<file path=ppt/slides/_rels/slide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12.png"/><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1.xml"/><Relationship Id="rId4" Type="http://schemas.openxmlformats.org/officeDocument/2006/relationships/image" Target="../media/image1.png"/></Relationships>
</file>

<file path=ppt/slides/_rels/slide1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1.xml"/><Relationship Id="rId4" Type="http://schemas.openxmlformats.org/officeDocument/2006/relationships/image" Target="../media/image1.png"/></Relationships>
</file>

<file path=ppt/slides/_rels/slide12.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1.xml"/><Relationship Id="rId4" Type="http://schemas.openxmlformats.org/officeDocument/2006/relationships/image" Target="../media/image1.png"/></Relationships>
</file>

<file path=ppt/slides/_rels/slide1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microsoft.com/office/2007/relationships/hdphoto" Target="../media/hdphoto8.wdp"/><Relationship Id="rId2" Type="http://schemas.openxmlformats.org/officeDocument/2006/relationships/image" Target="../media/image19.png"/><Relationship Id="rId1" Type="http://schemas.openxmlformats.org/officeDocument/2006/relationships/slideLayout" Target="../slideLayouts/slideLayout1.xml"/><Relationship Id="rId5" Type="http://schemas.openxmlformats.org/officeDocument/2006/relationships/image" Target="../media/image1.png"/><Relationship Id="rId4" Type="http://schemas.openxmlformats.org/officeDocument/2006/relationships/image" Target="../media/image7.png"/></Relationships>
</file>

<file path=ppt/slides/_rels/slide15.xml.rels><?xml version="1.0" encoding="UTF-8" standalone="yes"?>
<Relationships xmlns="http://schemas.openxmlformats.org/package/2006/relationships"><Relationship Id="rId3" Type="http://schemas.microsoft.com/office/2007/relationships/hdphoto" Target="../media/hdphoto9.wdp"/><Relationship Id="rId7" Type="http://schemas.openxmlformats.org/officeDocument/2006/relationships/image" Target="../media/image1.png"/><Relationship Id="rId2" Type="http://schemas.openxmlformats.org/officeDocument/2006/relationships/image" Target="../media/image20.png"/><Relationship Id="rId1" Type="http://schemas.openxmlformats.org/officeDocument/2006/relationships/slideLayout" Target="../slideLayouts/slideLayout1.xml"/><Relationship Id="rId6" Type="http://schemas.openxmlformats.org/officeDocument/2006/relationships/image" Target="../media/image7.png"/><Relationship Id="rId5" Type="http://schemas.microsoft.com/office/2007/relationships/hdphoto" Target="../media/hdphoto10.wdp"/><Relationship Id="rId4" Type="http://schemas.openxmlformats.org/officeDocument/2006/relationships/image" Target="../media/image21.png"/></Relationships>
</file>

<file path=ppt/slides/_rels/slide16.xml.rels><?xml version="1.0" encoding="UTF-8" standalone="yes"?>
<Relationships xmlns="http://schemas.openxmlformats.org/package/2006/relationships"><Relationship Id="rId3" Type="http://schemas.microsoft.com/office/2007/relationships/hdphoto" Target="../media/hdphoto11.wdp"/><Relationship Id="rId7" Type="http://schemas.openxmlformats.org/officeDocument/2006/relationships/image" Target="../media/image1.png"/><Relationship Id="rId2" Type="http://schemas.openxmlformats.org/officeDocument/2006/relationships/image" Target="../media/image22.png"/><Relationship Id="rId1" Type="http://schemas.openxmlformats.org/officeDocument/2006/relationships/slideLayout" Target="../slideLayouts/slideLayout1.xml"/><Relationship Id="rId6" Type="http://schemas.openxmlformats.org/officeDocument/2006/relationships/image" Target="../media/image7.png"/><Relationship Id="rId5" Type="http://schemas.microsoft.com/office/2007/relationships/hdphoto" Target="../media/hdphoto12.wdp"/><Relationship Id="rId4" Type="http://schemas.openxmlformats.org/officeDocument/2006/relationships/image" Target="../media/image23.png"/></Relationships>
</file>

<file path=ppt/slides/_rels/slide17.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1.xml"/><Relationship Id="rId5" Type="http://schemas.openxmlformats.org/officeDocument/2006/relationships/image" Target="../media/image1.png"/><Relationship Id="rId4" Type="http://schemas.openxmlformats.org/officeDocument/2006/relationships/image" Target="../media/image7.png"/></Relationships>
</file>

<file path=ppt/slides/_rels/slide18.xml.rels><?xml version="1.0" encoding="UTF-8" standalone="yes"?>
<Relationships xmlns="http://schemas.openxmlformats.org/package/2006/relationships"><Relationship Id="rId3" Type="http://schemas.openxmlformats.org/officeDocument/2006/relationships/hyperlink" Target="https://github.com/rcfdtools/R.HydroTools/wiki/License" TargetMode="External"/><Relationship Id="rId2" Type="http://schemas.openxmlformats.org/officeDocument/2006/relationships/hyperlink" Target="https://github.com/rcfdtools" TargetMode="External"/><Relationship Id="rId1" Type="http://schemas.openxmlformats.org/officeDocument/2006/relationships/slideLayout" Target="../slideLayouts/slideLayout1.xml"/><Relationship Id="rId5" Type="http://schemas.openxmlformats.org/officeDocument/2006/relationships/image" Target="../media/image1.png"/><Relationship Id="rId4" Type="http://schemas.openxmlformats.org/officeDocument/2006/relationships/image" Target="../media/image26.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1 Título">
            <a:extLst>
              <a:ext uri="{FF2B5EF4-FFF2-40B4-BE49-F238E27FC236}">
                <a16:creationId xmlns:a16="http://schemas.microsoft.com/office/drawing/2014/main" id="{E9DA7A0E-6784-4BDE-BD91-0ED97A8B0BC4}"/>
              </a:ext>
            </a:extLst>
          </p:cNvPr>
          <p:cNvSpPr txBox="1">
            <a:spLocks/>
          </p:cNvSpPr>
          <p:nvPr/>
        </p:nvSpPr>
        <p:spPr>
          <a:xfrm>
            <a:off x="7620002" y="6669360"/>
            <a:ext cx="4572000" cy="18864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r"/>
            <a:r>
              <a:rPr lang="es-ES" sz="800" dirty="0">
                <a:latin typeface="Segoe UI Light" panose="020B0502040204020203" pitchFamily="34" charset="0"/>
                <a:cs typeface="Segoe UI Light" panose="020B0502040204020203" pitchFamily="34" charset="0"/>
              </a:rPr>
              <a:t>v.20201109</a:t>
            </a:r>
            <a:endParaRPr lang="es-CO" sz="800" spc="100" dirty="0">
              <a:latin typeface="Segoe UI Light" panose="020B0502040204020203" pitchFamily="34" charset="0"/>
              <a:cs typeface="Segoe UI Light" panose="020B0502040204020203" pitchFamily="34" charset="0"/>
            </a:endParaRPr>
          </a:p>
        </p:txBody>
      </p:sp>
      <p:sp>
        <p:nvSpPr>
          <p:cNvPr id="10" name="1 Título">
            <a:extLst>
              <a:ext uri="{FF2B5EF4-FFF2-40B4-BE49-F238E27FC236}">
                <a16:creationId xmlns:a16="http://schemas.microsoft.com/office/drawing/2014/main" id="{9A78CE6B-FC30-4CE6-AC08-3CABD9A7D650}"/>
              </a:ext>
            </a:extLst>
          </p:cNvPr>
          <p:cNvSpPr txBox="1">
            <a:spLocks/>
          </p:cNvSpPr>
          <p:nvPr/>
        </p:nvSpPr>
        <p:spPr>
          <a:xfrm>
            <a:off x="0" y="6669360"/>
            <a:ext cx="4572000" cy="18864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n-US" sz="800" dirty="0">
                <a:latin typeface="Segoe UI Light" panose="020B0502040204020203" pitchFamily="34" charset="0"/>
                <a:cs typeface="Segoe UI Light" panose="020B0502040204020203" pitchFamily="34" charset="0"/>
              </a:rPr>
              <a:t>Info: r.cfdtools@gmail.com</a:t>
            </a:r>
            <a:endParaRPr lang="es-CO" sz="800" spc="100" dirty="0">
              <a:latin typeface="Segoe UI Light" panose="020B0502040204020203" pitchFamily="34" charset="0"/>
              <a:cs typeface="Segoe UI Light" panose="020B0502040204020203" pitchFamily="34" charset="0"/>
            </a:endParaRPr>
          </a:p>
        </p:txBody>
      </p:sp>
      <p:sp>
        <p:nvSpPr>
          <p:cNvPr id="19" name="1 Título">
            <a:extLst>
              <a:ext uri="{FF2B5EF4-FFF2-40B4-BE49-F238E27FC236}">
                <a16:creationId xmlns:a16="http://schemas.microsoft.com/office/drawing/2014/main" id="{AD66F173-09A5-4585-B28A-DD04388ED02F}"/>
              </a:ext>
            </a:extLst>
          </p:cNvPr>
          <p:cNvSpPr txBox="1">
            <a:spLocks/>
          </p:cNvSpPr>
          <p:nvPr/>
        </p:nvSpPr>
        <p:spPr>
          <a:xfrm>
            <a:off x="0" y="4263073"/>
            <a:ext cx="12192000" cy="1541552"/>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r>
              <a:rPr lang="es-CO" sz="1200" dirty="0">
                <a:latin typeface="Segoe UI Light" panose="020B0502040204020203" pitchFamily="34" charset="0"/>
                <a:cs typeface="Segoe UI Light" panose="020B0502040204020203" pitchFamily="34" charset="0"/>
              </a:rPr>
              <a:t>Herramientas computacionales para el diseño y modelación de cauces</a:t>
            </a:r>
          </a:p>
          <a:p>
            <a:r>
              <a:rPr lang="es-CO" sz="1200" dirty="0">
                <a:latin typeface="Segoe UI Light" panose="020B0502040204020203" pitchFamily="34" charset="0"/>
                <a:cs typeface="Segoe UI Light" panose="020B0502040204020203" pitchFamily="34" charset="0"/>
              </a:rPr>
              <a:t>Modelación hidráulica 1D con HEC-GeoRAS y HEC-RAS</a:t>
            </a:r>
          </a:p>
          <a:p>
            <a:r>
              <a:rPr lang="es-CO" sz="1600" dirty="0">
                <a:latin typeface="Segoe UI Light" panose="020B0502040204020203" pitchFamily="34" charset="0"/>
                <a:cs typeface="Segoe UI Light" panose="020B0502040204020203" pitchFamily="34" charset="0"/>
              </a:rPr>
              <a:t>Importación y verificación de topología en HEC-RAS</a:t>
            </a:r>
            <a:endParaRPr lang="es-ES" sz="1600" dirty="0">
              <a:latin typeface="Segoe UI Light" panose="020B0502040204020203" pitchFamily="34" charset="0"/>
              <a:cs typeface="Segoe UI Light" panose="020B0502040204020203" pitchFamily="34" charset="0"/>
            </a:endParaRPr>
          </a:p>
        </p:txBody>
      </p:sp>
      <p:pic>
        <p:nvPicPr>
          <p:cNvPr id="8" name="Imagen 7">
            <a:extLst>
              <a:ext uri="{FF2B5EF4-FFF2-40B4-BE49-F238E27FC236}">
                <a16:creationId xmlns:a16="http://schemas.microsoft.com/office/drawing/2014/main" id="{0DCA9465-BC53-44EF-B54D-1AB48AA22685}"/>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pic>
        <p:nvPicPr>
          <p:cNvPr id="3" name="Imagen 2">
            <a:extLst>
              <a:ext uri="{FF2B5EF4-FFF2-40B4-BE49-F238E27FC236}">
                <a16:creationId xmlns:a16="http://schemas.microsoft.com/office/drawing/2014/main" id="{C3D495BE-6F27-45CD-8828-017D9C0870D5}"/>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308852" y="2553460"/>
            <a:ext cx="1574295" cy="1751080"/>
          </a:xfrm>
          <a:prstGeom prst="rect">
            <a:avLst/>
          </a:prstGeom>
        </p:spPr>
      </p:pic>
      <p:pic>
        <p:nvPicPr>
          <p:cNvPr id="4" name="Picture 3" descr="Logo&#10;&#10;Description automatically generated">
            <a:extLst>
              <a:ext uri="{FF2B5EF4-FFF2-40B4-BE49-F238E27FC236}">
                <a16:creationId xmlns:a16="http://schemas.microsoft.com/office/drawing/2014/main" id="{A06CB981-1030-4617-8467-A3322C60A0CE}"/>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29697" y="26672"/>
            <a:ext cx="449679" cy="45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2923147" y="1166842"/>
            <a:ext cx="6345705" cy="4955203"/>
          </a:xfrm>
          <a:prstGeom prst="rect">
            <a:avLst/>
          </a:prstGeom>
          <a:noFill/>
        </p:spPr>
        <p:txBody>
          <a:bodyPr wrap="square" rtlCol="0">
            <a:spAutoFit/>
          </a:bodyPr>
          <a:lstStyle/>
          <a:p>
            <a:r>
              <a:rPr lang="es-CO" dirty="0">
                <a:latin typeface="Segoe UI Light" panose="020B0502040204020203" pitchFamily="34" charset="0"/>
                <a:cs typeface="Segoe UI Light" panose="020B0502040204020203" pitchFamily="34" charset="0"/>
              </a:rPr>
              <a:t>Objetivo</a:t>
            </a:r>
          </a:p>
          <a:p>
            <a:r>
              <a:rPr lang="es-CO" dirty="0">
                <a:latin typeface="Segoe UI Light" panose="020B0502040204020203" pitchFamily="34" charset="0"/>
                <a:cs typeface="Segoe UI Light" panose="020B0502040204020203" pitchFamily="34" charset="0"/>
              </a:rPr>
              <a:t> </a:t>
            </a:r>
          </a:p>
          <a:p>
            <a:pPr algn="just"/>
            <a:r>
              <a:rPr lang="es-CO" sz="1600" dirty="0">
                <a:latin typeface="Segoe UI Light" panose="020B0502040204020203" pitchFamily="34" charset="0"/>
                <a:cs typeface="Segoe UI Light" panose="020B0502040204020203" pitchFamily="34" charset="0"/>
              </a:rPr>
              <a:t>A partir de la topología generada en HEC-GeoRAS, crear la geometría HEC-RAS del cauce sinuoso diseñado.</a:t>
            </a:r>
          </a:p>
          <a:p>
            <a:pPr algn="just"/>
            <a:endParaRPr lang="es-CO" dirty="0">
              <a:latin typeface="Segoe UI Light" panose="020B0502040204020203" pitchFamily="34" charset="0"/>
              <a:cs typeface="Segoe UI Light" panose="020B0502040204020203" pitchFamily="34" charset="0"/>
            </a:endParaRPr>
          </a:p>
          <a:p>
            <a:pPr algn="just"/>
            <a:endParaRPr lang="es-CO" dirty="0">
              <a:latin typeface="Segoe UI Light" panose="020B0502040204020203" pitchFamily="34" charset="0"/>
              <a:cs typeface="Segoe UI Light" panose="020B0502040204020203" pitchFamily="34" charset="0"/>
            </a:endParaRPr>
          </a:p>
          <a:p>
            <a:pPr algn="just"/>
            <a:endParaRPr lang="es-CO" dirty="0">
              <a:latin typeface="Segoe UI Light" panose="020B0502040204020203" pitchFamily="34" charset="0"/>
              <a:cs typeface="Segoe UI Light" panose="020B0502040204020203" pitchFamily="34" charset="0"/>
            </a:endParaRPr>
          </a:p>
          <a:p>
            <a:r>
              <a:rPr lang="es-CO" dirty="0">
                <a:latin typeface="Segoe UI Light" panose="020B0502040204020203" pitchFamily="34" charset="0"/>
                <a:cs typeface="Segoe UI Light" panose="020B0502040204020203" pitchFamily="34" charset="0"/>
              </a:rPr>
              <a:t>Herramientas computacionales requeridas</a:t>
            </a:r>
          </a:p>
          <a:p>
            <a:r>
              <a:rPr lang="es-CO" dirty="0">
                <a:latin typeface="Segoe UI Light" panose="020B0502040204020203" pitchFamily="34" charset="0"/>
                <a:cs typeface="Segoe UI Light" panose="020B0502040204020203" pitchFamily="34" charset="0"/>
              </a:rPr>
              <a:t> </a:t>
            </a:r>
            <a:endParaRPr lang="es-CO" sz="1600" dirty="0">
              <a:latin typeface="Segoe UI Light" panose="020B0502040204020203" pitchFamily="34" charset="0"/>
              <a:cs typeface="Segoe UI Light" panose="020B0502040204020203" pitchFamily="34" charset="0"/>
            </a:endParaRPr>
          </a:p>
          <a:p>
            <a:pPr marL="285750" indent="-285750">
              <a:buFont typeface="Wingdings" panose="05000000000000000000" pitchFamily="2" charset="2"/>
              <a:buChar char="ü"/>
            </a:pPr>
            <a:r>
              <a:rPr lang="es-ES" sz="1600" dirty="0">
                <a:latin typeface="Segoe UI Light" panose="020B0502040204020203" pitchFamily="34" charset="0"/>
                <a:cs typeface="Segoe UI Light" panose="020B0502040204020203" pitchFamily="34" charset="0"/>
              </a:rPr>
              <a:t>HEC-RAS versión 5.0.7+. http://www.hec.usace.army.mil/software/hec-ras/</a:t>
            </a:r>
          </a:p>
          <a:p>
            <a:endParaRPr lang="es-ES" sz="1600" dirty="0">
              <a:latin typeface="Segoe UI Light" panose="020B0502040204020203" pitchFamily="34" charset="0"/>
              <a:cs typeface="Segoe UI Light" panose="020B0502040204020203" pitchFamily="34" charset="0"/>
            </a:endParaRPr>
          </a:p>
          <a:p>
            <a:endParaRPr lang="es-ES" sz="1600" dirty="0">
              <a:latin typeface="Segoe UI Light" panose="020B0502040204020203" pitchFamily="34" charset="0"/>
              <a:cs typeface="Segoe UI Light" panose="020B0502040204020203" pitchFamily="34" charset="0"/>
            </a:endParaRPr>
          </a:p>
          <a:p>
            <a:endParaRPr lang="es-ES" sz="1600" dirty="0">
              <a:latin typeface="Segoe UI Light" panose="020B0502040204020203" pitchFamily="34" charset="0"/>
              <a:cs typeface="Segoe UI Light" panose="020B0502040204020203" pitchFamily="34" charset="0"/>
            </a:endParaRPr>
          </a:p>
          <a:p>
            <a:r>
              <a:rPr lang="es-ES" dirty="0">
                <a:latin typeface="Segoe UI Light" panose="020B0502040204020203" pitchFamily="34" charset="0"/>
                <a:cs typeface="Segoe UI Light" panose="020B0502040204020203" pitchFamily="34" charset="0"/>
              </a:rPr>
              <a:t>Insumos requeridos</a:t>
            </a:r>
          </a:p>
          <a:p>
            <a:r>
              <a:rPr lang="es-ES" sz="1600" dirty="0">
                <a:latin typeface="Segoe UI Light" panose="020B0502040204020203" pitchFamily="34" charset="0"/>
                <a:cs typeface="Segoe UI Light" panose="020B0502040204020203" pitchFamily="34" charset="0"/>
              </a:rPr>
              <a:t> </a:t>
            </a:r>
          </a:p>
          <a:p>
            <a:r>
              <a:rPr lang="es-ES" sz="1600" dirty="0">
                <a:latin typeface="Segoe UI Light" panose="020B0502040204020203" pitchFamily="34" charset="0"/>
                <a:cs typeface="Segoe UI Light" panose="020B0502040204020203" pitchFamily="34" charset="0"/>
              </a:rPr>
              <a:t>Archivo GIS2RAS.RASImport.sdf generado desde HEC-GeoRAS o modelo HECRAS_v1 si creo la topología con RAS </a:t>
            </a:r>
            <a:r>
              <a:rPr lang="es-ES" sz="1600" dirty="0" err="1">
                <a:latin typeface="Segoe UI Light" panose="020B0502040204020203" pitchFamily="34" charset="0"/>
                <a:cs typeface="Segoe UI Light" panose="020B0502040204020203" pitchFamily="34" charset="0"/>
              </a:rPr>
              <a:t>Mapper</a:t>
            </a:r>
            <a:r>
              <a:rPr lang="es-ES" sz="1600" dirty="0">
                <a:latin typeface="Segoe UI Light" panose="020B0502040204020203" pitchFamily="34" charset="0"/>
                <a:cs typeface="Segoe UI Light" panose="020B0502040204020203" pitchFamily="34" charset="0"/>
              </a:rPr>
              <a:t>. </a:t>
            </a:r>
          </a:p>
          <a:p>
            <a:r>
              <a:rPr lang="es-ES" sz="1200" dirty="0">
                <a:latin typeface="Segoe UI Light" panose="020B0502040204020203" pitchFamily="34" charset="0"/>
                <a:cs typeface="Segoe UI Light" panose="020B0502040204020203" pitchFamily="34" charset="0"/>
              </a:rPr>
              <a:t>Disponible en el repositorio [Datos] del Taller 3 como GIS2RAS.RASImport_20171105.rar</a:t>
            </a:r>
            <a:endParaRPr lang="es-CO" sz="1200" dirty="0">
              <a:latin typeface="Segoe UI Light" panose="020B0502040204020203" pitchFamily="34" charset="0"/>
              <a:cs typeface="Segoe UI Light" panose="020B0502040204020203" pitchFamily="34" charset="0"/>
            </a:endParaRPr>
          </a:p>
        </p:txBody>
      </p:sp>
      <p:pic>
        <p:nvPicPr>
          <p:cNvPr id="4" name="Imagen 3">
            <a:extLst>
              <a:ext uri="{FF2B5EF4-FFF2-40B4-BE49-F238E27FC236}">
                <a16:creationId xmlns:a16="http://schemas.microsoft.com/office/drawing/2014/main" id="{0F045EA5-2E2B-4E54-9438-89341C918ED9}"/>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285219054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3646602" y="3244334"/>
            <a:ext cx="4898795" cy="369332"/>
          </a:xfrm>
          <a:prstGeom prst="rect">
            <a:avLst/>
          </a:prstGeom>
          <a:noFill/>
        </p:spPr>
        <p:txBody>
          <a:bodyPr wrap="square" rtlCol="0">
            <a:spAutoFit/>
          </a:bodyPr>
          <a:lstStyle/>
          <a:p>
            <a:pPr algn="ctr"/>
            <a:r>
              <a:rPr lang="es-CO" dirty="0">
                <a:latin typeface="Segoe UI Light" panose="020B0502040204020203" pitchFamily="34" charset="0"/>
                <a:cs typeface="Segoe UI Light" panose="020B0502040204020203" pitchFamily="34" charset="0"/>
              </a:rPr>
              <a:t>Actividad 1: Creación de proyecto HEC-RAS</a:t>
            </a:r>
          </a:p>
        </p:txBody>
      </p:sp>
      <p:pic>
        <p:nvPicPr>
          <p:cNvPr id="4" name="Imagen 3">
            <a:extLst>
              <a:ext uri="{FF2B5EF4-FFF2-40B4-BE49-F238E27FC236}">
                <a16:creationId xmlns:a16="http://schemas.microsoft.com/office/drawing/2014/main" id="{19C93A96-A6F3-4F0F-9C8F-5EDB07B3750F}"/>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306209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767408" y="904950"/>
            <a:ext cx="3816424" cy="3785652"/>
          </a:xfrm>
          <a:prstGeom prst="rect">
            <a:avLst/>
          </a:prstGeom>
          <a:noFill/>
        </p:spPr>
        <p:txBody>
          <a:bodyPr wrap="square" rtlCol="0">
            <a:spAutoFit/>
          </a:bodyPr>
          <a:lstStyle/>
          <a:p>
            <a:r>
              <a:rPr lang="es-CO" sz="1600" dirty="0">
                <a:latin typeface="Segoe UI Light" panose="020B0502040204020203" pitchFamily="34" charset="0"/>
                <a:cs typeface="Segoe UI Light" panose="020B0502040204020203" pitchFamily="34" charset="0"/>
              </a:rPr>
              <a:t>En la carpeta de datos del proyecto (/file/</a:t>
            </a:r>
            <a:r>
              <a:rPr lang="es-CO" sz="1600" dirty="0" err="1">
                <a:latin typeface="Segoe UI Light" panose="020B0502040204020203" pitchFamily="34" charset="0"/>
                <a:cs typeface="Segoe UI Light" panose="020B0502040204020203" pitchFamily="34" charset="0"/>
              </a:rPr>
              <a:t>hec</a:t>
            </a:r>
            <a:r>
              <a:rPr lang="es-CO" sz="1600" dirty="0">
                <a:latin typeface="Segoe UI Light" panose="020B0502040204020203" pitchFamily="34" charset="0"/>
                <a:cs typeface="Segoe UI Light" panose="020B0502040204020203" pitchFamily="34" charset="0"/>
              </a:rPr>
              <a:t>/), cree un directorio con el nombre HECRAS_v1. </a:t>
            </a:r>
          </a:p>
          <a:p>
            <a:endParaRPr lang="es-CO" sz="1600" dirty="0">
              <a:latin typeface="Segoe UI Light" panose="020B0502040204020203" pitchFamily="34" charset="0"/>
              <a:cs typeface="Segoe UI Light" panose="020B0502040204020203" pitchFamily="34" charset="0"/>
            </a:endParaRPr>
          </a:p>
          <a:p>
            <a:r>
              <a:rPr lang="es-CO" sz="1600" dirty="0">
                <a:latin typeface="Segoe UI Light" panose="020B0502040204020203" pitchFamily="34" charset="0"/>
                <a:cs typeface="Segoe UI Light" panose="020B0502040204020203" pitchFamily="34" charset="0"/>
              </a:rPr>
              <a:t>Abra HEC-RAS y cree un proyecto nuevo. Defina el sistema de unidades internacional (SI). </a:t>
            </a:r>
          </a:p>
          <a:p>
            <a:endParaRPr lang="es-CO" sz="1600" dirty="0">
              <a:latin typeface="Segoe UI Light" panose="020B0502040204020203" pitchFamily="34" charset="0"/>
              <a:cs typeface="Segoe UI Light" panose="020B0502040204020203" pitchFamily="34" charset="0"/>
            </a:endParaRPr>
          </a:p>
          <a:p>
            <a:r>
              <a:rPr lang="es-CO" sz="1600" dirty="0">
                <a:latin typeface="Segoe UI Light" panose="020B0502040204020203" pitchFamily="34" charset="0"/>
                <a:cs typeface="Segoe UI Light" panose="020B0502040204020203" pitchFamily="34" charset="0"/>
              </a:rPr>
              <a:t>Guarde el proyecto con el nombre HEC-RAS_v1.prj en la carpeta creada.</a:t>
            </a:r>
          </a:p>
          <a:p>
            <a:endParaRPr lang="es-CO" sz="1600" dirty="0">
              <a:latin typeface="Segoe UI Light" panose="020B0502040204020203" pitchFamily="34" charset="0"/>
              <a:cs typeface="Segoe UI Light" panose="020B0502040204020203" pitchFamily="34" charset="0"/>
            </a:endParaRPr>
          </a:p>
          <a:p>
            <a:r>
              <a:rPr lang="es-CO" sz="1600" dirty="0">
                <a:latin typeface="Segoe UI Light" panose="020B0502040204020203" pitchFamily="34" charset="0"/>
                <a:cs typeface="Segoe UI Light" panose="020B0502040204020203" pitchFamily="34" charset="0"/>
              </a:rPr>
              <a:t>Nota: sí creo el modelo topológico desde RAS </a:t>
            </a:r>
            <a:r>
              <a:rPr lang="es-CO" sz="1600" dirty="0" err="1">
                <a:latin typeface="Segoe UI Light" panose="020B0502040204020203" pitchFamily="34" charset="0"/>
                <a:cs typeface="Segoe UI Light" panose="020B0502040204020203" pitchFamily="34" charset="0"/>
              </a:rPr>
              <a:t>Mapper</a:t>
            </a:r>
            <a:r>
              <a:rPr lang="es-CO" sz="1600" dirty="0">
                <a:latin typeface="Segoe UI Light" panose="020B0502040204020203" pitchFamily="34" charset="0"/>
                <a:cs typeface="Segoe UI Light" panose="020B0502040204020203" pitchFamily="34" charset="0"/>
              </a:rPr>
              <a:t>, abra el modelo /file/</a:t>
            </a:r>
            <a:r>
              <a:rPr lang="es-CO" sz="1600" dirty="0" err="1">
                <a:latin typeface="Segoe UI Light" panose="020B0502040204020203" pitchFamily="34" charset="0"/>
                <a:cs typeface="Segoe UI Light" panose="020B0502040204020203" pitchFamily="34" charset="0"/>
              </a:rPr>
              <a:t>hec</a:t>
            </a:r>
            <a:r>
              <a:rPr lang="es-CO" sz="1600" dirty="0">
                <a:latin typeface="Segoe UI Light" panose="020B0502040204020203" pitchFamily="34" charset="0"/>
                <a:cs typeface="Segoe UI Light" panose="020B0502040204020203" pitchFamily="34" charset="0"/>
              </a:rPr>
              <a:t>/HECRAS_v1.</a:t>
            </a:r>
          </a:p>
          <a:p>
            <a:endParaRPr lang="es-CO" sz="1600" dirty="0">
              <a:latin typeface="Segoe UI Light" panose="020B0502040204020203" pitchFamily="34" charset="0"/>
              <a:cs typeface="Segoe UI Light" panose="020B0502040204020203" pitchFamily="34" charset="0"/>
            </a:endParaRPr>
          </a:p>
        </p:txBody>
      </p:sp>
      <p:pic>
        <p:nvPicPr>
          <p:cNvPr id="6" name="Imagen 5"/>
          <p:cNvPicPr>
            <a:picLocks noChangeAspect="1"/>
          </p:cNvPicPr>
          <p:nvPr/>
        </p:nvPicPr>
        <p:blipFill>
          <a:blip r:embed="rId2">
            <a:extLst>
              <a:ext uri="{BEBA8EAE-BF5A-486C-A8C5-ECC9F3942E4B}">
                <a14:imgProps xmlns:a14="http://schemas.microsoft.com/office/drawing/2010/main">
                  <a14:imgLayer r:embed="rId3">
                    <a14:imgEffect>
                      <a14:saturation sat="0"/>
                    </a14:imgEffect>
                  </a14:imgLayer>
                </a14:imgProps>
              </a:ext>
            </a:extLst>
          </a:blip>
          <a:stretch>
            <a:fillRect/>
          </a:stretch>
        </p:blipFill>
        <p:spPr>
          <a:xfrm>
            <a:off x="6906873" y="4869904"/>
            <a:ext cx="2838450" cy="1295400"/>
          </a:xfrm>
          <a:prstGeom prst="rect">
            <a:avLst/>
          </a:prstGeom>
        </p:spPr>
      </p:pic>
      <p:pic>
        <p:nvPicPr>
          <p:cNvPr id="3" name="Imagen 2"/>
          <p:cNvPicPr>
            <a:picLocks noChangeAspect="1"/>
          </p:cNvPicPr>
          <p:nvPr/>
        </p:nvPicPr>
        <p:blipFill>
          <a:blip r:embed="rId4">
            <a:extLst>
              <a:ext uri="{BEBA8EAE-BF5A-486C-A8C5-ECC9F3942E4B}">
                <a14:imgProps xmlns:a14="http://schemas.microsoft.com/office/drawing/2010/main">
                  <a14:imgLayer r:embed="rId5">
                    <a14:imgEffect>
                      <a14:saturation sat="0"/>
                    </a14:imgEffect>
                  </a14:imgLayer>
                </a14:imgProps>
              </a:ext>
            </a:extLst>
          </a:blip>
          <a:stretch>
            <a:fillRect/>
          </a:stretch>
        </p:blipFill>
        <p:spPr>
          <a:xfrm>
            <a:off x="5283909" y="903347"/>
            <a:ext cx="6084379" cy="1572098"/>
          </a:xfrm>
          <a:prstGeom prst="rect">
            <a:avLst/>
          </a:prstGeom>
        </p:spPr>
      </p:pic>
      <p:pic>
        <p:nvPicPr>
          <p:cNvPr id="4" name="Imagen 3"/>
          <p:cNvPicPr>
            <a:picLocks noChangeAspect="1"/>
          </p:cNvPicPr>
          <p:nvPr/>
        </p:nvPicPr>
        <p:blipFill>
          <a:blip r:embed="rId6">
            <a:extLst>
              <a:ext uri="{BEBA8EAE-BF5A-486C-A8C5-ECC9F3942E4B}">
                <a14:imgProps xmlns:a14="http://schemas.microsoft.com/office/drawing/2010/main">
                  <a14:imgLayer r:embed="rId7">
                    <a14:imgEffect>
                      <a14:saturation sat="0"/>
                    </a14:imgEffect>
                  </a14:imgLayer>
                </a14:imgProps>
              </a:ext>
            </a:extLst>
          </a:blip>
          <a:stretch>
            <a:fillRect/>
          </a:stretch>
        </p:blipFill>
        <p:spPr>
          <a:xfrm>
            <a:off x="5294742" y="2709664"/>
            <a:ext cx="6073546" cy="1870755"/>
          </a:xfrm>
          <a:prstGeom prst="rect">
            <a:avLst/>
          </a:prstGeom>
        </p:spPr>
      </p:pic>
      <p:sp>
        <p:nvSpPr>
          <p:cNvPr id="7" name="1 Título">
            <a:extLst>
              <a:ext uri="{FF2B5EF4-FFF2-40B4-BE49-F238E27FC236}">
                <a16:creationId xmlns:a16="http://schemas.microsoft.com/office/drawing/2014/main" id="{728B016D-6E12-4139-993A-8CC744425455}"/>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Actividad 1: Creación de proyecto HEC-RAS</a:t>
            </a:r>
          </a:p>
        </p:txBody>
      </p:sp>
      <p:pic>
        <p:nvPicPr>
          <p:cNvPr id="10" name="Imagen 9">
            <a:extLst>
              <a:ext uri="{FF2B5EF4-FFF2-40B4-BE49-F238E27FC236}">
                <a16:creationId xmlns:a16="http://schemas.microsoft.com/office/drawing/2014/main" id="{869E3A03-B3C5-42E9-9FCC-068E57340287}"/>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9745323" y="3875906"/>
            <a:ext cx="360000" cy="360000"/>
          </a:xfrm>
          <a:prstGeom prst="rect">
            <a:avLst/>
          </a:prstGeom>
        </p:spPr>
      </p:pic>
      <p:pic>
        <p:nvPicPr>
          <p:cNvPr id="11" name="Imagen 10">
            <a:extLst>
              <a:ext uri="{FF2B5EF4-FFF2-40B4-BE49-F238E27FC236}">
                <a16:creationId xmlns:a16="http://schemas.microsoft.com/office/drawing/2014/main" id="{D5AAA1C9-8F8F-4FEE-9695-BC50881BD65D}"/>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8832304" y="5534784"/>
            <a:ext cx="360000" cy="360000"/>
          </a:xfrm>
          <a:prstGeom prst="rect">
            <a:avLst/>
          </a:prstGeom>
        </p:spPr>
      </p:pic>
      <p:pic>
        <p:nvPicPr>
          <p:cNvPr id="12" name="Imagen 11">
            <a:extLst>
              <a:ext uri="{FF2B5EF4-FFF2-40B4-BE49-F238E27FC236}">
                <a16:creationId xmlns:a16="http://schemas.microsoft.com/office/drawing/2014/main" id="{F53CC7D2-1E3E-4A40-ADA2-16AC552B3FAF}"/>
              </a:ext>
            </a:extLst>
          </p:cNvPr>
          <p:cNvPicPr>
            <a:picLocks noChangeAspect="1"/>
          </p:cNvPicPr>
          <p:nvPr/>
        </p:nvPicPr>
        <p:blipFill>
          <a:blip r:embed="rId9"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219253000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3304564" y="3244334"/>
            <a:ext cx="5582871" cy="369332"/>
          </a:xfrm>
          <a:prstGeom prst="rect">
            <a:avLst/>
          </a:prstGeom>
          <a:noFill/>
        </p:spPr>
        <p:txBody>
          <a:bodyPr wrap="square" rtlCol="0">
            <a:spAutoFit/>
          </a:bodyPr>
          <a:lstStyle/>
          <a:p>
            <a:pPr algn="ctr"/>
            <a:r>
              <a:rPr lang="es-CO" dirty="0">
                <a:latin typeface="Segoe UI Light" panose="020B0502040204020203" pitchFamily="34" charset="0"/>
                <a:cs typeface="Segoe UI Light" panose="020B0502040204020203" pitchFamily="34" charset="0"/>
              </a:rPr>
              <a:t>Actividad 2: Importación de geometría en HEC-RAS</a:t>
            </a:r>
          </a:p>
        </p:txBody>
      </p:sp>
      <p:pic>
        <p:nvPicPr>
          <p:cNvPr id="6" name="Imagen 5">
            <a:extLst>
              <a:ext uri="{FF2B5EF4-FFF2-40B4-BE49-F238E27FC236}">
                <a16:creationId xmlns:a16="http://schemas.microsoft.com/office/drawing/2014/main" id="{F8E736B2-4B56-4906-B3EB-C0CDFFD5457F}"/>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348665604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911424" y="548680"/>
            <a:ext cx="4087120" cy="3046988"/>
          </a:xfrm>
          <a:prstGeom prst="rect">
            <a:avLst/>
          </a:prstGeom>
          <a:noFill/>
        </p:spPr>
        <p:txBody>
          <a:bodyPr wrap="square" rtlCol="0">
            <a:spAutoFit/>
          </a:bodyPr>
          <a:lstStyle/>
          <a:p>
            <a:r>
              <a:rPr lang="es-CO" sz="1600" dirty="0">
                <a:latin typeface="Segoe UI Light" panose="020B0502040204020203" pitchFamily="34" charset="0"/>
                <a:cs typeface="Segoe UI Light" panose="020B0502040204020203" pitchFamily="34" charset="0"/>
              </a:rPr>
              <a:t>Desde el menú </a:t>
            </a:r>
            <a:r>
              <a:rPr lang="es-CO" sz="1600" i="1" dirty="0" err="1">
                <a:latin typeface="Segoe UI Light" panose="020B0502040204020203" pitchFamily="34" charset="0"/>
                <a:cs typeface="Segoe UI Light" panose="020B0502040204020203" pitchFamily="34" charset="0"/>
              </a:rPr>
              <a:t>Edit</a:t>
            </a:r>
            <a:r>
              <a:rPr lang="es-CO" sz="1600" i="1" dirty="0">
                <a:latin typeface="Segoe UI Light" panose="020B0502040204020203" pitchFamily="34" charset="0"/>
                <a:cs typeface="Segoe UI Light" panose="020B0502040204020203" pitchFamily="34" charset="0"/>
              </a:rPr>
              <a:t> o desde </a:t>
            </a:r>
            <a:r>
              <a:rPr lang="es-CO" sz="1600" dirty="0">
                <a:latin typeface="Segoe UI Light" panose="020B0502040204020203" pitchFamily="34" charset="0"/>
                <a:cs typeface="Segoe UI Light" panose="020B0502040204020203" pitchFamily="34" charset="0"/>
              </a:rPr>
              <a:t>la barra de herramientas abra el editor de geometría </a:t>
            </a:r>
            <a:r>
              <a:rPr lang="es-CO" sz="1600" i="1" dirty="0" err="1">
                <a:latin typeface="Segoe UI Light" panose="020B0502040204020203" pitchFamily="34" charset="0"/>
                <a:cs typeface="Segoe UI Light" panose="020B0502040204020203" pitchFamily="34" charset="0"/>
              </a:rPr>
              <a:t>Geometry</a:t>
            </a:r>
            <a:r>
              <a:rPr lang="es-CO" sz="1600" i="1" dirty="0">
                <a:latin typeface="Segoe UI Light" panose="020B0502040204020203" pitchFamily="34" charset="0"/>
                <a:cs typeface="Segoe UI Light" panose="020B0502040204020203" pitchFamily="34" charset="0"/>
              </a:rPr>
              <a:t> Data</a:t>
            </a:r>
            <a:r>
              <a:rPr lang="es-CO" sz="1600" dirty="0">
                <a:latin typeface="Segoe UI Light" panose="020B0502040204020203" pitchFamily="34" charset="0"/>
                <a:cs typeface="Segoe UI Light" panose="020B0502040204020203" pitchFamily="34" charset="0"/>
              </a:rPr>
              <a:t>.</a:t>
            </a:r>
          </a:p>
          <a:p>
            <a:endParaRPr lang="es-CO" sz="1600" dirty="0">
              <a:latin typeface="Segoe UI Light" panose="020B0502040204020203" pitchFamily="34" charset="0"/>
              <a:cs typeface="Segoe UI Light" panose="020B0502040204020203" pitchFamily="34" charset="0"/>
            </a:endParaRPr>
          </a:p>
          <a:p>
            <a:r>
              <a:rPr lang="es-CO" sz="1600" dirty="0">
                <a:latin typeface="Segoe UI Light" panose="020B0502040204020203" pitchFamily="34" charset="0"/>
                <a:cs typeface="Segoe UI Light" panose="020B0502040204020203" pitchFamily="34" charset="0"/>
              </a:rPr>
              <a:t>Desde el editor de geometría – </a:t>
            </a:r>
            <a:r>
              <a:rPr lang="es-CO" sz="1600" i="1" dirty="0">
                <a:latin typeface="Segoe UI Light" panose="020B0502040204020203" pitchFamily="34" charset="0"/>
                <a:cs typeface="Segoe UI Light" panose="020B0502040204020203" pitchFamily="34" charset="0"/>
              </a:rPr>
              <a:t>File</a:t>
            </a:r>
            <a:r>
              <a:rPr lang="es-CO" sz="1600" dirty="0">
                <a:latin typeface="Segoe UI Light" panose="020B0502040204020203" pitchFamily="34" charset="0"/>
                <a:cs typeface="Segoe UI Light" panose="020B0502040204020203" pitchFamily="34" charset="0"/>
              </a:rPr>
              <a:t> – </a:t>
            </a:r>
            <a:r>
              <a:rPr lang="es-CO" sz="1600" i="1" dirty="0" err="1">
                <a:latin typeface="Segoe UI Light" panose="020B0502040204020203" pitchFamily="34" charset="0"/>
                <a:cs typeface="Segoe UI Light" panose="020B0502040204020203" pitchFamily="34" charset="0"/>
              </a:rPr>
              <a:t>Import</a:t>
            </a:r>
            <a:r>
              <a:rPr lang="es-CO" sz="1600" i="1" dirty="0">
                <a:latin typeface="Segoe UI Light" panose="020B0502040204020203" pitchFamily="34" charset="0"/>
                <a:cs typeface="Segoe UI Light" panose="020B0502040204020203" pitchFamily="34" charset="0"/>
              </a:rPr>
              <a:t> </a:t>
            </a:r>
            <a:r>
              <a:rPr lang="es-CO" sz="1600" i="1" dirty="0" err="1">
                <a:latin typeface="Segoe UI Light" panose="020B0502040204020203" pitchFamily="34" charset="0"/>
                <a:cs typeface="Segoe UI Light" panose="020B0502040204020203" pitchFamily="34" charset="0"/>
              </a:rPr>
              <a:t>Geometry</a:t>
            </a:r>
            <a:r>
              <a:rPr lang="es-CO" sz="1600" i="1" dirty="0">
                <a:latin typeface="Segoe UI Light" panose="020B0502040204020203" pitchFamily="34" charset="0"/>
                <a:cs typeface="Segoe UI Light" panose="020B0502040204020203" pitchFamily="34" charset="0"/>
              </a:rPr>
              <a:t> Data</a:t>
            </a:r>
            <a:r>
              <a:rPr lang="es-CO" sz="1600" dirty="0">
                <a:latin typeface="Segoe UI Light" panose="020B0502040204020203" pitchFamily="34" charset="0"/>
                <a:cs typeface="Segoe UI Light" panose="020B0502040204020203" pitchFamily="34" charset="0"/>
              </a:rPr>
              <a:t> – </a:t>
            </a:r>
            <a:r>
              <a:rPr lang="es-CO" sz="1600" i="1" dirty="0">
                <a:latin typeface="Segoe UI Light" panose="020B0502040204020203" pitchFamily="34" charset="0"/>
                <a:cs typeface="Segoe UI Light" panose="020B0502040204020203" pitchFamily="34" charset="0"/>
              </a:rPr>
              <a:t>GIS </a:t>
            </a:r>
            <a:r>
              <a:rPr lang="es-CO" sz="1600" i="1" dirty="0" err="1">
                <a:latin typeface="Segoe UI Light" panose="020B0502040204020203" pitchFamily="34" charset="0"/>
                <a:cs typeface="Segoe UI Light" panose="020B0502040204020203" pitchFamily="34" charset="0"/>
              </a:rPr>
              <a:t>Format</a:t>
            </a:r>
            <a:r>
              <a:rPr lang="es-CO" sz="1600" dirty="0">
                <a:latin typeface="Segoe UI Light" panose="020B0502040204020203" pitchFamily="34" charset="0"/>
                <a:cs typeface="Segoe UI Light" panose="020B0502040204020203" pitchFamily="34" charset="0"/>
              </a:rPr>
              <a:t>, importa la geometría exportada desde HEC-</a:t>
            </a:r>
            <a:r>
              <a:rPr lang="es-CO" sz="1600" dirty="0" err="1">
                <a:latin typeface="Segoe UI Light" panose="020B0502040204020203" pitchFamily="34" charset="0"/>
                <a:cs typeface="Segoe UI Light" panose="020B0502040204020203" pitchFamily="34" charset="0"/>
              </a:rPr>
              <a:t>GeoRAS</a:t>
            </a:r>
            <a:r>
              <a:rPr lang="es-CO" sz="1600" dirty="0">
                <a:latin typeface="Segoe UI Light" panose="020B0502040204020203" pitchFamily="34" charset="0"/>
                <a:cs typeface="Segoe UI Light" panose="020B0502040204020203" pitchFamily="34" charset="0"/>
              </a:rPr>
              <a:t>.</a:t>
            </a:r>
          </a:p>
          <a:p>
            <a:endParaRPr lang="es-CO" sz="1600" dirty="0">
              <a:latin typeface="Segoe UI Light" panose="020B0502040204020203" pitchFamily="34" charset="0"/>
              <a:cs typeface="Segoe UI Light" panose="020B0502040204020203" pitchFamily="34" charset="0"/>
            </a:endParaRPr>
          </a:p>
          <a:p>
            <a:r>
              <a:rPr lang="es-CO" sz="1600" dirty="0">
                <a:latin typeface="Segoe UI Light" panose="020B0502040204020203" pitchFamily="34" charset="0"/>
                <a:cs typeface="Segoe UI Light" panose="020B0502040204020203" pitchFamily="34" charset="0"/>
              </a:rPr>
              <a:t>Importe los datos en el sistema de unidades internacional SI (</a:t>
            </a:r>
            <a:r>
              <a:rPr lang="es-CO" sz="1600" dirty="0" err="1">
                <a:latin typeface="Segoe UI Light" panose="020B0502040204020203" pitchFamily="34" charset="0"/>
                <a:cs typeface="Segoe UI Light" panose="020B0502040204020203" pitchFamily="34" charset="0"/>
              </a:rPr>
              <a:t>metric</a:t>
            </a:r>
            <a:r>
              <a:rPr lang="es-CO" sz="1600" dirty="0">
                <a:latin typeface="Segoe UI Light" panose="020B0502040204020203" pitchFamily="34" charset="0"/>
                <a:cs typeface="Segoe UI Light" panose="020B0502040204020203" pitchFamily="34" charset="0"/>
              </a:rPr>
              <a:t>) </a:t>
            </a:r>
            <a:r>
              <a:rPr lang="es-CO" sz="1600" dirty="0" err="1">
                <a:latin typeface="Segoe UI Light" panose="020B0502040204020203" pitchFamily="34" charset="0"/>
                <a:cs typeface="Segoe UI Light" panose="020B0502040204020203" pitchFamily="34" charset="0"/>
              </a:rPr>
              <a:t>units</a:t>
            </a:r>
            <a:r>
              <a:rPr lang="es-CO" sz="1600" dirty="0">
                <a:latin typeface="Segoe UI Light" panose="020B0502040204020203" pitchFamily="34" charset="0"/>
                <a:cs typeface="Segoe UI Light" panose="020B0502040204020203" pitchFamily="34" charset="0"/>
              </a:rPr>
              <a:t> y seleccione todos los tramos o ríos y todas las secciones transversales.</a:t>
            </a:r>
          </a:p>
        </p:txBody>
      </p:sp>
      <p:pic>
        <p:nvPicPr>
          <p:cNvPr id="3" name="Imagen 2"/>
          <p:cNvPicPr>
            <a:picLocks noChangeAspect="1"/>
          </p:cNvPicPr>
          <p:nvPr/>
        </p:nvPicPr>
        <p:blipFill rotWithShape="1">
          <a:blip r:embed="rId2">
            <a:extLst>
              <a:ext uri="{BEBA8EAE-BF5A-486C-A8C5-ECC9F3942E4B}">
                <a14:imgProps xmlns:a14="http://schemas.microsoft.com/office/drawing/2010/main">
                  <a14:imgLayer r:embed="rId3">
                    <a14:imgEffect>
                      <a14:saturation sat="0"/>
                    </a14:imgEffect>
                  </a14:imgLayer>
                </a14:imgProps>
              </a:ext>
            </a:extLst>
          </a:blip>
          <a:srcRect r="55311"/>
          <a:stretch/>
        </p:blipFill>
        <p:spPr>
          <a:xfrm>
            <a:off x="6942800" y="692696"/>
            <a:ext cx="3202945" cy="1827102"/>
          </a:xfrm>
          <a:prstGeom prst="rect">
            <a:avLst/>
          </a:prstGeom>
          <a:ln w="3175">
            <a:solidFill>
              <a:schemeClr val="tx1"/>
            </a:solidFill>
          </a:ln>
        </p:spPr>
      </p:pic>
      <p:pic>
        <p:nvPicPr>
          <p:cNvPr id="9" name="Imagen 8"/>
          <p:cNvPicPr>
            <a:picLocks noChangeAspect="1"/>
          </p:cNvPicPr>
          <p:nvPr/>
        </p:nvPicPr>
        <p:blipFill>
          <a:blip r:embed="rId4">
            <a:extLst>
              <a:ext uri="{BEBA8EAE-BF5A-486C-A8C5-ECC9F3942E4B}">
                <a14:imgProps xmlns:a14="http://schemas.microsoft.com/office/drawing/2010/main">
                  <a14:imgLayer r:embed="rId5">
                    <a14:imgEffect>
                      <a14:saturation sat="0"/>
                    </a14:imgEffect>
                  </a14:imgLayer>
                </a14:imgProps>
              </a:ext>
            </a:extLst>
          </a:blip>
          <a:stretch>
            <a:fillRect/>
          </a:stretch>
        </p:blipFill>
        <p:spPr>
          <a:xfrm>
            <a:off x="5951984" y="2776559"/>
            <a:ext cx="5184576" cy="3769831"/>
          </a:xfrm>
          <a:prstGeom prst="rect">
            <a:avLst/>
          </a:prstGeom>
        </p:spPr>
      </p:pic>
      <p:sp>
        <p:nvSpPr>
          <p:cNvPr id="10" name="1 Título">
            <a:extLst>
              <a:ext uri="{FF2B5EF4-FFF2-40B4-BE49-F238E27FC236}">
                <a16:creationId xmlns:a16="http://schemas.microsoft.com/office/drawing/2014/main" id="{1E0176E9-1FBF-4877-9B79-803F54E26C72}"/>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Actividad 2: Importación de geometría en HEC-RAS</a:t>
            </a:r>
          </a:p>
        </p:txBody>
      </p:sp>
      <p:pic>
        <p:nvPicPr>
          <p:cNvPr id="11" name="Imagen 10">
            <a:extLst>
              <a:ext uri="{FF2B5EF4-FFF2-40B4-BE49-F238E27FC236}">
                <a16:creationId xmlns:a16="http://schemas.microsoft.com/office/drawing/2014/main" id="{FDFBED1D-FC7D-4E8C-9279-BD4B85CA6477}"/>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7564735" y="1237094"/>
            <a:ext cx="360000" cy="360000"/>
          </a:xfrm>
          <a:prstGeom prst="rect">
            <a:avLst/>
          </a:prstGeom>
        </p:spPr>
      </p:pic>
      <p:pic>
        <p:nvPicPr>
          <p:cNvPr id="12" name="Imagen 11">
            <a:extLst>
              <a:ext uri="{FF2B5EF4-FFF2-40B4-BE49-F238E27FC236}">
                <a16:creationId xmlns:a16="http://schemas.microsoft.com/office/drawing/2014/main" id="{E18667D4-1DE6-4832-A5A5-FAD2A897CCCF}"/>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9120336" y="5373216"/>
            <a:ext cx="360000" cy="360000"/>
          </a:xfrm>
          <a:prstGeom prst="rect">
            <a:avLst/>
          </a:prstGeom>
        </p:spPr>
      </p:pic>
      <p:pic>
        <p:nvPicPr>
          <p:cNvPr id="14" name="Imagen 13">
            <a:extLst>
              <a:ext uri="{FF2B5EF4-FFF2-40B4-BE49-F238E27FC236}">
                <a16:creationId xmlns:a16="http://schemas.microsoft.com/office/drawing/2014/main" id="{AE10139B-3459-4628-B1E9-5ED34DB6E5A5}"/>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125222108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Imagen 5"/>
          <p:cNvPicPr>
            <a:picLocks noChangeAspect="1"/>
          </p:cNvPicPr>
          <p:nvPr/>
        </p:nvPicPr>
        <p:blipFill rotWithShape="1">
          <a:blip r:embed="rId2">
            <a:extLst>
              <a:ext uri="{BEBA8EAE-BF5A-486C-A8C5-ECC9F3942E4B}">
                <a14:imgProps xmlns:a14="http://schemas.microsoft.com/office/drawing/2010/main">
                  <a14:imgLayer r:embed="rId3">
                    <a14:imgEffect>
                      <a14:saturation sat="0"/>
                    </a14:imgEffect>
                  </a14:imgLayer>
                </a14:imgProps>
              </a:ext>
            </a:extLst>
          </a:blip>
          <a:srcRect b="14594"/>
          <a:stretch/>
        </p:blipFill>
        <p:spPr>
          <a:xfrm>
            <a:off x="2567608" y="620688"/>
            <a:ext cx="7056784" cy="1615814"/>
          </a:xfrm>
          <a:prstGeom prst="rect">
            <a:avLst/>
          </a:prstGeom>
        </p:spPr>
      </p:pic>
      <p:pic>
        <p:nvPicPr>
          <p:cNvPr id="7" name="Imagen 6"/>
          <p:cNvPicPr>
            <a:picLocks noChangeAspect="1"/>
          </p:cNvPicPr>
          <p:nvPr/>
        </p:nvPicPr>
        <p:blipFill>
          <a:blip r:embed="rId4">
            <a:extLst>
              <a:ext uri="{BEBA8EAE-BF5A-486C-A8C5-ECC9F3942E4B}">
                <a14:imgProps xmlns:a14="http://schemas.microsoft.com/office/drawing/2010/main">
                  <a14:imgLayer r:embed="rId5">
                    <a14:imgEffect>
                      <a14:saturation sat="0"/>
                    </a14:imgEffect>
                  </a14:imgLayer>
                </a14:imgProps>
              </a:ext>
            </a:extLst>
          </a:blip>
          <a:stretch>
            <a:fillRect/>
          </a:stretch>
        </p:blipFill>
        <p:spPr>
          <a:xfrm>
            <a:off x="3318721" y="2420888"/>
            <a:ext cx="5554558" cy="4244725"/>
          </a:xfrm>
          <a:prstGeom prst="rect">
            <a:avLst/>
          </a:prstGeom>
        </p:spPr>
      </p:pic>
      <p:pic>
        <p:nvPicPr>
          <p:cNvPr id="8" name="Imagen 7">
            <a:extLst>
              <a:ext uri="{FF2B5EF4-FFF2-40B4-BE49-F238E27FC236}">
                <a16:creationId xmlns:a16="http://schemas.microsoft.com/office/drawing/2014/main" id="{7E6C807F-E33A-4034-BB6F-E1579C78D67C}"/>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3719736" y="2924944"/>
            <a:ext cx="360000" cy="360000"/>
          </a:xfrm>
          <a:prstGeom prst="rect">
            <a:avLst/>
          </a:prstGeom>
        </p:spPr>
      </p:pic>
      <p:pic>
        <p:nvPicPr>
          <p:cNvPr id="9" name="Imagen 8">
            <a:extLst>
              <a:ext uri="{FF2B5EF4-FFF2-40B4-BE49-F238E27FC236}">
                <a16:creationId xmlns:a16="http://schemas.microsoft.com/office/drawing/2014/main" id="{AD838774-0C47-455A-A78D-57E9C00BC7C5}"/>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5087888" y="2924944"/>
            <a:ext cx="360000" cy="360000"/>
          </a:xfrm>
          <a:prstGeom prst="rect">
            <a:avLst/>
          </a:prstGeom>
        </p:spPr>
      </p:pic>
      <p:pic>
        <p:nvPicPr>
          <p:cNvPr id="12" name="Imagen 11">
            <a:extLst>
              <a:ext uri="{FF2B5EF4-FFF2-40B4-BE49-F238E27FC236}">
                <a16:creationId xmlns:a16="http://schemas.microsoft.com/office/drawing/2014/main" id="{7FFD1306-6C8C-467F-87E1-AFD596C619F7}"/>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10" name="1 Título">
            <a:extLst>
              <a:ext uri="{FF2B5EF4-FFF2-40B4-BE49-F238E27FC236}">
                <a16:creationId xmlns:a16="http://schemas.microsoft.com/office/drawing/2014/main" id="{896EA937-D836-4188-A745-51790498CE6E}"/>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Actividad 2: Importación de geometría en HEC-RAS</a:t>
            </a:r>
          </a:p>
        </p:txBody>
      </p:sp>
    </p:spTree>
    <p:extLst>
      <p:ext uri="{BB962C8B-B14F-4D97-AF65-F5344CB8AC3E}">
        <p14:creationId xmlns:p14="http://schemas.microsoft.com/office/powerpoint/2010/main" val="33713106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3952637" y="3244334"/>
            <a:ext cx="4286726" cy="369332"/>
          </a:xfrm>
          <a:prstGeom prst="rect">
            <a:avLst/>
          </a:prstGeom>
          <a:noFill/>
        </p:spPr>
        <p:txBody>
          <a:bodyPr wrap="square" rtlCol="0">
            <a:spAutoFit/>
          </a:bodyPr>
          <a:lstStyle/>
          <a:p>
            <a:pPr algn="ctr"/>
            <a:r>
              <a:rPr lang="es-CO" dirty="0">
                <a:latin typeface="Segoe UI Light" panose="020B0502040204020203" pitchFamily="34" charset="0"/>
                <a:cs typeface="Segoe UI Light" panose="020B0502040204020203" pitchFamily="34" charset="0"/>
              </a:rPr>
              <a:t>Actividad 3: Perfiles y secciones</a:t>
            </a:r>
          </a:p>
        </p:txBody>
      </p:sp>
      <p:pic>
        <p:nvPicPr>
          <p:cNvPr id="4" name="Imagen 3">
            <a:extLst>
              <a:ext uri="{FF2B5EF4-FFF2-40B4-BE49-F238E27FC236}">
                <a16:creationId xmlns:a16="http://schemas.microsoft.com/office/drawing/2014/main" id="{1778343F-4C35-4EA8-BE28-B7325258F62A}"/>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269517059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983432" y="685554"/>
            <a:ext cx="3960440" cy="3046988"/>
          </a:xfrm>
          <a:prstGeom prst="rect">
            <a:avLst/>
          </a:prstGeom>
          <a:noFill/>
        </p:spPr>
        <p:txBody>
          <a:bodyPr wrap="square" rtlCol="0">
            <a:spAutoFit/>
          </a:bodyPr>
          <a:lstStyle/>
          <a:p>
            <a:r>
              <a:rPr lang="es-CO" sz="1600">
                <a:latin typeface="Segoe UI Light" panose="020B0502040204020203" pitchFamily="34" charset="0"/>
                <a:cs typeface="Segoe UI Light" panose="020B0502040204020203" pitchFamily="34" charset="0"/>
              </a:rPr>
              <a:t>Consulte y analice:</a:t>
            </a:r>
            <a:endParaRPr lang="es-CO" sz="1600" dirty="0">
              <a:latin typeface="Segoe UI Light" panose="020B0502040204020203" pitchFamily="34" charset="0"/>
              <a:cs typeface="Segoe UI Light" panose="020B0502040204020203" pitchFamily="34" charset="0"/>
            </a:endParaRPr>
          </a:p>
          <a:p>
            <a:endParaRPr lang="es-CO" sz="1600" dirty="0">
              <a:latin typeface="Segoe UI Light" panose="020B0502040204020203" pitchFamily="34" charset="0"/>
              <a:cs typeface="Segoe UI Light" panose="020B0502040204020203" pitchFamily="34" charset="0"/>
            </a:endParaRPr>
          </a:p>
          <a:p>
            <a:endParaRPr lang="es-CO" sz="1600" dirty="0">
              <a:latin typeface="Segoe UI Light" panose="020B0502040204020203" pitchFamily="34" charset="0"/>
              <a:cs typeface="Segoe UI Light" panose="020B0502040204020203" pitchFamily="34" charset="0"/>
            </a:endParaRPr>
          </a:p>
          <a:p>
            <a:pPr marL="285750" indent="-285750">
              <a:buFont typeface="Wingdings" panose="05000000000000000000" pitchFamily="2" charset="2"/>
              <a:buChar char="ü"/>
            </a:pPr>
            <a:r>
              <a:rPr lang="es-CO" sz="1600" dirty="0">
                <a:latin typeface="Segoe UI Light" panose="020B0502040204020203" pitchFamily="34" charset="0"/>
                <a:cs typeface="Segoe UI Light" panose="020B0502040204020203" pitchFamily="34" charset="0"/>
              </a:rPr>
              <a:t>Perfil de cada tramo</a:t>
            </a:r>
          </a:p>
          <a:p>
            <a:pPr marL="285750" indent="-285750">
              <a:buFont typeface="Wingdings" panose="05000000000000000000" pitchFamily="2" charset="2"/>
              <a:buChar char="ü"/>
            </a:pPr>
            <a:endParaRPr lang="es-CO" sz="1600" dirty="0">
              <a:latin typeface="Segoe UI Light" panose="020B0502040204020203" pitchFamily="34" charset="0"/>
              <a:cs typeface="Segoe UI Light" panose="020B0502040204020203" pitchFamily="34" charset="0"/>
            </a:endParaRPr>
          </a:p>
          <a:p>
            <a:pPr marL="285750" indent="-285750">
              <a:buFont typeface="Wingdings" panose="05000000000000000000" pitchFamily="2" charset="2"/>
              <a:buChar char="ü"/>
            </a:pPr>
            <a:r>
              <a:rPr lang="es-CO" sz="1600" dirty="0">
                <a:latin typeface="Segoe UI Light" panose="020B0502040204020203" pitchFamily="34" charset="0"/>
                <a:cs typeface="Segoe UI Light" panose="020B0502040204020203" pitchFamily="34" charset="0"/>
              </a:rPr>
              <a:t>Perfil de cada río</a:t>
            </a:r>
          </a:p>
          <a:p>
            <a:pPr marL="285750" indent="-285750">
              <a:buFont typeface="Wingdings" panose="05000000000000000000" pitchFamily="2" charset="2"/>
              <a:buChar char="ü"/>
            </a:pPr>
            <a:endParaRPr lang="es-CO" sz="1600" dirty="0">
              <a:latin typeface="Segoe UI Light" panose="020B0502040204020203" pitchFamily="34" charset="0"/>
              <a:cs typeface="Segoe UI Light" panose="020B0502040204020203" pitchFamily="34" charset="0"/>
            </a:endParaRPr>
          </a:p>
          <a:p>
            <a:pPr marL="285750" indent="-285750">
              <a:buFont typeface="Wingdings" panose="05000000000000000000" pitchFamily="2" charset="2"/>
              <a:buChar char="ü"/>
            </a:pPr>
            <a:r>
              <a:rPr lang="es-CO" sz="1600" dirty="0">
                <a:latin typeface="Segoe UI Light" panose="020B0502040204020203" pitchFamily="34" charset="0"/>
                <a:cs typeface="Segoe UI Light" panose="020B0502040204020203" pitchFamily="34" charset="0"/>
              </a:rPr>
              <a:t>Secciones transversales</a:t>
            </a:r>
          </a:p>
          <a:p>
            <a:pPr marL="285750" indent="-285750">
              <a:buFont typeface="Wingdings" panose="05000000000000000000" pitchFamily="2" charset="2"/>
              <a:buChar char="ü"/>
            </a:pPr>
            <a:endParaRPr lang="es-CO" sz="1600" dirty="0">
              <a:latin typeface="Segoe UI Light" panose="020B0502040204020203" pitchFamily="34" charset="0"/>
              <a:cs typeface="Segoe UI Light" panose="020B0502040204020203" pitchFamily="34" charset="0"/>
            </a:endParaRPr>
          </a:p>
          <a:p>
            <a:pPr marL="285750" indent="-285750">
              <a:buFont typeface="Wingdings" panose="05000000000000000000" pitchFamily="2" charset="2"/>
              <a:buChar char="ü"/>
            </a:pPr>
            <a:r>
              <a:rPr lang="es-CO" sz="1600" dirty="0">
                <a:latin typeface="Segoe UI Light" panose="020B0502040204020203" pitchFamily="34" charset="0"/>
                <a:cs typeface="Segoe UI Light" panose="020B0502040204020203" pitchFamily="34" charset="0"/>
              </a:rPr>
              <a:t>Distancia entre bancas y ejes</a:t>
            </a:r>
          </a:p>
          <a:p>
            <a:pPr marL="285750" indent="-285750">
              <a:buFont typeface="Wingdings" panose="05000000000000000000" pitchFamily="2" charset="2"/>
              <a:buChar char="ü"/>
            </a:pPr>
            <a:endParaRPr lang="es-CO" sz="1600" dirty="0">
              <a:latin typeface="Segoe UI Light" panose="020B0502040204020203" pitchFamily="34" charset="0"/>
              <a:cs typeface="Segoe UI Light" panose="020B0502040204020203" pitchFamily="34" charset="0"/>
            </a:endParaRPr>
          </a:p>
          <a:p>
            <a:pPr marL="285750" indent="-285750">
              <a:buFont typeface="Wingdings" panose="05000000000000000000" pitchFamily="2" charset="2"/>
              <a:buChar char="ü"/>
            </a:pPr>
            <a:r>
              <a:rPr lang="es-CO" sz="1600" dirty="0">
                <a:latin typeface="Segoe UI Light" panose="020B0502040204020203" pitchFamily="34" charset="0"/>
                <a:cs typeface="Segoe UI Light" panose="020B0502040204020203" pitchFamily="34" charset="0"/>
              </a:rPr>
              <a:t>Posición de bancas en las secciones</a:t>
            </a:r>
          </a:p>
        </p:txBody>
      </p:sp>
      <p:pic>
        <p:nvPicPr>
          <p:cNvPr id="2" name="Imagen 1"/>
          <p:cNvPicPr>
            <a:picLocks noChangeAspect="1"/>
          </p:cNvPicPr>
          <p:nvPr/>
        </p:nvPicPr>
        <p:blipFill>
          <a:blip r:embed="rId2"/>
          <a:stretch>
            <a:fillRect/>
          </a:stretch>
        </p:blipFill>
        <p:spPr>
          <a:xfrm>
            <a:off x="5303912" y="620688"/>
            <a:ext cx="5580112" cy="5986995"/>
          </a:xfrm>
          <a:prstGeom prst="rect">
            <a:avLst/>
          </a:prstGeom>
        </p:spPr>
      </p:pic>
      <p:sp>
        <p:nvSpPr>
          <p:cNvPr id="7" name="1 Título">
            <a:extLst>
              <a:ext uri="{FF2B5EF4-FFF2-40B4-BE49-F238E27FC236}">
                <a16:creationId xmlns:a16="http://schemas.microsoft.com/office/drawing/2014/main" id="{B239B0F0-148E-4EDB-B5DC-ECCFC503BB4D}"/>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Actividad 3: Perfiles y secciones</a:t>
            </a:r>
          </a:p>
        </p:txBody>
      </p:sp>
      <p:pic>
        <p:nvPicPr>
          <p:cNvPr id="9" name="Imagen 8">
            <a:extLst>
              <a:ext uri="{FF2B5EF4-FFF2-40B4-BE49-F238E27FC236}">
                <a16:creationId xmlns:a16="http://schemas.microsoft.com/office/drawing/2014/main" id="{828BF321-9341-4302-8C1C-92D98988B7A0}"/>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381904285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767408" y="623613"/>
            <a:ext cx="4320480" cy="2616101"/>
          </a:xfrm>
          <a:prstGeom prst="rect">
            <a:avLst/>
          </a:prstGeom>
          <a:noFill/>
        </p:spPr>
        <p:txBody>
          <a:bodyPr wrap="square" rtlCol="0">
            <a:spAutoFit/>
          </a:bodyPr>
          <a:lstStyle/>
          <a:p>
            <a:pPr algn="ctr"/>
            <a:r>
              <a:rPr lang="es-CO" dirty="0">
                <a:latin typeface="Segoe UI Light" panose="020B0502040204020203" pitchFamily="34" charset="0"/>
                <a:cs typeface="Segoe UI Light" panose="020B0502040204020203" pitchFamily="34" charset="0"/>
              </a:rPr>
              <a:t>Perfil del cauce natural</a:t>
            </a:r>
          </a:p>
          <a:p>
            <a:pPr algn="ctr"/>
            <a:endParaRPr lang="es-CO" dirty="0">
              <a:latin typeface="Segoe UI Light" panose="020B0502040204020203" pitchFamily="34" charset="0"/>
              <a:cs typeface="Segoe UI Light" panose="020B0502040204020203" pitchFamily="34" charset="0"/>
            </a:endParaRPr>
          </a:p>
          <a:p>
            <a:pPr algn="just"/>
            <a:r>
              <a:rPr lang="es-CO" sz="1600" dirty="0">
                <a:latin typeface="Segoe UI Light" panose="020B0502040204020203" pitchFamily="34" charset="0"/>
                <a:cs typeface="Segoe UI Light" panose="020B0502040204020203" pitchFamily="34" charset="0"/>
              </a:rPr>
              <a:t>Seleccione el tramo a visualizar y la opción </a:t>
            </a:r>
            <a:r>
              <a:rPr lang="es-CO" sz="1600" i="1" dirty="0" err="1">
                <a:latin typeface="Segoe UI Light" panose="020B0502040204020203" pitchFamily="34" charset="0"/>
                <a:cs typeface="Segoe UI Light" panose="020B0502040204020203" pitchFamily="34" charset="0"/>
              </a:rPr>
              <a:t>Profile</a:t>
            </a:r>
            <a:r>
              <a:rPr lang="es-CO" sz="1600" i="1" dirty="0">
                <a:latin typeface="Segoe UI Light" panose="020B0502040204020203" pitchFamily="34" charset="0"/>
                <a:cs typeface="Segoe UI Light" panose="020B0502040204020203" pitchFamily="34" charset="0"/>
              </a:rPr>
              <a:t> </a:t>
            </a:r>
            <a:r>
              <a:rPr lang="es-CO" sz="1600" i="1" dirty="0" err="1">
                <a:latin typeface="Segoe UI Light" panose="020B0502040204020203" pitchFamily="34" charset="0"/>
                <a:cs typeface="Segoe UI Light" panose="020B0502040204020203" pitchFamily="34" charset="0"/>
              </a:rPr>
              <a:t>Plot</a:t>
            </a:r>
            <a:r>
              <a:rPr lang="es-CO" sz="1600" dirty="0">
                <a:latin typeface="Segoe UI Light" panose="020B0502040204020203" pitchFamily="34" charset="0"/>
                <a:cs typeface="Segoe UI Light" panose="020B0502040204020203" pitchFamily="34" charset="0"/>
              </a:rPr>
              <a:t>... </a:t>
            </a:r>
          </a:p>
          <a:p>
            <a:pPr algn="just"/>
            <a:endParaRPr lang="es-CO" sz="1600" dirty="0">
              <a:latin typeface="Segoe UI Light" panose="020B0502040204020203" pitchFamily="34" charset="0"/>
              <a:cs typeface="Segoe UI Light" panose="020B0502040204020203" pitchFamily="34" charset="0"/>
            </a:endParaRPr>
          </a:p>
          <a:p>
            <a:pPr algn="just"/>
            <a:r>
              <a:rPr lang="es-CO" sz="1600" dirty="0">
                <a:latin typeface="Segoe UI Light" panose="020B0502040204020203" pitchFamily="34" charset="0"/>
                <a:cs typeface="Segoe UI Light" panose="020B0502040204020203" pitchFamily="34" charset="0"/>
              </a:rPr>
              <a:t>Este perfil corresponderá al </a:t>
            </a:r>
            <a:r>
              <a:rPr lang="es-CO" sz="1600" dirty="0" err="1">
                <a:latin typeface="Segoe UI Light" panose="020B0502040204020203" pitchFamily="34" charset="0"/>
                <a:cs typeface="Segoe UI Light" panose="020B0502040204020203" pitchFamily="34" charset="0"/>
              </a:rPr>
              <a:t>Thalweg</a:t>
            </a:r>
            <a:r>
              <a:rPr lang="es-CO" sz="1600" dirty="0">
                <a:latin typeface="Segoe UI Light" panose="020B0502040204020203" pitchFamily="34" charset="0"/>
                <a:cs typeface="Segoe UI Light" panose="020B0502040204020203" pitchFamily="34" charset="0"/>
              </a:rPr>
              <a:t> del Río natural y no al punto de intersección de la sección transversal con el eje del río. (Corresponde al punto mas bajo de la sección entre las bancas).</a:t>
            </a:r>
          </a:p>
        </p:txBody>
      </p:sp>
      <p:pic>
        <p:nvPicPr>
          <p:cNvPr id="2" name="Imagen 1"/>
          <p:cNvPicPr>
            <a:picLocks noChangeAspect="1"/>
          </p:cNvPicPr>
          <p:nvPr/>
        </p:nvPicPr>
        <p:blipFill>
          <a:blip r:embed="rId2"/>
          <a:stretch>
            <a:fillRect/>
          </a:stretch>
        </p:blipFill>
        <p:spPr>
          <a:xfrm>
            <a:off x="5844096" y="625529"/>
            <a:ext cx="5580496" cy="5987407"/>
          </a:xfrm>
          <a:prstGeom prst="rect">
            <a:avLst/>
          </a:prstGeom>
        </p:spPr>
      </p:pic>
      <p:pic>
        <p:nvPicPr>
          <p:cNvPr id="3" name="Imagen 2"/>
          <p:cNvPicPr>
            <a:picLocks noChangeAspect="1"/>
          </p:cNvPicPr>
          <p:nvPr/>
        </p:nvPicPr>
        <p:blipFill>
          <a:blip r:embed="rId3"/>
          <a:stretch>
            <a:fillRect/>
          </a:stretch>
        </p:blipFill>
        <p:spPr>
          <a:xfrm>
            <a:off x="983432" y="3239714"/>
            <a:ext cx="3888432" cy="3471236"/>
          </a:xfrm>
          <a:prstGeom prst="rect">
            <a:avLst/>
          </a:prstGeom>
        </p:spPr>
      </p:pic>
      <p:pic>
        <p:nvPicPr>
          <p:cNvPr id="9" name="Imagen 8">
            <a:extLst>
              <a:ext uri="{FF2B5EF4-FFF2-40B4-BE49-F238E27FC236}">
                <a16:creationId xmlns:a16="http://schemas.microsoft.com/office/drawing/2014/main" id="{E866C88A-1FDC-4A56-83B9-32923F2C8CE0}"/>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7" name="1 Título">
            <a:extLst>
              <a:ext uri="{FF2B5EF4-FFF2-40B4-BE49-F238E27FC236}">
                <a16:creationId xmlns:a16="http://schemas.microsoft.com/office/drawing/2014/main" id="{25CF73CA-D444-45F9-9EB7-74F7B6CABF1F}"/>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Actividad 3: Perfiles y secciones</a:t>
            </a:r>
          </a:p>
        </p:txBody>
      </p:sp>
    </p:spTree>
    <p:extLst>
      <p:ext uri="{BB962C8B-B14F-4D97-AF65-F5344CB8AC3E}">
        <p14:creationId xmlns:p14="http://schemas.microsoft.com/office/powerpoint/2010/main" val="413445305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Imagen 5"/>
          <p:cNvPicPr>
            <a:picLocks noChangeAspect="1"/>
          </p:cNvPicPr>
          <p:nvPr/>
        </p:nvPicPr>
        <p:blipFill>
          <a:blip r:embed="rId2"/>
          <a:stretch>
            <a:fillRect/>
          </a:stretch>
        </p:blipFill>
        <p:spPr>
          <a:xfrm>
            <a:off x="5807968" y="548680"/>
            <a:ext cx="5570483" cy="5976664"/>
          </a:xfrm>
          <a:prstGeom prst="rect">
            <a:avLst/>
          </a:prstGeom>
        </p:spPr>
      </p:pic>
      <p:sp>
        <p:nvSpPr>
          <p:cNvPr id="8" name="7 CuadroTexto"/>
          <p:cNvSpPr txBox="1"/>
          <p:nvPr/>
        </p:nvSpPr>
        <p:spPr>
          <a:xfrm>
            <a:off x="623392" y="620688"/>
            <a:ext cx="4477334" cy="4062651"/>
          </a:xfrm>
          <a:prstGeom prst="rect">
            <a:avLst/>
          </a:prstGeom>
          <a:noFill/>
        </p:spPr>
        <p:txBody>
          <a:bodyPr wrap="square" rtlCol="0">
            <a:spAutoFit/>
          </a:bodyPr>
          <a:lstStyle/>
          <a:p>
            <a:pPr algn="ctr"/>
            <a:r>
              <a:rPr lang="es-CO" dirty="0">
                <a:latin typeface="Segoe UI Light" panose="020B0502040204020203" pitchFamily="34" charset="0"/>
                <a:cs typeface="Segoe UI Light" panose="020B0502040204020203" pitchFamily="34" charset="0"/>
              </a:rPr>
              <a:t>Sección transversal de inicio</a:t>
            </a:r>
          </a:p>
          <a:p>
            <a:pPr algn="ctr"/>
            <a:endParaRPr lang="es-CO" sz="1600" dirty="0">
              <a:latin typeface="Segoe UI Light" panose="020B0502040204020203" pitchFamily="34" charset="0"/>
              <a:cs typeface="Segoe UI Light" panose="020B0502040204020203" pitchFamily="34" charset="0"/>
            </a:endParaRPr>
          </a:p>
          <a:p>
            <a:pPr algn="just"/>
            <a:r>
              <a:rPr lang="es-CO" sz="1600" dirty="0">
                <a:latin typeface="Segoe UI Light" panose="020B0502040204020203" pitchFamily="34" charset="0"/>
                <a:cs typeface="Segoe UI Light" panose="020B0502040204020203" pitchFamily="34" charset="0"/>
              </a:rPr>
              <a:t>Seleccione la sección de inicio de canal artificial a diseñar, de clic en la opción </a:t>
            </a:r>
            <a:r>
              <a:rPr lang="es-CO" sz="1600" i="1" dirty="0" err="1">
                <a:latin typeface="Segoe UI Light" panose="020B0502040204020203" pitchFamily="34" charset="0"/>
                <a:cs typeface="Segoe UI Light" panose="020B0502040204020203" pitchFamily="34" charset="0"/>
              </a:rPr>
              <a:t>Edit</a:t>
            </a:r>
            <a:r>
              <a:rPr lang="es-CO" sz="1600" i="1" dirty="0">
                <a:latin typeface="Segoe UI Light" panose="020B0502040204020203" pitchFamily="34" charset="0"/>
                <a:cs typeface="Segoe UI Light" panose="020B0502040204020203" pitchFamily="34" charset="0"/>
              </a:rPr>
              <a:t> Cross </a:t>
            </a:r>
            <a:r>
              <a:rPr lang="es-CO" sz="1600" i="1" dirty="0" err="1">
                <a:latin typeface="Segoe UI Light" panose="020B0502040204020203" pitchFamily="34" charset="0"/>
                <a:cs typeface="Segoe UI Light" panose="020B0502040204020203" pitchFamily="34" charset="0"/>
              </a:rPr>
              <a:t>Section</a:t>
            </a:r>
            <a:r>
              <a:rPr lang="es-CO" sz="1600" dirty="0">
                <a:latin typeface="Segoe UI Light" panose="020B0502040204020203" pitchFamily="34" charset="0"/>
                <a:cs typeface="Segoe UI Light" panose="020B0502040204020203" pitchFamily="34" charset="0"/>
              </a:rPr>
              <a:t>. </a:t>
            </a:r>
          </a:p>
          <a:p>
            <a:pPr algn="just"/>
            <a:endParaRPr lang="es-CO" sz="1600" dirty="0">
              <a:latin typeface="Segoe UI Light" panose="020B0502040204020203" pitchFamily="34" charset="0"/>
              <a:cs typeface="Segoe UI Light" panose="020B0502040204020203" pitchFamily="34" charset="0"/>
            </a:endParaRPr>
          </a:p>
          <a:p>
            <a:pPr algn="just"/>
            <a:r>
              <a:rPr lang="es-CO" sz="1600" dirty="0">
                <a:latin typeface="Segoe UI Light" panose="020B0502040204020203" pitchFamily="34" charset="0"/>
                <a:cs typeface="Segoe UI Light" panose="020B0502040204020203" pitchFamily="34" charset="0"/>
              </a:rPr>
              <a:t>Observará que la localización de las bancas (nodos rojos) no corresponde necesariamente con el límite de la zona de tránsito del caudal dominante. (posteriormente se modificará la localización de las bancas y se ingresarán diques laterales para la contención interna del flujo).</a:t>
            </a:r>
          </a:p>
          <a:p>
            <a:pPr algn="just"/>
            <a:endParaRPr lang="es-CO" sz="1600" dirty="0">
              <a:latin typeface="Segoe UI Light" panose="020B0502040204020203" pitchFamily="34" charset="0"/>
              <a:cs typeface="Segoe UI Light" panose="020B0502040204020203" pitchFamily="34" charset="0"/>
            </a:endParaRPr>
          </a:p>
          <a:p>
            <a:pPr algn="just"/>
            <a:r>
              <a:rPr lang="es-CO" sz="1600" dirty="0">
                <a:latin typeface="Segoe UI Light" panose="020B0502040204020203" pitchFamily="34" charset="0"/>
                <a:cs typeface="Segoe UI Light" panose="020B0502040204020203" pitchFamily="34" charset="0"/>
              </a:rPr>
              <a:t>Verifique que los valores de LOB , ROB, </a:t>
            </a:r>
            <a:r>
              <a:rPr lang="es-CO" sz="1600" dirty="0" err="1">
                <a:latin typeface="Segoe UI Light" panose="020B0502040204020203" pitchFamily="34" charset="0"/>
                <a:cs typeface="Segoe UI Light" panose="020B0502040204020203" pitchFamily="34" charset="0"/>
              </a:rPr>
              <a:t>Channel</a:t>
            </a:r>
            <a:r>
              <a:rPr lang="es-CO" sz="1600" dirty="0">
                <a:latin typeface="Segoe UI Light" panose="020B0502040204020203" pitchFamily="34" charset="0"/>
                <a:cs typeface="Segoe UI Light" panose="020B0502040204020203" pitchFamily="34" charset="0"/>
              </a:rPr>
              <a:t> sean positivos. Estos valores corresponden a la distancia entre los puntos del eje, las bancas izquierda y derecha.</a:t>
            </a:r>
          </a:p>
        </p:txBody>
      </p:sp>
      <p:pic>
        <p:nvPicPr>
          <p:cNvPr id="4" name="Imagen 3"/>
          <p:cNvPicPr>
            <a:picLocks noChangeAspect="1"/>
          </p:cNvPicPr>
          <p:nvPr/>
        </p:nvPicPr>
        <p:blipFill>
          <a:blip r:embed="rId3"/>
          <a:stretch>
            <a:fillRect/>
          </a:stretch>
        </p:blipFill>
        <p:spPr>
          <a:xfrm>
            <a:off x="6086370" y="3284985"/>
            <a:ext cx="2880320" cy="3090343"/>
          </a:xfrm>
          <a:prstGeom prst="rect">
            <a:avLst/>
          </a:prstGeom>
        </p:spPr>
      </p:pic>
      <p:pic>
        <p:nvPicPr>
          <p:cNvPr id="7" name="Imagen 6">
            <a:extLst>
              <a:ext uri="{FF2B5EF4-FFF2-40B4-BE49-F238E27FC236}">
                <a16:creationId xmlns:a16="http://schemas.microsoft.com/office/drawing/2014/main" id="{412160DA-9C89-48CD-93A5-0C0EF0579024}"/>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9" name="1 Título">
            <a:extLst>
              <a:ext uri="{FF2B5EF4-FFF2-40B4-BE49-F238E27FC236}">
                <a16:creationId xmlns:a16="http://schemas.microsoft.com/office/drawing/2014/main" id="{41576E1C-C64D-4770-AD77-A1D9A1597BFE}"/>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Actividad 3: Perfiles y secciones</a:t>
            </a:r>
          </a:p>
        </p:txBody>
      </p:sp>
    </p:spTree>
    <p:extLst>
      <p:ext uri="{BB962C8B-B14F-4D97-AF65-F5344CB8AC3E}">
        <p14:creationId xmlns:p14="http://schemas.microsoft.com/office/powerpoint/2010/main" val="87093303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767408" y="574965"/>
            <a:ext cx="4282811" cy="1384995"/>
          </a:xfrm>
          <a:prstGeom prst="rect">
            <a:avLst/>
          </a:prstGeom>
          <a:noFill/>
        </p:spPr>
        <p:txBody>
          <a:bodyPr wrap="square" rtlCol="0">
            <a:spAutoFit/>
          </a:bodyPr>
          <a:lstStyle/>
          <a:p>
            <a:pPr algn="ctr"/>
            <a:r>
              <a:rPr lang="es-CO" dirty="0">
                <a:latin typeface="Segoe UI Light" panose="020B0502040204020203" pitchFamily="34" charset="0"/>
                <a:cs typeface="Segoe UI Light" panose="020B0502040204020203" pitchFamily="34" charset="0"/>
              </a:rPr>
              <a:t>Sección transversal de entrega</a:t>
            </a:r>
          </a:p>
          <a:p>
            <a:pPr algn="ctr"/>
            <a:endParaRPr lang="es-CO" dirty="0">
              <a:latin typeface="Segoe UI Light" panose="020B0502040204020203" pitchFamily="34" charset="0"/>
              <a:cs typeface="Segoe UI Light" panose="020B0502040204020203" pitchFamily="34" charset="0"/>
            </a:endParaRPr>
          </a:p>
          <a:p>
            <a:pPr algn="just"/>
            <a:r>
              <a:rPr lang="es-CO" sz="1600" dirty="0">
                <a:latin typeface="Segoe UI Light" panose="020B0502040204020203" pitchFamily="34" charset="0"/>
                <a:cs typeface="Segoe UI Light" panose="020B0502040204020203" pitchFamily="34" charset="0"/>
              </a:rPr>
              <a:t>Seleccione la sección de entrega de canal artificial a diseñar, de clic en la opción </a:t>
            </a:r>
            <a:r>
              <a:rPr lang="es-CO" sz="1600" i="1" dirty="0" err="1">
                <a:latin typeface="Segoe UI Light" panose="020B0502040204020203" pitchFamily="34" charset="0"/>
                <a:cs typeface="Segoe UI Light" panose="020B0502040204020203" pitchFamily="34" charset="0"/>
              </a:rPr>
              <a:t>Edit</a:t>
            </a:r>
            <a:r>
              <a:rPr lang="es-CO" sz="1600" i="1" dirty="0">
                <a:latin typeface="Segoe UI Light" panose="020B0502040204020203" pitchFamily="34" charset="0"/>
                <a:cs typeface="Segoe UI Light" panose="020B0502040204020203" pitchFamily="34" charset="0"/>
              </a:rPr>
              <a:t> Cross </a:t>
            </a:r>
            <a:r>
              <a:rPr lang="es-CO" sz="1600" i="1" dirty="0" err="1">
                <a:latin typeface="Segoe UI Light" panose="020B0502040204020203" pitchFamily="34" charset="0"/>
                <a:cs typeface="Segoe UI Light" panose="020B0502040204020203" pitchFamily="34" charset="0"/>
              </a:rPr>
              <a:t>Section</a:t>
            </a:r>
            <a:r>
              <a:rPr lang="es-CO" sz="1600" dirty="0">
                <a:latin typeface="Segoe UI Light" panose="020B0502040204020203" pitchFamily="34" charset="0"/>
                <a:cs typeface="Segoe UI Light" panose="020B0502040204020203" pitchFamily="34" charset="0"/>
              </a:rPr>
              <a:t>. </a:t>
            </a:r>
          </a:p>
        </p:txBody>
      </p:sp>
      <p:pic>
        <p:nvPicPr>
          <p:cNvPr id="2" name="Imagen 1"/>
          <p:cNvPicPr>
            <a:picLocks noChangeAspect="1"/>
          </p:cNvPicPr>
          <p:nvPr/>
        </p:nvPicPr>
        <p:blipFill>
          <a:blip r:embed="rId2"/>
          <a:stretch>
            <a:fillRect/>
          </a:stretch>
        </p:blipFill>
        <p:spPr>
          <a:xfrm>
            <a:off x="5735960" y="574965"/>
            <a:ext cx="5580496" cy="5987408"/>
          </a:xfrm>
          <a:prstGeom prst="rect">
            <a:avLst/>
          </a:prstGeom>
        </p:spPr>
      </p:pic>
      <p:pic>
        <p:nvPicPr>
          <p:cNvPr id="5" name="Imagen 4"/>
          <p:cNvPicPr>
            <a:picLocks noChangeAspect="1"/>
          </p:cNvPicPr>
          <p:nvPr/>
        </p:nvPicPr>
        <p:blipFill>
          <a:blip r:embed="rId3"/>
          <a:stretch>
            <a:fillRect/>
          </a:stretch>
        </p:blipFill>
        <p:spPr>
          <a:xfrm>
            <a:off x="875544" y="2132855"/>
            <a:ext cx="3994779" cy="4286067"/>
          </a:xfrm>
          <a:prstGeom prst="rect">
            <a:avLst/>
          </a:prstGeom>
        </p:spPr>
      </p:pic>
      <p:pic>
        <p:nvPicPr>
          <p:cNvPr id="9" name="Imagen 8">
            <a:extLst>
              <a:ext uri="{FF2B5EF4-FFF2-40B4-BE49-F238E27FC236}">
                <a16:creationId xmlns:a16="http://schemas.microsoft.com/office/drawing/2014/main" id="{C96526DA-7ED2-4599-A6B2-5614AC7318CA}"/>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7" name="1 Título">
            <a:extLst>
              <a:ext uri="{FF2B5EF4-FFF2-40B4-BE49-F238E27FC236}">
                <a16:creationId xmlns:a16="http://schemas.microsoft.com/office/drawing/2014/main" id="{D79AD987-22BB-40F0-8371-C283F29C8DE2}"/>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Actividad 3: Perfiles y secciones</a:t>
            </a:r>
          </a:p>
        </p:txBody>
      </p:sp>
    </p:spTree>
    <p:extLst>
      <p:ext uri="{BB962C8B-B14F-4D97-AF65-F5344CB8AC3E}">
        <p14:creationId xmlns:p14="http://schemas.microsoft.com/office/powerpoint/2010/main" val="179956246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3692170" y="3244334"/>
            <a:ext cx="4807659" cy="369332"/>
          </a:xfrm>
          <a:prstGeom prst="rect">
            <a:avLst/>
          </a:prstGeom>
          <a:noFill/>
        </p:spPr>
        <p:txBody>
          <a:bodyPr wrap="square" rtlCol="0">
            <a:spAutoFit/>
          </a:bodyPr>
          <a:lstStyle/>
          <a:p>
            <a:pPr algn="ctr"/>
            <a:r>
              <a:rPr lang="es-CO" dirty="0">
                <a:latin typeface="Segoe UI Light" panose="020B0502040204020203" pitchFamily="34" charset="0"/>
                <a:cs typeface="Segoe UI Light" panose="020B0502040204020203" pitchFamily="34" charset="0"/>
              </a:rPr>
              <a:t>Actividad 4: Depuración del modelo</a:t>
            </a:r>
          </a:p>
        </p:txBody>
      </p:sp>
      <p:pic>
        <p:nvPicPr>
          <p:cNvPr id="4" name="Imagen 3">
            <a:extLst>
              <a:ext uri="{FF2B5EF4-FFF2-40B4-BE49-F238E27FC236}">
                <a16:creationId xmlns:a16="http://schemas.microsoft.com/office/drawing/2014/main" id="{00917433-F8EF-421E-A21D-2B55F72A8B08}"/>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21552238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2711624" y="1340768"/>
            <a:ext cx="6768752" cy="1107996"/>
          </a:xfrm>
          <a:prstGeom prst="rect">
            <a:avLst/>
          </a:prstGeom>
          <a:noFill/>
        </p:spPr>
        <p:txBody>
          <a:bodyPr wrap="square" rtlCol="0">
            <a:spAutoFit/>
          </a:bodyPr>
          <a:lstStyle/>
          <a:p>
            <a:pPr algn="ctr"/>
            <a:r>
              <a:rPr lang="es-CO" dirty="0">
                <a:latin typeface="Segoe UI Light" panose="020B0502040204020203" pitchFamily="34" charset="0"/>
                <a:cs typeface="Segoe UI Light" panose="020B0502040204020203" pitchFamily="34" charset="0"/>
              </a:rPr>
              <a:t>Guardar proyecto HEC-RAS</a:t>
            </a:r>
          </a:p>
          <a:p>
            <a:pPr algn="ctr"/>
            <a:endParaRPr lang="es-CO" sz="1600" dirty="0">
              <a:latin typeface="Segoe UI Light" panose="020B0502040204020203" pitchFamily="34" charset="0"/>
              <a:cs typeface="Segoe UI Light" panose="020B0502040204020203" pitchFamily="34" charset="0"/>
            </a:endParaRPr>
          </a:p>
          <a:p>
            <a:pPr algn="just"/>
            <a:r>
              <a:rPr lang="es-CO" sz="1600" dirty="0">
                <a:latin typeface="Segoe UI Light" panose="020B0502040204020203" pitchFamily="34" charset="0"/>
                <a:cs typeface="Segoe UI Light" panose="020B0502040204020203" pitchFamily="34" charset="0"/>
              </a:rPr>
              <a:t>Cierre el editor de geometría y en la ventana principal de HEC-RAS de clic en guardar (</a:t>
            </a:r>
            <a:r>
              <a:rPr lang="es-CO" sz="1600" dirty="0" err="1">
                <a:latin typeface="Segoe UI Light" panose="020B0502040204020203" pitchFamily="34" charset="0"/>
                <a:cs typeface="Segoe UI Light" panose="020B0502040204020203" pitchFamily="34" charset="0"/>
              </a:rPr>
              <a:t>save</a:t>
            </a:r>
            <a:r>
              <a:rPr lang="es-CO" sz="1600" dirty="0">
                <a:latin typeface="Segoe UI Light" panose="020B0502040204020203" pitchFamily="34" charset="0"/>
                <a:cs typeface="Segoe UI Light" panose="020B0502040204020203" pitchFamily="34" charset="0"/>
              </a:rPr>
              <a:t>). Guarde la geometría creada con el nombre HEC-RAS_V1.g01.</a:t>
            </a:r>
          </a:p>
        </p:txBody>
      </p:sp>
      <p:pic>
        <p:nvPicPr>
          <p:cNvPr id="3" name="Imagen 2"/>
          <p:cNvPicPr>
            <a:picLocks noChangeAspect="1"/>
          </p:cNvPicPr>
          <p:nvPr/>
        </p:nvPicPr>
        <p:blipFill>
          <a:blip r:embed="rId2">
            <a:extLst>
              <a:ext uri="{BEBA8EAE-BF5A-486C-A8C5-ECC9F3942E4B}">
                <a14:imgProps xmlns:a14="http://schemas.microsoft.com/office/drawing/2010/main">
                  <a14:imgLayer r:embed="rId3">
                    <a14:imgEffect>
                      <a14:saturation sat="0"/>
                    </a14:imgEffect>
                  </a14:imgLayer>
                </a14:imgProps>
              </a:ext>
            </a:extLst>
          </a:blip>
          <a:stretch>
            <a:fillRect/>
          </a:stretch>
        </p:blipFill>
        <p:spPr>
          <a:xfrm>
            <a:off x="2168346" y="2852936"/>
            <a:ext cx="7855308" cy="2419567"/>
          </a:xfrm>
          <a:prstGeom prst="rect">
            <a:avLst/>
          </a:prstGeom>
        </p:spPr>
      </p:pic>
      <p:sp>
        <p:nvSpPr>
          <p:cNvPr id="5" name="1 Título">
            <a:extLst>
              <a:ext uri="{FF2B5EF4-FFF2-40B4-BE49-F238E27FC236}">
                <a16:creationId xmlns:a16="http://schemas.microsoft.com/office/drawing/2014/main" id="{5C203FA4-4BC0-4ACD-8432-01B9E11ADAD8}"/>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Actividad 4: Depuración del modelo</a:t>
            </a:r>
          </a:p>
        </p:txBody>
      </p:sp>
      <p:pic>
        <p:nvPicPr>
          <p:cNvPr id="7" name="Imagen 6">
            <a:extLst>
              <a:ext uri="{FF2B5EF4-FFF2-40B4-BE49-F238E27FC236}">
                <a16:creationId xmlns:a16="http://schemas.microsoft.com/office/drawing/2014/main" id="{9B6BE1A0-CB9E-4CEC-B375-C5500D6C7939}"/>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7968208" y="4365104"/>
            <a:ext cx="360000" cy="360000"/>
          </a:xfrm>
          <a:prstGeom prst="rect">
            <a:avLst/>
          </a:prstGeom>
        </p:spPr>
      </p:pic>
      <p:pic>
        <p:nvPicPr>
          <p:cNvPr id="9" name="Imagen 8">
            <a:extLst>
              <a:ext uri="{FF2B5EF4-FFF2-40B4-BE49-F238E27FC236}">
                <a16:creationId xmlns:a16="http://schemas.microsoft.com/office/drawing/2014/main" id="{5ED1C96D-F248-48D3-8F8B-9C676F7F6C68}"/>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103749811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1055440" y="718658"/>
            <a:ext cx="5040560" cy="2400657"/>
          </a:xfrm>
          <a:prstGeom prst="rect">
            <a:avLst/>
          </a:prstGeom>
          <a:noFill/>
        </p:spPr>
        <p:txBody>
          <a:bodyPr wrap="square" rtlCol="0">
            <a:spAutoFit/>
          </a:bodyPr>
          <a:lstStyle/>
          <a:p>
            <a:pPr algn="ctr"/>
            <a:r>
              <a:rPr lang="es-CO" dirty="0">
                <a:latin typeface="Segoe UI Light" panose="020B0502040204020203" pitchFamily="34" charset="0"/>
                <a:cs typeface="Segoe UI Light" panose="020B0502040204020203" pitchFamily="34" charset="0"/>
              </a:rPr>
              <a:t>Limpiar puntos cercanos </a:t>
            </a:r>
          </a:p>
          <a:p>
            <a:pPr algn="ctr"/>
            <a:r>
              <a:rPr lang="es-CO" dirty="0">
                <a:latin typeface="Segoe UI Light" panose="020B0502040204020203" pitchFamily="34" charset="0"/>
                <a:cs typeface="Segoe UI Light" panose="020B0502040204020203" pitchFamily="34" charset="0"/>
              </a:rPr>
              <a:t>en secciones transversales</a:t>
            </a:r>
          </a:p>
          <a:p>
            <a:pPr algn="ctr"/>
            <a:endParaRPr lang="es-CO" dirty="0">
              <a:latin typeface="Segoe UI Light" panose="020B0502040204020203" pitchFamily="34" charset="0"/>
              <a:cs typeface="Segoe UI Light" panose="020B0502040204020203" pitchFamily="34" charset="0"/>
            </a:endParaRPr>
          </a:p>
          <a:p>
            <a:pPr algn="just"/>
            <a:r>
              <a:rPr lang="es-CO" sz="1600" dirty="0">
                <a:latin typeface="Segoe UI Light" panose="020B0502040204020203" pitchFamily="34" charset="0"/>
                <a:cs typeface="Segoe UI Light" panose="020B0502040204020203" pitchFamily="34" charset="0"/>
              </a:rPr>
              <a:t>En el editor de geometría, dar clic en el menú Tools – Cross </a:t>
            </a:r>
            <a:r>
              <a:rPr lang="es-CO" sz="1600" dirty="0" err="1">
                <a:latin typeface="Segoe UI Light" panose="020B0502040204020203" pitchFamily="34" charset="0"/>
                <a:cs typeface="Segoe UI Light" panose="020B0502040204020203" pitchFamily="34" charset="0"/>
              </a:rPr>
              <a:t>Section</a:t>
            </a:r>
            <a:r>
              <a:rPr lang="es-CO" sz="1600" dirty="0">
                <a:latin typeface="Segoe UI Light" panose="020B0502040204020203" pitchFamily="34" charset="0"/>
                <a:cs typeface="Segoe UI Light" panose="020B0502040204020203" pitchFamily="34" charset="0"/>
              </a:rPr>
              <a:t> Point </a:t>
            </a:r>
            <a:r>
              <a:rPr lang="es-CO" sz="1600" dirty="0" err="1">
                <a:latin typeface="Segoe UI Light" panose="020B0502040204020203" pitchFamily="34" charset="0"/>
                <a:cs typeface="Segoe UI Light" panose="020B0502040204020203" pitchFamily="34" charset="0"/>
              </a:rPr>
              <a:t>Filter</a:t>
            </a:r>
            <a:r>
              <a:rPr lang="es-CO" sz="1600" dirty="0">
                <a:latin typeface="Segoe UI Light" panose="020B0502040204020203" pitchFamily="34" charset="0"/>
                <a:cs typeface="Segoe UI Light" panose="020B0502040204020203" pitchFamily="34" charset="0"/>
              </a:rPr>
              <a:t> – </a:t>
            </a:r>
            <a:r>
              <a:rPr lang="es-CO" sz="1600" dirty="0" err="1">
                <a:latin typeface="Segoe UI Light" panose="020B0502040204020203" pitchFamily="34" charset="0"/>
                <a:cs typeface="Segoe UI Light" panose="020B0502040204020203" pitchFamily="34" charset="0"/>
              </a:rPr>
              <a:t>Multiple</a:t>
            </a:r>
            <a:r>
              <a:rPr lang="es-CO" sz="1600" dirty="0">
                <a:latin typeface="Segoe UI Light" panose="020B0502040204020203" pitchFamily="34" charset="0"/>
                <a:cs typeface="Segoe UI Light" panose="020B0502040204020203" pitchFamily="34" charset="0"/>
              </a:rPr>
              <a:t> </a:t>
            </a:r>
            <a:r>
              <a:rPr lang="es-CO" sz="1600" dirty="0" err="1">
                <a:latin typeface="Segoe UI Light" panose="020B0502040204020203" pitchFamily="34" charset="0"/>
                <a:cs typeface="Segoe UI Light" panose="020B0502040204020203" pitchFamily="34" charset="0"/>
              </a:rPr>
              <a:t>Locations</a:t>
            </a:r>
            <a:r>
              <a:rPr lang="es-CO" sz="1600" dirty="0">
                <a:latin typeface="Segoe UI Light" panose="020B0502040204020203" pitchFamily="34" charset="0"/>
                <a:cs typeface="Segoe UI Light" panose="020B0502040204020203" pitchFamily="34" charset="0"/>
              </a:rPr>
              <a:t> – (</a:t>
            </a:r>
            <a:r>
              <a:rPr lang="es-CO" sz="1600" dirty="0" err="1">
                <a:latin typeface="Segoe UI Light" panose="020B0502040204020203" pitchFamily="34" charset="0"/>
                <a:cs typeface="Segoe UI Light" panose="020B0502040204020203" pitchFamily="34" charset="0"/>
              </a:rPr>
              <a:t>All</a:t>
            </a:r>
            <a:r>
              <a:rPr lang="es-CO" sz="1600" dirty="0">
                <a:latin typeface="Segoe UI Light" panose="020B0502040204020203" pitchFamily="34" charset="0"/>
                <a:cs typeface="Segoe UI Light" panose="020B0502040204020203" pitchFamily="34" charset="0"/>
              </a:rPr>
              <a:t> </a:t>
            </a:r>
            <a:r>
              <a:rPr lang="es-CO" sz="1600" dirty="0" err="1">
                <a:latin typeface="Segoe UI Light" panose="020B0502040204020203" pitchFamily="34" charset="0"/>
                <a:cs typeface="Segoe UI Light" panose="020B0502040204020203" pitchFamily="34" charset="0"/>
              </a:rPr>
              <a:t>Rivers</a:t>
            </a:r>
            <a:r>
              <a:rPr lang="es-CO" sz="1600" dirty="0">
                <a:latin typeface="Segoe UI Light" panose="020B0502040204020203" pitchFamily="34" charset="0"/>
                <a:cs typeface="Segoe UI Light" panose="020B0502040204020203" pitchFamily="34" charset="0"/>
              </a:rPr>
              <a:t>) y limpiar puntos cercanos usando las tolerancias pre-establecidas usando el botón </a:t>
            </a:r>
            <a:r>
              <a:rPr lang="es-CO" sz="1600" dirty="0" err="1">
                <a:latin typeface="Segoe UI Light" panose="020B0502040204020203" pitchFamily="34" charset="0"/>
                <a:cs typeface="Segoe UI Light" panose="020B0502040204020203" pitchFamily="34" charset="0"/>
              </a:rPr>
              <a:t>Filter</a:t>
            </a:r>
            <a:r>
              <a:rPr lang="es-CO" sz="1600" dirty="0">
                <a:latin typeface="Segoe UI Light" panose="020B0502040204020203" pitchFamily="34" charset="0"/>
                <a:cs typeface="Segoe UI Light" panose="020B0502040204020203" pitchFamily="34" charset="0"/>
              </a:rPr>
              <a:t> </a:t>
            </a:r>
            <a:r>
              <a:rPr lang="es-CO" sz="1600" dirty="0" err="1">
                <a:latin typeface="Segoe UI Light" panose="020B0502040204020203" pitchFamily="34" charset="0"/>
                <a:cs typeface="Segoe UI Light" panose="020B0502040204020203" pitchFamily="34" charset="0"/>
              </a:rPr>
              <a:t>Points</a:t>
            </a:r>
            <a:r>
              <a:rPr lang="es-CO" sz="1600" dirty="0">
                <a:latin typeface="Segoe UI Light" panose="020B0502040204020203" pitchFamily="34" charset="0"/>
                <a:cs typeface="Segoe UI Light" panose="020B0502040204020203" pitchFamily="34" charset="0"/>
              </a:rPr>
              <a:t> </a:t>
            </a:r>
            <a:r>
              <a:rPr lang="es-CO" sz="1600" dirty="0" err="1">
                <a:latin typeface="Segoe UI Light" panose="020B0502040204020203" pitchFamily="34" charset="0"/>
                <a:cs typeface="Segoe UI Light" panose="020B0502040204020203" pitchFamily="34" charset="0"/>
              </a:rPr>
              <a:t>on</a:t>
            </a:r>
            <a:r>
              <a:rPr lang="es-CO" sz="1600" dirty="0">
                <a:latin typeface="Segoe UI Light" panose="020B0502040204020203" pitchFamily="34" charset="0"/>
                <a:cs typeface="Segoe UI Light" panose="020B0502040204020203" pitchFamily="34" charset="0"/>
              </a:rPr>
              <a:t> </a:t>
            </a:r>
            <a:r>
              <a:rPr lang="es-CO" sz="1600" dirty="0" err="1">
                <a:latin typeface="Segoe UI Light" panose="020B0502040204020203" pitchFamily="34" charset="0"/>
                <a:cs typeface="Segoe UI Light" panose="020B0502040204020203" pitchFamily="34" charset="0"/>
              </a:rPr>
              <a:t>Selected</a:t>
            </a:r>
            <a:r>
              <a:rPr lang="es-CO" sz="1600" dirty="0">
                <a:latin typeface="Segoe UI Light" panose="020B0502040204020203" pitchFamily="34" charset="0"/>
                <a:cs typeface="Segoe UI Light" panose="020B0502040204020203" pitchFamily="34" charset="0"/>
              </a:rPr>
              <a:t> XS. Repetir el proceso varias veces hasta que no existan puntos </a:t>
            </a:r>
            <a:r>
              <a:rPr lang="es-CO" sz="1600" dirty="0" err="1">
                <a:latin typeface="Segoe UI Light" panose="020B0502040204020203" pitchFamily="34" charset="0"/>
                <a:cs typeface="Segoe UI Light" panose="020B0502040204020203" pitchFamily="34" charset="0"/>
              </a:rPr>
              <a:t>coalineados</a:t>
            </a:r>
            <a:r>
              <a:rPr lang="es-CO" sz="1600" dirty="0">
                <a:latin typeface="Segoe UI Light" panose="020B0502040204020203" pitchFamily="34" charset="0"/>
                <a:cs typeface="Segoe UI Light" panose="020B0502040204020203" pitchFamily="34" charset="0"/>
              </a:rPr>
              <a:t>. </a:t>
            </a:r>
          </a:p>
        </p:txBody>
      </p:sp>
      <p:pic>
        <p:nvPicPr>
          <p:cNvPr id="2" name="Imagen 1"/>
          <p:cNvPicPr>
            <a:picLocks noChangeAspect="1"/>
          </p:cNvPicPr>
          <p:nvPr/>
        </p:nvPicPr>
        <p:blipFill>
          <a:blip r:embed="rId2">
            <a:extLst>
              <a:ext uri="{BEBA8EAE-BF5A-486C-A8C5-ECC9F3942E4B}">
                <a14:imgProps xmlns:a14="http://schemas.microsoft.com/office/drawing/2010/main">
                  <a14:imgLayer r:embed="rId3">
                    <a14:imgEffect>
                      <a14:saturation sat="0"/>
                    </a14:imgEffect>
                  </a14:imgLayer>
                </a14:imgProps>
              </a:ext>
            </a:extLst>
          </a:blip>
          <a:stretch>
            <a:fillRect/>
          </a:stretch>
        </p:blipFill>
        <p:spPr>
          <a:xfrm>
            <a:off x="7232193" y="606886"/>
            <a:ext cx="3851920" cy="5979433"/>
          </a:xfrm>
          <a:prstGeom prst="rect">
            <a:avLst/>
          </a:prstGeom>
        </p:spPr>
      </p:pic>
      <p:pic>
        <p:nvPicPr>
          <p:cNvPr id="4" name="Imagen 3"/>
          <p:cNvPicPr>
            <a:picLocks noChangeAspect="1"/>
          </p:cNvPicPr>
          <p:nvPr/>
        </p:nvPicPr>
        <p:blipFill>
          <a:blip r:embed="rId4">
            <a:extLst>
              <a:ext uri="{BEBA8EAE-BF5A-486C-A8C5-ECC9F3942E4B}">
                <a14:imgProps xmlns:a14="http://schemas.microsoft.com/office/drawing/2010/main">
                  <a14:imgLayer r:embed="rId5">
                    <a14:imgEffect>
                      <a14:saturation sat="0"/>
                    </a14:imgEffect>
                  </a14:imgLayer>
                </a14:imgProps>
              </a:ext>
            </a:extLst>
          </a:blip>
          <a:stretch>
            <a:fillRect/>
          </a:stretch>
        </p:blipFill>
        <p:spPr>
          <a:xfrm>
            <a:off x="1107887" y="3119315"/>
            <a:ext cx="4935666" cy="3467004"/>
          </a:xfrm>
          <a:prstGeom prst="rect">
            <a:avLst/>
          </a:prstGeom>
        </p:spPr>
      </p:pic>
      <p:pic>
        <p:nvPicPr>
          <p:cNvPr id="10" name="Imagen 9">
            <a:extLst>
              <a:ext uri="{FF2B5EF4-FFF2-40B4-BE49-F238E27FC236}">
                <a16:creationId xmlns:a16="http://schemas.microsoft.com/office/drawing/2014/main" id="{B8589D1E-820B-47C2-8641-17E9C823BCDE}"/>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1631504" y="4810869"/>
            <a:ext cx="360000" cy="360000"/>
          </a:xfrm>
          <a:prstGeom prst="rect">
            <a:avLst/>
          </a:prstGeom>
        </p:spPr>
      </p:pic>
      <p:pic>
        <p:nvPicPr>
          <p:cNvPr id="11" name="Imagen 10">
            <a:extLst>
              <a:ext uri="{FF2B5EF4-FFF2-40B4-BE49-F238E27FC236}">
                <a16:creationId xmlns:a16="http://schemas.microsoft.com/office/drawing/2014/main" id="{870F6262-F728-4FC2-939E-C812F60E5A8A}"/>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12" name="1 Título">
            <a:extLst>
              <a:ext uri="{FF2B5EF4-FFF2-40B4-BE49-F238E27FC236}">
                <a16:creationId xmlns:a16="http://schemas.microsoft.com/office/drawing/2014/main" id="{F7BD018E-2DD1-41E0-AF2F-F96629AB057C}"/>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Actividad 4: Depuración del modelo</a:t>
            </a:r>
          </a:p>
        </p:txBody>
      </p:sp>
    </p:spTree>
    <p:extLst>
      <p:ext uri="{BB962C8B-B14F-4D97-AF65-F5344CB8AC3E}">
        <p14:creationId xmlns:p14="http://schemas.microsoft.com/office/powerpoint/2010/main" val="307783801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1526366" y="1147272"/>
            <a:ext cx="9034129" cy="1569660"/>
          </a:xfrm>
          <a:prstGeom prst="rect">
            <a:avLst/>
          </a:prstGeom>
          <a:noFill/>
        </p:spPr>
        <p:txBody>
          <a:bodyPr wrap="square" rtlCol="0">
            <a:spAutoFit/>
          </a:bodyPr>
          <a:lstStyle/>
          <a:p>
            <a:pPr algn="just"/>
            <a:r>
              <a:rPr lang="es-CO" sz="1600">
                <a:latin typeface="Segoe UI Light" panose="020B0502040204020203" pitchFamily="34" charset="0"/>
                <a:cs typeface="Segoe UI Light" panose="020B0502040204020203" pitchFamily="34" charset="0"/>
              </a:rPr>
              <a:t>Adicionalmente</a:t>
            </a:r>
            <a:r>
              <a:rPr lang="es-CO" sz="1600" dirty="0">
                <a:latin typeface="Segoe UI Light" panose="020B0502040204020203" pitchFamily="34" charset="0"/>
                <a:cs typeface="Segoe UI Light" panose="020B0502040204020203" pitchFamily="34" charset="0"/>
              </a:rPr>
              <a:t>, cada sección deberá tener un máximo de 500 puntos, incluidos los puntos de localización de bancas y diques, de lo contrario al ejecutar la </a:t>
            </a:r>
            <a:r>
              <a:rPr lang="es-CO" sz="1600">
                <a:latin typeface="Segoe UI Light" panose="020B0502040204020203" pitchFamily="34" charset="0"/>
                <a:cs typeface="Segoe UI Light" panose="020B0502040204020203" pitchFamily="34" charset="0"/>
              </a:rPr>
              <a:t>modelación HEC-RAS </a:t>
            </a:r>
            <a:r>
              <a:rPr lang="es-CO" sz="1600" dirty="0">
                <a:latin typeface="Segoe UI Light" panose="020B0502040204020203" pitchFamily="34" charset="0"/>
                <a:cs typeface="Segoe UI Light" panose="020B0502040204020203" pitchFamily="34" charset="0"/>
              </a:rPr>
              <a:t>devolverá un error indicando que las secciones del modelo deben depurarse.</a:t>
            </a:r>
          </a:p>
          <a:p>
            <a:pPr algn="just"/>
            <a:endParaRPr lang="es-CO" sz="1600" dirty="0">
              <a:latin typeface="Segoe UI Light" panose="020B0502040204020203" pitchFamily="34" charset="0"/>
              <a:cs typeface="Segoe UI Light" panose="020B0502040204020203" pitchFamily="34" charset="0"/>
            </a:endParaRPr>
          </a:p>
          <a:p>
            <a:pPr algn="just"/>
            <a:r>
              <a:rPr lang="es-CO" sz="1600" dirty="0">
                <a:latin typeface="Segoe UI Light" panose="020B0502040204020203" pitchFamily="34" charset="0"/>
                <a:cs typeface="Segoe UI Light" panose="020B0502040204020203" pitchFamily="34" charset="0"/>
              </a:rPr>
              <a:t>En la casilla </a:t>
            </a:r>
            <a:r>
              <a:rPr lang="es-CO" sz="1600" dirty="0" err="1">
                <a:latin typeface="Segoe UI Light" panose="020B0502040204020203" pitchFamily="34" charset="0"/>
                <a:cs typeface="Segoe UI Light" panose="020B0502040204020203" pitchFamily="34" charset="0"/>
              </a:rPr>
              <a:t>Number</a:t>
            </a:r>
            <a:r>
              <a:rPr lang="es-CO" sz="1600" dirty="0">
                <a:latin typeface="Segoe UI Light" panose="020B0502040204020203" pitchFamily="34" charset="0"/>
                <a:cs typeface="Segoe UI Light" panose="020B0502040204020203" pitchFamily="34" charset="0"/>
              </a:rPr>
              <a:t> of </a:t>
            </a:r>
            <a:r>
              <a:rPr lang="es-CO" sz="1600" dirty="0" err="1">
                <a:latin typeface="Segoe UI Light" panose="020B0502040204020203" pitchFamily="34" charset="0"/>
                <a:cs typeface="Segoe UI Light" panose="020B0502040204020203" pitchFamily="34" charset="0"/>
              </a:rPr>
              <a:t>points</a:t>
            </a:r>
            <a:r>
              <a:rPr lang="es-CO" sz="1600" dirty="0">
                <a:latin typeface="Segoe UI Light" panose="020B0502040204020203" pitchFamily="34" charset="0"/>
                <a:cs typeface="Segoe UI Light" panose="020B0502040204020203" pitchFamily="34" charset="0"/>
              </a:rPr>
              <a:t> to </a:t>
            </a:r>
            <a:r>
              <a:rPr lang="es-CO" sz="1600" dirty="0" err="1">
                <a:latin typeface="Segoe UI Light" panose="020B0502040204020203" pitchFamily="34" charset="0"/>
                <a:cs typeface="Segoe UI Light" panose="020B0502040204020203" pitchFamily="34" charset="0"/>
              </a:rPr>
              <a:t>trim</a:t>
            </a:r>
            <a:r>
              <a:rPr lang="es-CO" sz="1600" dirty="0">
                <a:latin typeface="Segoe UI Light" panose="020B0502040204020203" pitchFamily="34" charset="0"/>
                <a:cs typeface="Segoe UI Light" panose="020B0502040204020203" pitchFamily="34" charset="0"/>
              </a:rPr>
              <a:t> </a:t>
            </a:r>
            <a:r>
              <a:rPr lang="es-CO" sz="1600" dirty="0" err="1">
                <a:latin typeface="Segoe UI Light" panose="020B0502040204020203" pitchFamily="34" charset="0"/>
                <a:cs typeface="Segoe UI Light" panose="020B0502040204020203" pitchFamily="34" charset="0"/>
              </a:rPr>
              <a:t>cross</a:t>
            </a:r>
            <a:r>
              <a:rPr lang="es-CO" sz="1600" dirty="0">
                <a:latin typeface="Segoe UI Light" panose="020B0502040204020203" pitchFamily="34" charset="0"/>
                <a:cs typeface="Segoe UI Light" panose="020B0502040204020203" pitchFamily="34" charset="0"/>
              </a:rPr>
              <a:t> </a:t>
            </a:r>
            <a:r>
              <a:rPr lang="es-CO" sz="1600" dirty="0" err="1">
                <a:latin typeface="Segoe UI Light" panose="020B0502040204020203" pitchFamily="34" charset="0"/>
                <a:cs typeface="Segoe UI Light" panose="020B0502040204020203" pitchFamily="34" charset="0"/>
              </a:rPr>
              <a:t>section</a:t>
            </a:r>
            <a:r>
              <a:rPr lang="es-CO" sz="1600" dirty="0">
                <a:latin typeface="Segoe UI Light" panose="020B0502040204020203" pitchFamily="34" charset="0"/>
                <a:cs typeface="Segoe UI Light" panose="020B0502040204020203" pitchFamily="34" charset="0"/>
              </a:rPr>
              <a:t> </a:t>
            </a:r>
            <a:r>
              <a:rPr lang="es-CO" sz="1600" dirty="0" err="1">
                <a:latin typeface="Segoe UI Light" panose="020B0502040204020203" pitchFamily="34" charset="0"/>
                <a:cs typeface="Segoe UI Light" panose="020B0502040204020203" pitchFamily="34" charset="0"/>
              </a:rPr>
              <a:t>down</a:t>
            </a:r>
            <a:r>
              <a:rPr lang="es-CO" sz="1600" dirty="0">
                <a:latin typeface="Segoe UI Light" panose="020B0502040204020203" pitchFamily="34" charset="0"/>
                <a:cs typeface="Segoe UI Light" panose="020B0502040204020203" pitchFamily="34" charset="0"/>
              </a:rPr>
              <a:t> to ingrese 496</a:t>
            </a:r>
            <a:r>
              <a:rPr lang="es-CO" sz="1600">
                <a:latin typeface="Segoe UI Light" panose="020B0502040204020203" pitchFamily="34" charset="0"/>
                <a:cs typeface="Segoe UI Light" panose="020B0502040204020203" pitchFamily="34" charset="0"/>
              </a:rPr>
              <a:t>. </a:t>
            </a:r>
          </a:p>
          <a:p>
            <a:pPr algn="just"/>
            <a:r>
              <a:rPr lang="es-CO" sz="1600">
                <a:latin typeface="Segoe UI Light" panose="020B0502040204020203" pitchFamily="34" charset="0"/>
                <a:cs typeface="Segoe UI Light" panose="020B0502040204020203" pitchFamily="34" charset="0"/>
              </a:rPr>
              <a:t>(</a:t>
            </a:r>
            <a:r>
              <a:rPr lang="es-CO" sz="1600" dirty="0">
                <a:latin typeface="Segoe UI Light" panose="020B0502040204020203" pitchFamily="34" charset="0"/>
                <a:cs typeface="Segoe UI Light" panose="020B0502040204020203" pitchFamily="34" charset="0"/>
              </a:rPr>
              <a:t>500 – 2 puntos de banca – 2 puntos de dique)</a:t>
            </a:r>
          </a:p>
        </p:txBody>
      </p:sp>
      <p:pic>
        <p:nvPicPr>
          <p:cNvPr id="3" name="Imagen 2"/>
          <p:cNvPicPr>
            <a:picLocks noChangeAspect="1"/>
          </p:cNvPicPr>
          <p:nvPr/>
        </p:nvPicPr>
        <p:blipFill>
          <a:blip r:embed="rId2">
            <a:extLst>
              <a:ext uri="{BEBA8EAE-BF5A-486C-A8C5-ECC9F3942E4B}">
                <a14:imgProps xmlns:a14="http://schemas.microsoft.com/office/drawing/2010/main">
                  <a14:imgLayer r:embed="rId3">
                    <a14:imgEffect>
                      <a14:saturation sat="0"/>
                    </a14:imgEffect>
                  </a14:imgLayer>
                </a14:imgProps>
              </a:ext>
            </a:extLst>
          </a:blip>
          <a:stretch>
            <a:fillRect/>
          </a:stretch>
        </p:blipFill>
        <p:spPr>
          <a:xfrm>
            <a:off x="1597972" y="2924944"/>
            <a:ext cx="4354013" cy="2987055"/>
          </a:xfrm>
          <a:prstGeom prst="rect">
            <a:avLst/>
          </a:prstGeom>
        </p:spPr>
      </p:pic>
      <p:pic>
        <p:nvPicPr>
          <p:cNvPr id="6" name="Imagen 5"/>
          <p:cNvPicPr>
            <a:picLocks noChangeAspect="1"/>
          </p:cNvPicPr>
          <p:nvPr/>
        </p:nvPicPr>
        <p:blipFill>
          <a:blip r:embed="rId4">
            <a:extLst>
              <a:ext uri="{BEBA8EAE-BF5A-486C-A8C5-ECC9F3942E4B}">
                <a14:imgProps xmlns:a14="http://schemas.microsoft.com/office/drawing/2010/main">
                  <a14:imgLayer r:embed="rId5">
                    <a14:imgEffect>
                      <a14:saturation sat="0"/>
                    </a14:imgEffect>
                  </a14:imgLayer>
                </a14:imgProps>
              </a:ext>
            </a:extLst>
          </a:blip>
          <a:stretch>
            <a:fillRect/>
          </a:stretch>
        </p:blipFill>
        <p:spPr>
          <a:xfrm>
            <a:off x="6258297" y="2924944"/>
            <a:ext cx="4302199" cy="2987055"/>
          </a:xfrm>
          <a:prstGeom prst="rect">
            <a:avLst/>
          </a:prstGeom>
        </p:spPr>
      </p:pic>
      <p:pic>
        <p:nvPicPr>
          <p:cNvPr id="7" name="Imagen 6">
            <a:extLst>
              <a:ext uri="{FF2B5EF4-FFF2-40B4-BE49-F238E27FC236}">
                <a16:creationId xmlns:a16="http://schemas.microsoft.com/office/drawing/2014/main" id="{00231649-9018-4839-982A-B4970BC47BDD}"/>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8070381" y="4869160"/>
            <a:ext cx="360000" cy="360000"/>
          </a:xfrm>
          <a:prstGeom prst="rect">
            <a:avLst/>
          </a:prstGeom>
        </p:spPr>
      </p:pic>
      <p:pic>
        <p:nvPicPr>
          <p:cNvPr id="11" name="Imagen 10">
            <a:extLst>
              <a:ext uri="{FF2B5EF4-FFF2-40B4-BE49-F238E27FC236}">
                <a16:creationId xmlns:a16="http://schemas.microsoft.com/office/drawing/2014/main" id="{62657158-2C1A-446E-8CF3-098F52792E4C}"/>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9" name="1 Título">
            <a:extLst>
              <a:ext uri="{FF2B5EF4-FFF2-40B4-BE49-F238E27FC236}">
                <a16:creationId xmlns:a16="http://schemas.microsoft.com/office/drawing/2014/main" id="{06318FEC-4046-4549-A8A6-BA81B1C01A77}"/>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Actividad 4: Depuración del modelo</a:t>
            </a:r>
          </a:p>
        </p:txBody>
      </p:sp>
    </p:spTree>
    <p:extLst>
      <p:ext uri="{BB962C8B-B14F-4D97-AF65-F5344CB8AC3E}">
        <p14:creationId xmlns:p14="http://schemas.microsoft.com/office/powerpoint/2010/main" val="136704898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695400" y="764704"/>
            <a:ext cx="5040560" cy="4585871"/>
          </a:xfrm>
          <a:prstGeom prst="rect">
            <a:avLst/>
          </a:prstGeom>
          <a:noFill/>
        </p:spPr>
        <p:txBody>
          <a:bodyPr wrap="square" rtlCol="0">
            <a:spAutoFit/>
          </a:bodyPr>
          <a:lstStyle/>
          <a:p>
            <a:pPr algn="ctr"/>
            <a:r>
              <a:rPr lang="es-CO" dirty="0">
                <a:latin typeface="Segoe UI Light" panose="020B0502040204020203" pitchFamily="34" charset="0"/>
                <a:cs typeface="Segoe UI Light" panose="020B0502040204020203" pitchFamily="34" charset="0"/>
              </a:rPr>
              <a:t>Depuración adicional de localización de elementos de control en secciones transversales</a:t>
            </a:r>
          </a:p>
          <a:p>
            <a:pPr algn="ctr"/>
            <a:endParaRPr lang="es-CO" sz="1600" dirty="0">
              <a:latin typeface="Segoe UI Light" panose="020B0502040204020203" pitchFamily="34" charset="0"/>
              <a:cs typeface="Segoe UI Light" panose="020B0502040204020203" pitchFamily="34" charset="0"/>
            </a:endParaRPr>
          </a:p>
          <a:p>
            <a:pPr algn="just"/>
            <a:r>
              <a:rPr lang="es-CO" sz="1600" dirty="0">
                <a:latin typeface="Segoe UI Light" panose="020B0502040204020203" pitchFamily="34" charset="0"/>
                <a:cs typeface="Segoe UI Light" panose="020B0502040204020203" pitchFamily="34" charset="0"/>
              </a:rPr>
              <a:t>Usando el editor de geometría revise y ajuste los siguientes elementos:</a:t>
            </a:r>
          </a:p>
          <a:p>
            <a:pPr algn="just"/>
            <a:endParaRPr lang="es-CO" sz="1600" dirty="0">
              <a:latin typeface="Segoe UI Light" panose="020B0502040204020203" pitchFamily="34" charset="0"/>
              <a:cs typeface="Segoe UI Light" panose="020B0502040204020203" pitchFamily="34" charset="0"/>
            </a:endParaRPr>
          </a:p>
          <a:p>
            <a:pPr marL="285750" indent="-285750" algn="just">
              <a:buFont typeface="Wingdings" panose="05000000000000000000" pitchFamily="2" charset="2"/>
              <a:buChar char="ü"/>
            </a:pPr>
            <a:r>
              <a:rPr lang="es-CO" sz="1600" dirty="0">
                <a:latin typeface="Segoe UI Light" panose="020B0502040204020203" pitchFamily="34" charset="0"/>
                <a:cs typeface="Segoe UI Light" panose="020B0502040204020203" pitchFamily="34" charset="0"/>
              </a:rPr>
              <a:t>Diques correctamente localizados en coronas del valle trazado.</a:t>
            </a:r>
          </a:p>
          <a:p>
            <a:pPr marL="285750" indent="-285750" algn="just">
              <a:buFont typeface="Wingdings" panose="05000000000000000000" pitchFamily="2" charset="2"/>
              <a:buChar char="ü"/>
            </a:pPr>
            <a:endParaRPr lang="es-CO" sz="1600" dirty="0">
              <a:latin typeface="Segoe UI Light" panose="020B0502040204020203" pitchFamily="34" charset="0"/>
              <a:cs typeface="Segoe UI Light" panose="020B0502040204020203" pitchFamily="34" charset="0"/>
            </a:endParaRPr>
          </a:p>
          <a:p>
            <a:pPr marL="285750" indent="-285750" algn="just">
              <a:buFont typeface="Wingdings" panose="05000000000000000000" pitchFamily="2" charset="2"/>
              <a:buChar char="ü"/>
            </a:pPr>
            <a:r>
              <a:rPr lang="es-CO" sz="1600" dirty="0">
                <a:latin typeface="Segoe UI Light" panose="020B0502040204020203" pitchFamily="34" charset="0"/>
                <a:cs typeface="Segoe UI Light" panose="020B0502040204020203" pitchFamily="34" charset="0"/>
              </a:rPr>
              <a:t>Localización de bancas en zonas de cambio de cobertura o rugosidad.</a:t>
            </a:r>
          </a:p>
          <a:p>
            <a:pPr marL="285750" indent="-285750" algn="just">
              <a:buFont typeface="Wingdings" panose="05000000000000000000" pitchFamily="2" charset="2"/>
              <a:buChar char="ü"/>
            </a:pPr>
            <a:endParaRPr lang="es-CO" sz="1600" dirty="0">
              <a:latin typeface="Segoe UI Light" panose="020B0502040204020203" pitchFamily="34" charset="0"/>
              <a:cs typeface="Segoe UI Light" panose="020B0502040204020203" pitchFamily="34" charset="0"/>
            </a:endParaRPr>
          </a:p>
          <a:p>
            <a:pPr marL="285750" indent="-285750" algn="just">
              <a:buFont typeface="Wingdings" panose="05000000000000000000" pitchFamily="2" charset="2"/>
              <a:buChar char="ü"/>
            </a:pPr>
            <a:r>
              <a:rPr lang="es-CO" sz="1600" dirty="0">
                <a:latin typeface="Segoe UI Light" panose="020B0502040204020203" pitchFamily="34" charset="0"/>
                <a:cs typeface="Segoe UI Light" panose="020B0502040204020203" pitchFamily="34" charset="0"/>
              </a:rPr>
              <a:t>Conexión correcta de tramos de río en el nodo o Junction 1 donde se conecta el cauce Lateral 1. En el editor de geometría, acercarse al Junction 1 y mover el nodo final del cauce lateral 1 sobre el Junction 1. menú </a:t>
            </a:r>
            <a:r>
              <a:rPr lang="es-CO" sz="1600" dirty="0" err="1">
                <a:latin typeface="Segoe UI Light" panose="020B0502040204020203" pitchFamily="34" charset="0"/>
                <a:cs typeface="Segoe UI Light" panose="020B0502040204020203" pitchFamily="34" charset="0"/>
              </a:rPr>
              <a:t>Edit</a:t>
            </a:r>
            <a:r>
              <a:rPr lang="es-CO" sz="1600" dirty="0">
                <a:latin typeface="Segoe UI Light" panose="020B0502040204020203" pitchFamily="34" charset="0"/>
                <a:cs typeface="Segoe UI Light" panose="020B0502040204020203" pitchFamily="34" charset="0"/>
              </a:rPr>
              <a:t> – </a:t>
            </a:r>
            <a:r>
              <a:rPr lang="es-CO" sz="1600" dirty="0" err="1">
                <a:latin typeface="Segoe UI Light" panose="020B0502040204020203" pitchFamily="34" charset="0"/>
                <a:cs typeface="Segoe UI Light" panose="020B0502040204020203" pitchFamily="34" charset="0"/>
              </a:rPr>
              <a:t>Move</a:t>
            </a:r>
            <a:r>
              <a:rPr lang="es-CO" sz="1600" dirty="0">
                <a:latin typeface="Segoe UI Light" panose="020B0502040204020203" pitchFamily="34" charset="0"/>
                <a:cs typeface="Segoe UI Light" panose="020B0502040204020203" pitchFamily="34" charset="0"/>
              </a:rPr>
              <a:t> </a:t>
            </a:r>
            <a:r>
              <a:rPr lang="es-CO" sz="1600" dirty="0" err="1">
                <a:latin typeface="Segoe UI Light" panose="020B0502040204020203" pitchFamily="34" charset="0"/>
                <a:cs typeface="Segoe UI Light" panose="020B0502040204020203" pitchFamily="34" charset="0"/>
              </a:rPr>
              <a:t>Points</a:t>
            </a:r>
            <a:r>
              <a:rPr lang="es-CO" sz="1600" dirty="0">
                <a:latin typeface="Segoe UI Light" panose="020B0502040204020203" pitchFamily="34" charset="0"/>
                <a:cs typeface="Segoe UI Light" panose="020B0502040204020203" pitchFamily="34" charset="0"/>
              </a:rPr>
              <a:t> / </a:t>
            </a:r>
            <a:r>
              <a:rPr lang="es-CO" sz="1600" dirty="0" err="1">
                <a:latin typeface="Segoe UI Light" panose="020B0502040204020203" pitchFamily="34" charset="0"/>
                <a:cs typeface="Segoe UI Light" panose="020B0502040204020203" pitchFamily="34" charset="0"/>
              </a:rPr>
              <a:t>Objects</a:t>
            </a:r>
            <a:r>
              <a:rPr lang="es-CO" sz="1600" dirty="0">
                <a:latin typeface="Segoe UI Light" panose="020B0502040204020203" pitchFamily="34" charset="0"/>
                <a:cs typeface="Segoe UI Light" panose="020B0502040204020203" pitchFamily="34" charset="0"/>
              </a:rPr>
              <a:t>.</a:t>
            </a:r>
          </a:p>
          <a:p>
            <a:pPr marL="285750" indent="-285750" algn="just">
              <a:buFont typeface="Wingdings" panose="05000000000000000000" pitchFamily="2" charset="2"/>
              <a:buChar char="ü"/>
            </a:pPr>
            <a:endParaRPr lang="es-CO" sz="1600" dirty="0">
              <a:latin typeface="Segoe UI Light" panose="020B0502040204020203" pitchFamily="34" charset="0"/>
              <a:cs typeface="Segoe UI Light" panose="020B0502040204020203" pitchFamily="34" charset="0"/>
            </a:endParaRPr>
          </a:p>
        </p:txBody>
      </p:sp>
      <p:pic>
        <p:nvPicPr>
          <p:cNvPr id="3" name="Imagen 2"/>
          <p:cNvPicPr>
            <a:picLocks noChangeAspect="1"/>
          </p:cNvPicPr>
          <p:nvPr/>
        </p:nvPicPr>
        <p:blipFill>
          <a:blip r:embed="rId2"/>
          <a:stretch>
            <a:fillRect/>
          </a:stretch>
        </p:blipFill>
        <p:spPr>
          <a:xfrm>
            <a:off x="6228938" y="764704"/>
            <a:ext cx="5445131" cy="2592288"/>
          </a:xfrm>
          <a:prstGeom prst="rect">
            <a:avLst/>
          </a:prstGeom>
        </p:spPr>
      </p:pic>
      <p:pic>
        <p:nvPicPr>
          <p:cNvPr id="4" name="Imagen 3"/>
          <p:cNvPicPr>
            <a:picLocks noChangeAspect="1"/>
          </p:cNvPicPr>
          <p:nvPr/>
        </p:nvPicPr>
        <p:blipFill>
          <a:blip r:embed="rId3"/>
          <a:stretch>
            <a:fillRect/>
          </a:stretch>
        </p:blipFill>
        <p:spPr>
          <a:xfrm>
            <a:off x="6228939" y="3575899"/>
            <a:ext cx="5445130" cy="2949445"/>
          </a:xfrm>
          <a:prstGeom prst="rect">
            <a:avLst/>
          </a:prstGeom>
        </p:spPr>
      </p:pic>
      <p:pic>
        <p:nvPicPr>
          <p:cNvPr id="10" name="Imagen 9">
            <a:extLst>
              <a:ext uri="{FF2B5EF4-FFF2-40B4-BE49-F238E27FC236}">
                <a16:creationId xmlns:a16="http://schemas.microsoft.com/office/drawing/2014/main" id="{46688DDA-D5D5-4CC4-ABB5-3273EF48E7C9}"/>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9254827" y="5064714"/>
            <a:ext cx="360000" cy="360000"/>
          </a:xfrm>
          <a:prstGeom prst="rect">
            <a:avLst/>
          </a:prstGeom>
        </p:spPr>
      </p:pic>
      <p:pic>
        <p:nvPicPr>
          <p:cNvPr id="11" name="Imagen 10">
            <a:extLst>
              <a:ext uri="{FF2B5EF4-FFF2-40B4-BE49-F238E27FC236}">
                <a16:creationId xmlns:a16="http://schemas.microsoft.com/office/drawing/2014/main" id="{8786EDFF-B864-47F5-A388-885313316ED0}"/>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12" name="1 Título">
            <a:extLst>
              <a:ext uri="{FF2B5EF4-FFF2-40B4-BE49-F238E27FC236}">
                <a16:creationId xmlns:a16="http://schemas.microsoft.com/office/drawing/2014/main" id="{E28B49BD-4A3D-4037-8828-444E365F5A8B}"/>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Actividad 4: Depuración del modelo</a:t>
            </a:r>
          </a:p>
        </p:txBody>
      </p:sp>
    </p:spTree>
    <p:extLst>
      <p:ext uri="{BB962C8B-B14F-4D97-AF65-F5344CB8AC3E}">
        <p14:creationId xmlns:p14="http://schemas.microsoft.com/office/powerpoint/2010/main" val="320653639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8" name="Group 7">
            <a:extLst>
              <a:ext uri="{FF2B5EF4-FFF2-40B4-BE49-F238E27FC236}">
                <a16:creationId xmlns:a16="http://schemas.microsoft.com/office/drawing/2014/main" id="{E70EE07A-5BFD-466E-B14A-12C366129646}"/>
              </a:ext>
            </a:extLst>
          </p:cNvPr>
          <p:cNvGrpSpPr/>
          <p:nvPr/>
        </p:nvGrpSpPr>
        <p:grpSpPr>
          <a:xfrm>
            <a:off x="4331804" y="1579664"/>
            <a:ext cx="3528392" cy="3698672"/>
            <a:chOff x="4223792" y="1628800"/>
            <a:chExt cx="3528392" cy="3698672"/>
          </a:xfrm>
        </p:grpSpPr>
        <p:sp>
          <p:nvSpPr>
            <p:cNvPr id="6" name="7 CuadroTexto">
              <a:extLst>
                <a:ext uri="{FF2B5EF4-FFF2-40B4-BE49-F238E27FC236}">
                  <a16:creationId xmlns:a16="http://schemas.microsoft.com/office/drawing/2014/main" id="{3572065F-81C1-454C-8E77-453E36FB65E9}"/>
                </a:ext>
              </a:extLst>
            </p:cNvPr>
            <p:cNvSpPr txBox="1"/>
            <p:nvPr/>
          </p:nvSpPr>
          <p:spPr>
            <a:xfrm>
              <a:off x="4223792" y="1628800"/>
              <a:ext cx="3528392" cy="861774"/>
            </a:xfrm>
            <a:prstGeom prst="rect">
              <a:avLst/>
            </a:prstGeom>
            <a:noFill/>
          </p:spPr>
          <p:txBody>
            <a:bodyPr wrap="square" rtlCol="0">
              <a:spAutoFit/>
            </a:bodyPr>
            <a:lstStyle/>
            <a:p>
              <a:pPr algn="ctr"/>
              <a:r>
                <a:rPr lang="es-ES" sz="1000" dirty="0">
                  <a:latin typeface="Segoe UI Light" panose="020B0502040204020203" pitchFamily="34" charset="0"/>
                  <a:cs typeface="Segoe UI Light" panose="020B0502040204020203" pitchFamily="34" charset="0"/>
                </a:rPr>
                <a:t>Contenido creado por: r.cfdtools@gmail.com</a:t>
              </a:r>
            </a:p>
            <a:p>
              <a:pPr algn="ctr"/>
              <a:r>
                <a:rPr lang="es-ES" sz="1000" dirty="0">
                  <a:latin typeface="Segoe UI Light" panose="020B0502040204020203" pitchFamily="34" charset="0"/>
                  <a:cs typeface="Segoe UI Light" panose="020B0502040204020203" pitchFamily="34" charset="0"/>
                  <a:hlinkClick r:id="rId2"/>
                </a:rPr>
                <a:t>https://github.com/rcfdtools</a:t>
              </a:r>
              <a:endParaRPr lang="es-ES" sz="1000" dirty="0">
                <a:latin typeface="Segoe UI Light" panose="020B0502040204020203" pitchFamily="34" charset="0"/>
                <a:cs typeface="Segoe UI Light" panose="020B0502040204020203" pitchFamily="34" charset="0"/>
              </a:endParaRPr>
            </a:p>
            <a:p>
              <a:pPr algn="ctr"/>
              <a:endParaRPr lang="es-ES" sz="1000" dirty="0">
                <a:latin typeface="Segoe UI Light" panose="020B0502040204020203" pitchFamily="34" charset="0"/>
                <a:cs typeface="Segoe UI Light" panose="020B0502040204020203" pitchFamily="34" charset="0"/>
              </a:endParaRPr>
            </a:p>
            <a:p>
              <a:pPr algn="ctr"/>
              <a:r>
                <a:rPr lang="es-ES" sz="1000" dirty="0">
                  <a:latin typeface="Segoe UI Light" panose="020B0502040204020203" pitchFamily="34" charset="0"/>
                  <a:cs typeface="Segoe UI Light" panose="020B0502040204020203" pitchFamily="34" charset="0"/>
                </a:rPr>
                <a:t>Licencia, cláusulas y condiciones de uso en:</a:t>
              </a:r>
            </a:p>
            <a:p>
              <a:pPr algn="ctr"/>
              <a:r>
                <a:rPr lang="es-ES" sz="1000" dirty="0">
                  <a:latin typeface="Segoe UI Light" panose="020B0502040204020203" pitchFamily="34" charset="0"/>
                  <a:cs typeface="Segoe UI Light" panose="020B0502040204020203" pitchFamily="34" charset="0"/>
                  <a:hlinkClick r:id="rId3"/>
                </a:rPr>
                <a:t>https://github.com/rcfdtools/R.HydroTools/wiki/License</a:t>
              </a:r>
              <a:endParaRPr lang="es-ES" sz="1000" dirty="0">
                <a:latin typeface="Segoe UI Light" panose="020B0502040204020203" pitchFamily="34" charset="0"/>
                <a:cs typeface="Segoe UI Light" panose="020B0502040204020203" pitchFamily="34" charset="0"/>
              </a:endParaRPr>
            </a:p>
          </p:txBody>
        </p:sp>
        <p:pic>
          <p:nvPicPr>
            <p:cNvPr id="7" name="Picture 6" descr="Qr code&#10;&#10;Description automatically generated">
              <a:extLst>
                <a:ext uri="{FF2B5EF4-FFF2-40B4-BE49-F238E27FC236}">
                  <a16:creationId xmlns:a16="http://schemas.microsoft.com/office/drawing/2014/main" id="{90F7619C-3D91-416E-B1F4-909E882E7460}"/>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637988" y="2627472"/>
              <a:ext cx="2700000" cy="2700000"/>
            </a:xfrm>
            <a:prstGeom prst="rect">
              <a:avLst/>
            </a:prstGeom>
          </p:spPr>
        </p:pic>
      </p:grpSp>
      <p:pic>
        <p:nvPicPr>
          <p:cNvPr id="9" name="Imagen 8">
            <a:extLst>
              <a:ext uri="{FF2B5EF4-FFF2-40B4-BE49-F238E27FC236}">
                <a16:creationId xmlns:a16="http://schemas.microsoft.com/office/drawing/2014/main" id="{D1E24590-5B37-4B8E-8E7F-7CC7FF0BA204}"/>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2945859939"/>
      </p:ext>
    </p:extLst>
  </p:cSld>
  <p:clrMapOvr>
    <a:masterClrMapping/>
  </p:clrMapOvr>
</p:sld>
</file>

<file path=ppt/theme/theme1.xml><?xml version="1.0" encoding="utf-8"?>
<a:theme xmlns:a="http://schemas.openxmlformats.org/drawingml/2006/main" name="Tema de Offic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10732</TotalTime>
  <Words>871</Words>
  <Application>Microsoft Office PowerPoint</Application>
  <PresentationFormat>Widescreen</PresentationFormat>
  <Paragraphs>100</Paragraphs>
  <Slides>18</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18</vt:i4>
      </vt:variant>
    </vt:vector>
  </HeadingPairs>
  <TitlesOfParts>
    <vt:vector size="23" baseType="lpstr">
      <vt:lpstr>Arial</vt:lpstr>
      <vt:lpstr>Calibri</vt:lpstr>
      <vt:lpstr>Segoe UI Light</vt:lpstr>
      <vt:lpstr>Wingdings</vt:lpstr>
      <vt:lpstr>Tema de Office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HCMC_3_2</dc:title>
  <dc:creator>master</dc:creator>
  <cp:lastModifiedBy>WILLIAM RICARDO AGUILAR PIÑA</cp:lastModifiedBy>
  <cp:revision>488</cp:revision>
  <dcterms:created xsi:type="dcterms:W3CDTF">2010-05-17T13:13:34Z</dcterms:created>
  <dcterms:modified xsi:type="dcterms:W3CDTF">2025-08-01T15:48:33Z</dcterms:modified>
</cp:coreProperties>
</file>