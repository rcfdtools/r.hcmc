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01" r:id="rId3"/>
    <p:sldId id="385" r:id="rId4"/>
    <p:sldId id="324" r:id="rId5"/>
    <p:sldId id="386" r:id="rId6"/>
    <p:sldId id="325" r:id="rId7"/>
    <p:sldId id="326" r:id="rId8"/>
    <p:sldId id="387" r:id="rId9"/>
    <p:sldId id="327" r:id="rId10"/>
    <p:sldId id="328" r:id="rId11"/>
    <p:sldId id="329" r:id="rId12"/>
    <p:sldId id="330" r:id="rId13"/>
    <p:sldId id="388" r:id="rId14"/>
    <p:sldId id="331" r:id="rId15"/>
    <p:sldId id="332" r:id="rId16"/>
    <p:sldId id="334" r:id="rId17"/>
    <p:sldId id="333" r:id="rId18"/>
    <p:sldId id="384"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3" autoAdjust="0"/>
    <p:restoredTop sz="93623" autoAdjust="0"/>
  </p:normalViewPr>
  <p:slideViewPr>
    <p:cSldViewPr>
      <p:cViewPr varScale="1">
        <p:scale>
          <a:sx n="107" d="100"/>
          <a:sy n="107" d="100"/>
        </p:scale>
        <p:origin x="630" y="102"/>
      </p:cViewPr>
      <p:guideLst>
        <p:guide orient="horz" pos="2160"/>
        <p:guide pos="3840"/>
      </p:guideLst>
    </p:cSldViewPr>
  </p:slideViewPr>
  <p:notesTextViewPr>
    <p:cViewPr>
      <p:scale>
        <a:sx n="100" d="100"/>
        <a:sy n="100" d="100"/>
      </p:scale>
      <p:origin x="0" y="0"/>
    </p:cViewPr>
  </p:notesTextViewPr>
  <p:sorterViewPr>
    <p:cViewPr>
      <p:scale>
        <a:sx n="200" d="100"/>
        <a:sy n="200" d="100"/>
      </p:scale>
      <p:origin x="0" y="-1968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8BE21A17-DF0B-43AC-ADE4-6F193E3CBCD9}"/>
    <pc:docChg chg="modSld">
      <pc:chgData name="WILLIAM RICARDO AGUILAR PIÑA" userId="25538c52-b196-49fc-9025-2dd86a54f18a" providerId="ADAL" clId="{8BE21A17-DF0B-43AC-ADE4-6F193E3CBCD9}" dt="2018-06-29T15:35:01.713" v="1" actId="20577"/>
      <pc:docMkLst>
        <pc:docMk/>
      </pc:docMkLst>
      <pc:sldChg chg="modSp">
        <pc:chgData name="WILLIAM RICARDO AGUILAR PIÑA" userId="25538c52-b196-49fc-9025-2dd86a54f18a" providerId="ADAL" clId="{8BE21A17-DF0B-43AC-ADE4-6F193E3CBCD9}" dt="2018-06-29T15:35:01.713" v="1" actId="20577"/>
        <pc:sldMkLst>
          <pc:docMk/>
          <pc:sldMk cId="0" sldId="256"/>
        </pc:sldMkLst>
        <pc:spChg chg="mod">
          <ac:chgData name="WILLIAM RICARDO AGUILAR PIÑA" userId="25538c52-b196-49fc-9025-2dd86a54f18a" providerId="ADAL" clId="{8BE21A17-DF0B-43AC-ADE4-6F193E3CBCD9}" dt="2018-06-29T15:35:01.713" v="1" actId="20577"/>
          <ac:spMkLst>
            <pc:docMk/>
            <pc:sldMk cId="0" sldId="256"/>
            <ac:spMk id="8" creationId="{00000000-0000-0000-0000-000000000000}"/>
          </ac:spMkLst>
        </pc:spChg>
      </pc:sldChg>
    </pc:docChg>
  </pc:docChgLst>
  <pc:docChgLst>
    <pc:chgData name="WILLIAM RICARDO AGUILAR PIÑA" userId="25538c52-b196-49fc-9025-2dd86a54f18a" providerId="ADAL" clId="{B575AF9F-BC14-4FAD-919B-01336FD301A1}"/>
    <pc:docChg chg="modSld">
      <pc:chgData name="WILLIAM RICARDO AGUILAR PIÑA" userId="25538c52-b196-49fc-9025-2dd86a54f18a" providerId="ADAL" clId="{B575AF9F-BC14-4FAD-919B-01336FD301A1}" dt="2020-10-24T13:31:17.948" v="26" actId="207"/>
      <pc:docMkLst>
        <pc:docMk/>
      </pc:docMkLst>
      <pc:sldChg chg="modSp mod">
        <pc:chgData name="WILLIAM RICARDO AGUILAR PIÑA" userId="25538c52-b196-49fc-9025-2dd86a54f18a" providerId="ADAL" clId="{B575AF9F-BC14-4FAD-919B-01336FD301A1}" dt="2020-10-24T13:28:24.437" v="13" actId="20577"/>
        <pc:sldMkLst>
          <pc:docMk/>
          <pc:sldMk cId="0" sldId="256"/>
        </pc:sldMkLst>
        <pc:spChg chg="mod">
          <ac:chgData name="WILLIAM RICARDO AGUILAR PIÑA" userId="25538c52-b196-49fc-9025-2dd86a54f18a" providerId="ADAL" clId="{B575AF9F-BC14-4FAD-919B-01336FD301A1}" dt="2020-10-24T13:28:24.437" v="13" actId="20577"/>
          <ac:spMkLst>
            <pc:docMk/>
            <pc:sldMk cId="0" sldId="256"/>
            <ac:spMk id="9" creationId="{E9DA7A0E-6784-4BDE-BD91-0ED97A8B0BC4}"/>
          </ac:spMkLst>
        </pc:spChg>
        <pc:spChg chg="mod">
          <ac:chgData name="WILLIAM RICARDO AGUILAR PIÑA" userId="25538c52-b196-49fc-9025-2dd86a54f18a" providerId="ADAL" clId="{B575AF9F-BC14-4FAD-919B-01336FD301A1}" dt="2020-10-24T13:28:16.844" v="9" actId="207"/>
          <ac:spMkLst>
            <pc:docMk/>
            <pc:sldMk cId="0" sldId="256"/>
            <ac:spMk id="10" creationId="{9A78CE6B-FC30-4CE6-AC08-3CABD9A7D650}"/>
          </ac:spMkLst>
        </pc:spChg>
        <pc:spChg chg="mod">
          <ac:chgData name="WILLIAM RICARDO AGUILAR PIÑA" userId="25538c52-b196-49fc-9025-2dd86a54f18a" providerId="ADAL" clId="{B575AF9F-BC14-4FAD-919B-01336FD301A1}" dt="2020-10-24T13:28:16.844" v="9" actId="207"/>
          <ac:spMkLst>
            <pc:docMk/>
            <pc:sldMk cId="0" sldId="256"/>
            <ac:spMk id="19" creationId="{AD66F173-09A5-4585-B28A-DD04388ED02F}"/>
          </ac:spMkLst>
        </pc:spChg>
      </pc:sldChg>
      <pc:sldChg chg="modSp mod">
        <pc:chgData name="WILLIAM RICARDO AGUILAR PIÑA" userId="25538c52-b196-49fc-9025-2dd86a54f18a" providerId="ADAL" clId="{B575AF9F-BC14-4FAD-919B-01336FD301A1}" dt="2020-10-24T13:26:51.800" v="1" actId="20577"/>
        <pc:sldMkLst>
          <pc:docMk/>
          <pc:sldMk cId="2852190545" sldId="301"/>
        </pc:sldMkLst>
        <pc:spChg chg="mod">
          <ac:chgData name="WILLIAM RICARDO AGUILAR PIÑA" userId="25538c52-b196-49fc-9025-2dd86a54f18a" providerId="ADAL" clId="{B575AF9F-BC14-4FAD-919B-01336FD301A1}" dt="2020-10-24T13:26:51.800" v="1" actId="20577"/>
          <ac:spMkLst>
            <pc:docMk/>
            <pc:sldMk cId="2852190545" sldId="301"/>
            <ac:spMk id="8" creationId="{00000000-0000-0000-0000-000000000000}"/>
          </ac:spMkLst>
        </pc:spChg>
      </pc:sldChg>
      <pc:sldChg chg="modSp mod">
        <pc:chgData name="WILLIAM RICARDO AGUILAR PIÑA" userId="25538c52-b196-49fc-9025-2dd86a54f18a" providerId="ADAL" clId="{B575AF9F-BC14-4FAD-919B-01336FD301A1}" dt="2020-10-24T13:28:03.082" v="8" actId="120"/>
        <pc:sldMkLst>
          <pc:docMk/>
          <pc:sldMk cId="2192530002" sldId="324"/>
        </pc:sldMkLst>
        <pc:spChg chg="mod">
          <ac:chgData name="WILLIAM RICARDO AGUILAR PIÑA" userId="25538c52-b196-49fc-9025-2dd86a54f18a" providerId="ADAL" clId="{B575AF9F-BC14-4FAD-919B-01336FD301A1}" dt="2020-10-24T13:27:00.877" v="2" actId="207"/>
          <ac:spMkLst>
            <pc:docMk/>
            <pc:sldMk cId="2192530002" sldId="324"/>
            <ac:spMk id="7" creationId="{728B016D-6E12-4139-993A-8CC744425455}"/>
          </ac:spMkLst>
        </pc:spChg>
        <pc:spChg chg="mod">
          <ac:chgData name="WILLIAM RICARDO AGUILAR PIÑA" userId="25538c52-b196-49fc-9025-2dd86a54f18a" providerId="ADAL" clId="{B575AF9F-BC14-4FAD-919B-01336FD301A1}" dt="2020-10-24T13:28:03.082" v="8" actId="120"/>
          <ac:spMkLst>
            <pc:docMk/>
            <pc:sldMk cId="2192530002" sldId="324"/>
            <ac:spMk id="8" creationId="{00000000-0000-0000-0000-000000000000}"/>
          </ac:spMkLst>
        </pc:spChg>
      </pc:sldChg>
      <pc:sldChg chg="modSp mod">
        <pc:chgData name="WILLIAM RICARDO AGUILAR PIÑA" userId="25538c52-b196-49fc-9025-2dd86a54f18a" providerId="ADAL" clId="{B575AF9F-BC14-4FAD-919B-01336FD301A1}" dt="2020-10-24T13:27:57.812" v="7" actId="120"/>
        <pc:sldMkLst>
          <pc:docMk/>
          <pc:sldMk cId="1252221084" sldId="325"/>
        </pc:sldMkLst>
        <pc:spChg chg="mod">
          <ac:chgData name="WILLIAM RICARDO AGUILAR PIÑA" userId="25538c52-b196-49fc-9025-2dd86a54f18a" providerId="ADAL" clId="{B575AF9F-BC14-4FAD-919B-01336FD301A1}" dt="2020-10-24T13:27:57.812" v="7" actId="120"/>
          <ac:spMkLst>
            <pc:docMk/>
            <pc:sldMk cId="1252221084" sldId="325"/>
            <ac:spMk id="8" creationId="{00000000-0000-0000-0000-000000000000}"/>
          </ac:spMkLst>
        </pc:spChg>
        <pc:spChg chg="mod">
          <ac:chgData name="WILLIAM RICARDO AGUILAR PIÑA" userId="25538c52-b196-49fc-9025-2dd86a54f18a" providerId="ADAL" clId="{B575AF9F-BC14-4FAD-919B-01336FD301A1}" dt="2020-10-24T13:27:53.681" v="5" actId="207"/>
          <ac:spMkLst>
            <pc:docMk/>
            <pc:sldMk cId="1252221084" sldId="325"/>
            <ac:spMk id="10" creationId="{1E0176E9-1FBF-4877-9B79-803F54E26C72}"/>
          </ac:spMkLst>
        </pc:spChg>
      </pc:sldChg>
      <pc:sldChg chg="modSp mod">
        <pc:chgData name="WILLIAM RICARDO AGUILAR PIÑA" userId="25538c52-b196-49fc-9025-2dd86a54f18a" providerId="ADAL" clId="{B575AF9F-BC14-4FAD-919B-01336FD301A1}" dt="2020-10-24T13:28:46.978" v="14" actId="207"/>
        <pc:sldMkLst>
          <pc:docMk/>
          <pc:sldMk cId="337131064" sldId="326"/>
        </pc:sldMkLst>
        <pc:spChg chg="mod">
          <ac:chgData name="WILLIAM RICARDO AGUILAR PIÑA" userId="25538c52-b196-49fc-9025-2dd86a54f18a" providerId="ADAL" clId="{B575AF9F-BC14-4FAD-919B-01336FD301A1}" dt="2020-10-24T13:28:46.978" v="14" actId="207"/>
          <ac:spMkLst>
            <pc:docMk/>
            <pc:sldMk cId="337131064" sldId="326"/>
            <ac:spMk id="10" creationId="{896EA937-D836-4188-A745-51790498CE6E}"/>
          </ac:spMkLst>
        </pc:spChg>
      </pc:sldChg>
      <pc:sldChg chg="modSp mod">
        <pc:chgData name="WILLIAM RICARDO AGUILAR PIÑA" userId="25538c52-b196-49fc-9025-2dd86a54f18a" providerId="ADAL" clId="{B575AF9F-BC14-4FAD-919B-01336FD301A1}" dt="2020-10-24T13:29:06.633" v="15" actId="207"/>
        <pc:sldMkLst>
          <pc:docMk/>
          <pc:sldMk cId="3819042851" sldId="327"/>
        </pc:sldMkLst>
        <pc:spChg chg="mod">
          <ac:chgData name="WILLIAM RICARDO AGUILAR PIÑA" userId="25538c52-b196-49fc-9025-2dd86a54f18a" providerId="ADAL" clId="{B575AF9F-BC14-4FAD-919B-01336FD301A1}" dt="2020-10-24T13:29:06.633" v="15" actId="207"/>
          <ac:spMkLst>
            <pc:docMk/>
            <pc:sldMk cId="3819042851" sldId="327"/>
            <ac:spMk id="7" creationId="{B239B0F0-148E-4EDB-B5DC-ECCFC503BB4D}"/>
          </ac:spMkLst>
        </pc:spChg>
        <pc:spChg chg="mod">
          <ac:chgData name="WILLIAM RICARDO AGUILAR PIÑA" userId="25538c52-b196-49fc-9025-2dd86a54f18a" providerId="ADAL" clId="{B575AF9F-BC14-4FAD-919B-01336FD301A1}" dt="2020-10-24T13:29:06.633" v="15" actId="207"/>
          <ac:spMkLst>
            <pc:docMk/>
            <pc:sldMk cId="3819042851" sldId="327"/>
            <ac:spMk id="8" creationId="{00000000-0000-0000-0000-000000000000}"/>
          </ac:spMkLst>
        </pc:spChg>
      </pc:sldChg>
      <pc:sldChg chg="modSp mod">
        <pc:chgData name="WILLIAM RICARDO AGUILAR PIÑA" userId="25538c52-b196-49fc-9025-2dd86a54f18a" providerId="ADAL" clId="{B575AF9F-BC14-4FAD-919B-01336FD301A1}" dt="2020-10-24T13:29:46.341" v="16" actId="207"/>
        <pc:sldMkLst>
          <pc:docMk/>
          <pc:sldMk cId="4134453056" sldId="328"/>
        </pc:sldMkLst>
        <pc:spChg chg="mod">
          <ac:chgData name="WILLIAM RICARDO AGUILAR PIÑA" userId="25538c52-b196-49fc-9025-2dd86a54f18a" providerId="ADAL" clId="{B575AF9F-BC14-4FAD-919B-01336FD301A1}" dt="2020-10-24T13:29:46.341" v="16" actId="207"/>
          <ac:spMkLst>
            <pc:docMk/>
            <pc:sldMk cId="4134453056" sldId="328"/>
            <ac:spMk id="7" creationId="{25CF73CA-D444-45F9-9EB7-74F7B6CABF1F}"/>
          </ac:spMkLst>
        </pc:spChg>
        <pc:spChg chg="mod">
          <ac:chgData name="WILLIAM RICARDO AGUILAR PIÑA" userId="25538c52-b196-49fc-9025-2dd86a54f18a" providerId="ADAL" clId="{B575AF9F-BC14-4FAD-919B-01336FD301A1}" dt="2020-10-24T13:29:46.341" v="16" actId="207"/>
          <ac:spMkLst>
            <pc:docMk/>
            <pc:sldMk cId="4134453056" sldId="328"/>
            <ac:spMk id="8" creationId="{00000000-0000-0000-0000-000000000000}"/>
          </ac:spMkLst>
        </pc:spChg>
      </pc:sldChg>
      <pc:sldChg chg="modSp mod">
        <pc:chgData name="WILLIAM RICARDO AGUILAR PIÑA" userId="25538c52-b196-49fc-9025-2dd86a54f18a" providerId="ADAL" clId="{B575AF9F-BC14-4FAD-919B-01336FD301A1}" dt="2020-10-24T13:30:14.398" v="21" actId="20577"/>
        <pc:sldMkLst>
          <pc:docMk/>
          <pc:sldMk cId="870933033" sldId="329"/>
        </pc:sldMkLst>
        <pc:spChg chg="mod">
          <ac:chgData name="WILLIAM RICARDO AGUILAR PIÑA" userId="25538c52-b196-49fc-9025-2dd86a54f18a" providerId="ADAL" clId="{B575AF9F-BC14-4FAD-919B-01336FD301A1}" dt="2020-10-24T13:30:14.398" v="21" actId="20577"/>
          <ac:spMkLst>
            <pc:docMk/>
            <pc:sldMk cId="870933033" sldId="329"/>
            <ac:spMk id="8" creationId="{00000000-0000-0000-0000-000000000000}"/>
          </ac:spMkLst>
        </pc:spChg>
        <pc:spChg chg="mod">
          <ac:chgData name="WILLIAM RICARDO AGUILAR PIÑA" userId="25538c52-b196-49fc-9025-2dd86a54f18a" providerId="ADAL" clId="{B575AF9F-BC14-4FAD-919B-01336FD301A1}" dt="2020-10-24T13:30:00.184" v="17" actId="207"/>
          <ac:spMkLst>
            <pc:docMk/>
            <pc:sldMk cId="870933033" sldId="329"/>
            <ac:spMk id="9" creationId="{41576E1C-C64D-4770-AD77-A1D9A1597BFE}"/>
          </ac:spMkLst>
        </pc:spChg>
      </pc:sldChg>
      <pc:sldChg chg="modSp mod">
        <pc:chgData name="WILLIAM RICARDO AGUILAR PIÑA" userId="25538c52-b196-49fc-9025-2dd86a54f18a" providerId="ADAL" clId="{B575AF9F-BC14-4FAD-919B-01336FD301A1}" dt="2020-10-24T13:30:36.183" v="22" actId="207"/>
        <pc:sldMkLst>
          <pc:docMk/>
          <pc:sldMk cId="1799562464" sldId="330"/>
        </pc:sldMkLst>
        <pc:spChg chg="mod">
          <ac:chgData name="WILLIAM RICARDO AGUILAR PIÑA" userId="25538c52-b196-49fc-9025-2dd86a54f18a" providerId="ADAL" clId="{B575AF9F-BC14-4FAD-919B-01336FD301A1}" dt="2020-10-24T13:30:36.183" v="22" actId="207"/>
          <ac:spMkLst>
            <pc:docMk/>
            <pc:sldMk cId="1799562464" sldId="330"/>
            <ac:spMk id="7" creationId="{D79AD987-22BB-40F0-8371-C283F29C8DE2}"/>
          </ac:spMkLst>
        </pc:spChg>
        <pc:spChg chg="mod">
          <ac:chgData name="WILLIAM RICARDO AGUILAR PIÑA" userId="25538c52-b196-49fc-9025-2dd86a54f18a" providerId="ADAL" clId="{B575AF9F-BC14-4FAD-919B-01336FD301A1}" dt="2020-10-24T13:30:36.183" v="22" actId="207"/>
          <ac:spMkLst>
            <pc:docMk/>
            <pc:sldMk cId="1799562464" sldId="330"/>
            <ac:spMk id="8" creationId="{00000000-0000-0000-0000-000000000000}"/>
          </ac:spMkLst>
        </pc:spChg>
      </pc:sldChg>
      <pc:sldChg chg="modSp mod">
        <pc:chgData name="WILLIAM RICARDO AGUILAR PIÑA" userId="25538c52-b196-49fc-9025-2dd86a54f18a" providerId="ADAL" clId="{B575AF9F-BC14-4FAD-919B-01336FD301A1}" dt="2020-10-24T13:30:44.277" v="23" actId="207"/>
        <pc:sldMkLst>
          <pc:docMk/>
          <pc:sldMk cId="1037498111" sldId="331"/>
        </pc:sldMkLst>
        <pc:spChg chg="mod">
          <ac:chgData name="WILLIAM RICARDO AGUILAR PIÑA" userId="25538c52-b196-49fc-9025-2dd86a54f18a" providerId="ADAL" clId="{B575AF9F-BC14-4FAD-919B-01336FD301A1}" dt="2020-10-24T13:30:44.277" v="23" actId="207"/>
          <ac:spMkLst>
            <pc:docMk/>
            <pc:sldMk cId="1037498111" sldId="331"/>
            <ac:spMk id="5" creationId="{5C203FA4-4BC0-4ACD-8432-01B9E11ADAD8}"/>
          </ac:spMkLst>
        </pc:spChg>
        <pc:spChg chg="mod">
          <ac:chgData name="WILLIAM RICARDO AGUILAR PIÑA" userId="25538c52-b196-49fc-9025-2dd86a54f18a" providerId="ADAL" clId="{B575AF9F-BC14-4FAD-919B-01336FD301A1}" dt="2020-10-24T13:30:44.277" v="23" actId="207"/>
          <ac:spMkLst>
            <pc:docMk/>
            <pc:sldMk cId="1037498111" sldId="331"/>
            <ac:spMk id="8" creationId="{00000000-0000-0000-0000-000000000000}"/>
          </ac:spMkLst>
        </pc:spChg>
      </pc:sldChg>
      <pc:sldChg chg="modSp mod">
        <pc:chgData name="WILLIAM RICARDO AGUILAR PIÑA" userId="25538c52-b196-49fc-9025-2dd86a54f18a" providerId="ADAL" clId="{B575AF9F-BC14-4FAD-919B-01336FD301A1}" dt="2020-10-24T13:30:50.154" v="24" actId="207"/>
        <pc:sldMkLst>
          <pc:docMk/>
          <pc:sldMk cId="3077838017" sldId="332"/>
        </pc:sldMkLst>
        <pc:spChg chg="mod">
          <ac:chgData name="WILLIAM RICARDO AGUILAR PIÑA" userId="25538c52-b196-49fc-9025-2dd86a54f18a" providerId="ADAL" clId="{B575AF9F-BC14-4FAD-919B-01336FD301A1}" dt="2020-10-24T13:30:50.154" v="24" actId="207"/>
          <ac:spMkLst>
            <pc:docMk/>
            <pc:sldMk cId="3077838017" sldId="332"/>
            <ac:spMk id="8" creationId="{00000000-0000-0000-0000-000000000000}"/>
          </ac:spMkLst>
        </pc:spChg>
        <pc:spChg chg="mod">
          <ac:chgData name="WILLIAM RICARDO AGUILAR PIÑA" userId="25538c52-b196-49fc-9025-2dd86a54f18a" providerId="ADAL" clId="{B575AF9F-BC14-4FAD-919B-01336FD301A1}" dt="2020-10-24T13:30:50.154" v="24" actId="207"/>
          <ac:spMkLst>
            <pc:docMk/>
            <pc:sldMk cId="3077838017" sldId="332"/>
            <ac:spMk id="12" creationId="{F7BD018E-2DD1-41E0-AF2F-F96629AB057C}"/>
          </ac:spMkLst>
        </pc:spChg>
      </pc:sldChg>
      <pc:sldChg chg="modSp mod">
        <pc:chgData name="WILLIAM RICARDO AGUILAR PIÑA" userId="25538c52-b196-49fc-9025-2dd86a54f18a" providerId="ADAL" clId="{B575AF9F-BC14-4FAD-919B-01336FD301A1}" dt="2020-10-24T13:31:17.948" v="26" actId="207"/>
        <pc:sldMkLst>
          <pc:docMk/>
          <pc:sldMk cId="3206536397" sldId="333"/>
        </pc:sldMkLst>
        <pc:spChg chg="mod">
          <ac:chgData name="WILLIAM RICARDO AGUILAR PIÑA" userId="25538c52-b196-49fc-9025-2dd86a54f18a" providerId="ADAL" clId="{B575AF9F-BC14-4FAD-919B-01336FD301A1}" dt="2020-10-24T13:31:17.948" v="26" actId="207"/>
          <ac:spMkLst>
            <pc:docMk/>
            <pc:sldMk cId="3206536397" sldId="333"/>
            <ac:spMk id="8" creationId="{00000000-0000-0000-0000-000000000000}"/>
          </ac:spMkLst>
        </pc:spChg>
        <pc:spChg chg="mod">
          <ac:chgData name="WILLIAM RICARDO AGUILAR PIÑA" userId="25538c52-b196-49fc-9025-2dd86a54f18a" providerId="ADAL" clId="{B575AF9F-BC14-4FAD-919B-01336FD301A1}" dt="2020-10-24T13:31:17.948" v="26" actId="207"/>
          <ac:spMkLst>
            <pc:docMk/>
            <pc:sldMk cId="3206536397" sldId="333"/>
            <ac:spMk id="12" creationId="{E28B49BD-4A3D-4037-8828-444E365F5A8B}"/>
          </ac:spMkLst>
        </pc:spChg>
      </pc:sldChg>
      <pc:sldChg chg="modSp mod">
        <pc:chgData name="WILLIAM RICARDO AGUILAR PIÑA" userId="25538c52-b196-49fc-9025-2dd86a54f18a" providerId="ADAL" clId="{B575AF9F-BC14-4FAD-919B-01336FD301A1}" dt="2020-10-24T13:31:06.552" v="25" actId="207"/>
        <pc:sldMkLst>
          <pc:docMk/>
          <pc:sldMk cId="1367048982" sldId="334"/>
        </pc:sldMkLst>
        <pc:spChg chg="mod">
          <ac:chgData name="WILLIAM RICARDO AGUILAR PIÑA" userId="25538c52-b196-49fc-9025-2dd86a54f18a" providerId="ADAL" clId="{B575AF9F-BC14-4FAD-919B-01336FD301A1}" dt="2020-10-24T13:31:06.552" v="25" actId="207"/>
          <ac:spMkLst>
            <pc:docMk/>
            <pc:sldMk cId="1367048982" sldId="334"/>
            <ac:spMk id="8" creationId="{00000000-0000-0000-0000-000000000000}"/>
          </ac:spMkLst>
        </pc:spChg>
        <pc:spChg chg="mod">
          <ac:chgData name="WILLIAM RICARDO AGUILAR PIÑA" userId="25538c52-b196-49fc-9025-2dd86a54f18a" providerId="ADAL" clId="{B575AF9F-BC14-4FAD-919B-01336FD301A1}" dt="2020-10-24T13:31:06.552" v="25" actId="207"/>
          <ac:spMkLst>
            <pc:docMk/>
            <pc:sldMk cId="1367048982" sldId="334"/>
            <ac:spMk id="9" creationId="{06318FEC-4046-4549-A8A6-BA81B1C01A7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17/11/2023</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17/11/2023</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17/11/2023</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5.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07/relationships/hdphoto" Target="../media/hdphoto5.wdp"/><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microsoft.com/office/2007/relationships/hdphoto" Target="../media/hdphoto6.wdp"/><Relationship Id="rId7"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07/relationships/hdphoto" Target="../media/hdphoto7.wdp"/><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microsoft.com/office/2007/relationships/hdphoto" Target="../media/hdphoto9.wdp"/><Relationship Id="rId7"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07/relationships/hdphoto" Target="../media/hdphoto10.wdp"/><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microsoft.com/office/2007/relationships/hdphoto" Target="../media/hdphoto11.wdp"/><Relationship Id="rId7"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07/relationships/hdphoto" Target="../media/hdphoto12.wdp"/><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E9DA7A0E-6784-4BDE-BD91-0ED97A8B0BC4}"/>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v.20201109</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9A78CE6B-FC30-4CE6-AC08-3CABD9A7D650}"/>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9" name="1 Título">
            <a:extLst>
              <a:ext uri="{FF2B5EF4-FFF2-40B4-BE49-F238E27FC236}">
                <a16:creationId xmlns:a16="http://schemas.microsoft.com/office/drawing/2014/main" id="{AD66F173-09A5-4585-B28A-DD04388ED02F}"/>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1D con HEC-GeoRAS y HEC-RAS</a:t>
            </a:r>
          </a:p>
          <a:p>
            <a:r>
              <a:rPr lang="es-CO" sz="1600" dirty="0">
                <a:latin typeface="Segoe UI Light" panose="020B0502040204020203" pitchFamily="34" charset="0"/>
                <a:cs typeface="Segoe UI Light" panose="020B0502040204020203" pitchFamily="34" charset="0"/>
              </a:rPr>
              <a:t>Importación y verificación de topología en HEC-RAS</a:t>
            </a:r>
            <a:endParaRPr lang="es-ES" sz="1600" dirty="0">
              <a:latin typeface="Segoe UI Light" panose="020B0502040204020203" pitchFamily="34" charset="0"/>
              <a:cs typeface="Segoe UI Light" panose="020B0502040204020203" pitchFamily="34" charset="0"/>
            </a:endParaRPr>
          </a:p>
        </p:txBody>
      </p:sp>
      <p:pic>
        <p:nvPicPr>
          <p:cNvPr id="8" name="Imagen 7">
            <a:extLst>
              <a:ext uri="{FF2B5EF4-FFF2-40B4-BE49-F238E27FC236}">
                <a16:creationId xmlns:a16="http://schemas.microsoft.com/office/drawing/2014/main" id="{0DCA9465-BC53-44EF-B54D-1AB48AA226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3" name="Imagen 2">
            <a:extLst>
              <a:ext uri="{FF2B5EF4-FFF2-40B4-BE49-F238E27FC236}">
                <a16:creationId xmlns:a16="http://schemas.microsoft.com/office/drawing/2014/main" id="{C3D495BE-6F27-45CD-8828-017D9C0870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4" name="Picture 3" descr="Logo&#10;&#10;Description automatically generated">
            <a:extLst>
              <a:ext uri="{FF2B5EF4-FFF2-40B4-BE49-F238E27FC236}">
                <a16:creationId xmlns:a16="http://schemas.microsoft.com/office/drawing/2014/main" id="{A06CB981-1030-4617-8467-A3322C60A0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923147" y="1166842"/>
            <a:ext cx="6345705" cy="4708981"/>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a:t>
            </a:r>
          </a:p>
          <a:p>
            <a:r>
              <a:rPr lang="es-CO" dirty="0">
                <a:latin typeface="Segoe UI Light" panose="020B0502040204020203" pitchFamily="34" charset="0"/>
                <a:cs typeface="Segoe UI Light" panose="020B0502040204020203" pitchFamily="34" charset="0"/>
              </a:rPr>
              <a:t> </a:t>
            </a:r>
          </a:p>
          <a:p>
            <a:pPr algn="just"/>
            <a:r>
              <a:rPr lang="es-CO" sz="1600" dirty="0">
                <a:latin typeface="Segoe UI Light" panose="020B0502040204020203" pitchFamily="34" charset="0"/>
                <a:cs typeface="Segoe UI Light" panose="020B0502040204020203" pitchFamily="34" charset="0"/>
              </a:rPr>
              <a:t>A partir de la topología generada en HEC-GeoRAS, crear la geometría HEC-RAS del cauce sinuoso diseñado.</a:t>
            </a:r>
          </a:p>
          <a:p>
            <a:pPr algn="just"/>
            <a:endParaRPr lang="es-CO" dirty="0">
              <a:latin typeface="Segoe UI Light" panose="020B0502040204020203" pitchFamily="34" charset="0"/>
              <a:cs typeface="Segoe UI Light" panose="020B0502040204020203" pitchFamily="34" charset="0"/>
            </a:endParaRPr>
          </a:p>
          <a:p>
            <a:pPr algn="just"/>
            <a:endParaRPr lang="es-CO" dirty="0">
              <a:latin typeface="Segoe UI Light" panose="020B0502040204020203" pitchFamily="34" charset="0"/>
              <a:cs typeface="Segoe UI Light" panose="020B0502040204020203" pitchFamily="34" charset="0"/>
            </a:endParaRPr>
          </a:p>
          <a:p>
            <a:pPr algn="just"/>
            <a:endParaRPr lang="es-CO" dirty="0">
              <a:latin typeface="Segoe UI Light" panose="020B0502040204020203" pitchFamily="34" charset="0"/>
              <a:cs typeface="Segoe UI Light" panose="020B0502040204020203" pitchFamily="34" charset="0"/>
            </a:endParaRPr>
          </a:p>
          <a:p>
            <a:r>
              <a:rPr lang="es-CO" dirty="0">
                <a:latin typeface="Segoe UI Light" panose="020B0502040204020203" pitchFamily="34" charset="0"/>
                <a:cs typeface="Segoe UI Light" panose="020B0502040204020203" pitchFamily="34" charset="0"/>
              </a:rPr>
              <a:t>Herramientas computacionales requeridas</a:t>
            </a:r>
          </a:p>
          <a:p>
            <a:r>
              <a:rPr lang="es-CO" dirty="0">
                <a:latin typeface="Segoe UI Light" panose="020B0502040204020203" pitchFamily="34" charset="0"/>
                <a:cs typeface="Segoe UI Light" panose="020B0502040204020203" pitchFamily="34" charset="0"/>
              </a:rPr>
              <a:t> </a:t>
            </a: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HEC-RAS versión 5.0.7+. http://www.hec.usace.army.mil/software/hec-ras/</a:t>
            </a:r>
          </a:p>
          <a:p>
            <a:endParaRPr lang="es-ES" sz="1600" dirty="0">
              <a:latin typeface="Segoe UI Light" panose="020B0502040204020203" pitchFamily="34" charset="0"/>
              <a:cs typeface="Segoe UI Light" panose="020B0502040204020203" pitchFamily="34" charset="0"/>
            </a:endParaRPr>
          </a:p>
          <a:p>
            <a:endParaRPr lang="es-ES" sz="1600" dirty="0">
              <a:latin typeface="Segoe UI Light" panose="020B0502040204020203" pitchFamily="34" charset="0"/>
              <a:cs typeface="Segoe UI Light" panose="020B0502040204020203" pitchFamily="34" charset="0"/>
            </a:endParaRPr>
          </a:p>
          <a:p>
            <a:endParaRPr lang="es-ES" sz="1600" dirty="0">
              <a:latin typeface="Segoe UI Light" panose="020B0502040204020203" pitchFamily="34" charset="0"/>
              <a:cs typeface="Segoe UI Light" panose="020B0502040204020203" pitchFamily="34" charset="0"/>
            </a:endParaRPr>
          </a:p>
          <a:p>
            <a:r>
              <a:rPr lang="es-ES" dirty="0">
                <a:latin typeface="Segoe UI Light" panose="020B0502040204020203" pitchFamily="34" charset="0"/>
                <a:cs typeface="Segoe UI Light" panose="020B0502040204020203" pitchFamily="34" charset="0"/>
              </a:rPr>
              <a:t>Insumos requeridos</a:t>
            </a:r>
          </a:p>
          <a:p>
            <a:r>
              <a:rPr lang="es-ES" sz="1600" dirty="0">
                <a:latin typeface="Segoe UI Light" panose="020B0502040204020203" pitchFamily="34" charset="0"/>
                <a:cs typeface="Segoe UI Light" panose="020B0502040204020203" pitchFamily="34" charset="0"/>
              </a:rPr>
              <a:t> </a:t>
            </a:r>
          </a:p>
          <a:p>
            <a:r>
              <a:rPr lang="es-ES" sz="1600" dirty="0">
                <a:latin typeface="Segoe UI Light" panose="020B0502040204020203" pitchFamily="34" charset="0"/>
                <a:cs typeface="Segoe UI Light" panose="020B0502040204020203" pitchFamily="34" charset="0"/>
              </a:rPr>
              <a:t>Archivo GIS2RAS.RASImport.sdf generado desde HEC-GeoRAS. </a:t>
            </a:r>
          </a:p>
          <a:p>
            <a:r>
              <a:rPr lang="es-ES" sz="1200" dirty="0">
                <a:latin typeface="Segoe UI Light" panose="020B0502040204020203" pitchFamily="34" charset="0"/>
                <a:cs typeface="Segoe UI Light" panose="020B0502040204020203" pitchFamily="34" charset="0"/>
              </a:rPr>
              <a:t>Disponible en el repositorio [Datos] del Taller 3 como GIS2RAS.RASImport_20171105.rar</a:t>
            </a:r>
            <a:endParaRPr lang="es-CO" sz="12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0F045EA5-2E2B-4E54-9438-89341C918E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46602" y="3244334"/>
            <a:ext cx="4898795"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Creación de proyecto HEC-RAS</a:t>
            </a:r>
          </a:p>
        </p:txBody>
      </p:sp>
      <p:pic>
        <p:nvPicPr>
          <p:cNvPr id="4" name="Imagen 3">
            <a:extLst>
              <a:ext uri="{FF2B5EF4-FFF2-40B4-BE49-F238E27FC236}">
                <a16:creationId xmlns:a16="http://schemas.microsoft.com/office/drawing/2014/main" id="{19C93A96-A6F3-4F0F-9C8F-5EDB07B375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06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904950"/>
            <a:ext cx="3816424" cy="2554545"/>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En la carpeta de datos del proyecto (…\</a:t>
            </a:r>
            <a:r>
              <a:rPr lang="es-CO" sz="1600" dirty="0" err="1">
                <a:latin typeface="Segoe UI Light" panose="020B0502040204020203" pitchFamily="34" charset="0"/>
                <a:cs typeface="Segoe UI Light" panose="020B0502040204020203" pitchFamily="34" charset="0"/>
              </a:rPr>
              <a:t>Curso_DisenoFluvial</a:t>
            </a:r>
            <a:r>
              <a:rPr lang="es-CO" sz="1600" dirty="0">
                <a:latin typeface="Segoe UI Light" panose="020B0502040204020203" pitchFamily="34" charset="0"/>
                <a:cs typeface="Segoe UI Light" panose="020B0502040204020203" pitchFamily="34" charset="0"/>
              </a:rPr>
              <a:t>\Datos), cree un directorio con el nombre HECRAS_v1.</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Abra HEC-RAS 5.0.7 y cree un proyecto nuevo. Defina el sistema de unidades internacional (SI). </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Guarde el proyecto con el nombre HEC-RAS_v1.prj en la carpeta creada.</a:t>
            </a:r>
          </a:p>
        </p:txBody>
      </p:sp>
      <p:pic>
        <p:nvPicPr>
          <p:cNvPr id="6" name="Imagen 5"/>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906873" y="4869904"/>
            <a:ext cx="2838450" cy="1295400"/>
          </a:xfrm>
          <a:prstGeom prst="rect">
            <a:avLst/>
          </a:prstGeom>
        </p:spPr>
      </p:pic>
      <p:pic>
        <p:nvPicPr>
          <p:cNvPr id="3" name="Imagen 2"/>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283909" y="903347"/>
            <a:ext cx="6084379" cy="1572098"/>
          </a:xfrm>
          <a:prstGeom prst="rect">
            <a:avLst/>
          </a:prstGeom>
        </p:spPr>
      </p:pic>
      <p:pic>
        <p:nvPicPr>
          <p:cNvPr id="4" name="Imagen 3"/>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5294742" y="2709664"/>
            <a:ext cx="6073546" cy="1870755"/>
          </a:xfrm>
          <a:prstGeom prst="rect">
            <a:avLst/>
          </a:prstGeom>
        </p:spPr>
      </p:pic>
      <p:sp>
        <p:nvSpPr>
          <p:cNvPr id="7" name="1 Título">
            <a:extLst>
              <a:ext uri="{FF2B5EF4-FFF2-40B4-BE49-F238E27FC236}">
                <a16:creationId xmlns:a16="http://schemas.microsoft.com/office/drawing/2014/main" id="{728B016D-6E12-4139-993A-8CC74442545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Creación de proyecto HEC-RAS</a:t>
            </a:r>
          </a:p>
        </p:txBody>
      </p:sp>
      <p:pic>
        <p:nvPicPr>
          <p:cNvPr id="10" name="Imagen 9">
            <a:extLst>
              <a:ext uri="{FF2B5EF4-FFF2-40B4-BE49-F238E27FC236}">
                <a16:creationId xmlns:a16="http://schemas.microsoft.com/office/drawing/2014/main" id="{869E3A03-B3C5-42E9-9FCC-068E5734028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745323" y="3875906"/>
            <a:ext cx="360000" cy="360000"/>
          </a:xfrm>
          <a:prstGeom prst="rect">
            <a:avLst/>
          </a:prstGeom>
        </p:spPr>
      </p:pic>
      <p:pic>
        <p:nvPicPr>
          <p:cNvPr id="11" name="Imagen 10">
            <a:extLst>
              <a:ext uri="{FF2B5EF4-FFF2-40B4-BE49-F238E27FC236}">
                <a16:creationId xmlns:a16="http://schemas.microsoft.com/office/drawing/2014/main" id="{D5AAA1C9-8F8F-4FEE-9695-BC50881BD65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832304" y="5534784"/>
            <a:ext cx="360000" cy="360000"/>
          </a:xfrm>
          <a:prstGeom prst="rect">
            <a:avLst/>
          </a:prstGeom>
        </p:spPr>
      </p:pic>
      <p:pic>
        <p:nvPicPr>
          <p:cNvPr id="12" name="Imagen 11">
            <a:extLst>
              <a:ext uri="{FF2B5EF4-FFF2-40B4-BE49-F238E27FC236}">
                <a16:creationId xmlns:a16="http://schemas.microsoft.com/office/drawing/2014/main" id="{F53CC7D2-1E3E-4A40-ADA2-16AC552B3FA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192530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04564" y="3244334"/>
            <a:ext cx="5582871"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2: Importación de geometría en HEC-RAS</a:t>
            </a:r>
          </a:p>
        </p:txBody>
      </p:sp>
      <p:pic>
        <p:nvPicPr>
          <p:cNvPr id="6" name="Imagen 5">
            <a:extLst>
              <a:ext uri="{FF2B5EF4-FFF2-40B4-BE49-F238E27FC236}">
                <a16:creationId xmlns:a16="http://schemas.microsoft.com/office/drawing/2014/main" id="{F8E736B2-4B56-4906-B3EB-C0CDFFD545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86656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11424" y="548680"/>
            <a:ext cx="4087120" cy="3046988"/>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Desde el menú </a:t>
            </a:r>
            <a:r>
              <a:rPr lang="es-CO" sz="1600" i="1" dirty="0" err="1">
                <a:latin typeface="Segoe UI Light" panose="020B0502040204020203" pitchFamily="34" charset="0"/>
                <a:cs typeface="Segoe UI Light" panose="020B0502040204020203" pitchFamily="34" charset="0"/>
              </a:rPr>
              <a:t>Edit</a:t>
            </a:r>
            <a:r>
              <a:rPr lang="es-CO" sz="1600" i="1" dirty="0">
                <a:latin typeface="Segoe UI Light" panose="020B0502040204020203" pitchFamily="34" charset="0"/>
                <a:cs typeface="Segoe UI Light" panose="020B0502040204020203" pitchFamily="34" charset="0"/>
              </a:rPr>
              <a:t> o desde </a:t>
            </a:r>
            <a:r>
              <a:rPr lang="es-CO" sz="1600" dirty="0">
                <a:latin typeface="Segoe UI Light" panose="020B0502040204020203" pitchFamily="34" charset="0"/>
                <a:cs typeface="Segoe UI Light" panose="020B0502040204020203" pitchFamily="34" charset="0"/>
              </a:rPr>
              <a:t>la barra de herramientas abra el editor de geometría </a:t>
            </a:r>
            <a:r>
              <a:rPr lang="es-CO" sz="1600" i="1" dirty="0" err="1">
                <a:latin typeface="Segoe UI Light" panose="020B0502040204020203" pitchFamily="34" charset="0"/>
                <a:cs typeface="Segoe UI Light" panose="020B0502040204020203" pitchFamily="34" charset="0"/>
              </a:rPr>
              <a:t>Geometry</a:t>
            </a:r>
            <a:r>
              <a:rPr lang="es-CO" sz="1600" i="1" dirty="0">
                <a:latin typeface="Segoe UI Light" panose="020B0502040204020203" pitchFamily="34" charset="0"/>
                <a:cs typeface="Segoe UI Light" panose="020B0502040204020203" pitchFamily="34" charset="0"/>
              </a:rPr>
              <a:t> Data</a:t>
            </a:r>
            <a:r>
              <a:rPr lang="es-CO" sz="1600" dirty="0">
                <a:latin typeface="Segoe UI Light" panose="020B0502040204020203" pitchFamily="34" charset="0"/>
                <a:cs typeface="Segoe UI Light" panose="020B0502040204020203" pitchFamily="34" charset="0"/>
              </a:rPr>
              <a:t>.</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Desde el editor de geometría – </a:t>
            </a:r>
            <a:r>
              <a:rPr lang="es-CO" sz="1600" i="1" dirty="0">
                <a:latin typeface="Segoe UI Light" panose="020B0502040204020203" pitchFamily="34" charset="0"/>
                <a:cs typeface="Segoe UI Light" panose="020B0502040204020203" pitchFamily="34" charset="0"/>
              </a:rPr>
              <a:t>File</a:t>
            </a:r>
            <a:r>
              <a:rPr lang="es-CO" sz="1600" dirty="0">
                <a:latin typeface="Segoe UI Light" panose="020B0502040204020203" pitchFamily="34" charset="0"/>
                <a:cs typeface="Segoe UI Light" panose="020B0502040204020203" pitchFamily="34" charset="0"/>
              </a:rPr>
              <a:t> – </a:t>
            </a:r>
            <a:r>
              <a:rPr lang="es-CO" sz="1600" i="1" dirty="0" err="1">
                <a:latin typeface="Segoe UI Light" panose="020B0502040204020203" pitchFamily="34" charset="0"/>
                <a:cs typeface="Segoe UI Light" panose="020B0502040204020203" pitchFamily="34" charset="0"/>
              </a:rPr>
              <a:t>Import</a:t>
            </a:r>
            <a:r>
              <a:rPr lang="es-CO" sz="1600" i="1" dirty="0">
                <a:latin typeface="Segoe UI Light" panose="020B0502040204020203" pitchFamily="34" charset="0"/>
                <a:cs typeface="Segoe UI Light" panose="020B0502040204020203" pitchFamily="34" charset="0"/>
              </a:rPr>
              <a:t> </a:t>
            </a:r>
            <a:r>
              <a:rPr lang="es-CO" sz="1600" i="1" dirty="0" err="1">
                <a:latin typeface="Segoe UI Light" panose="020B0502040204020203" pitchFamily="34" charset="0"/>
                <a:cs typeface="Segoe UI Light" panose="020B0502040204020203" pitchFamily="34" charset="0"/>
              </a:rPr>
              <a:t>Geometry</a:t>
            </a:r>
            <a:r>
              <a:rPr lang="es-CO" sz="1600" i="1" dirty="0">
                <a:latin typeface="Segoe UI Light" panose="020B0502040204020203" pitchFamily="34" charset="0"/>
                <a:cs typeface="Segoe UI Light" panose="020B0502040204020203" pitchFamily="34" charset="0"/>
              </a:rPr>
              <a:t> Data</a:t>
            </a:r>
            <a:r>
              <a:rPr lang="es-CO" sz="1600" dirty="0">
                <a:latin typeface="Segoe UI Light" panose="020B0502040204020203" pitchFamily="34" charset="0"/>
                <a:cs typeface="Segoe UI Light" panose="020B0502040204020203" pitchFamily="34" charset="0"/>
              </a:rPr>
              <a:t> – </a:t>
            </a:r>
            <a:r>
              <a:rPr lang="es-CO" sz="1600" i="1" dirty="0">
                <a:latin typeface="Segoe UI Light" panose="020B0502040204020203" pitchFamily="34" charset="0"/>
                <a:cs typeface="Segoe UI Light" panose="020B0502040204020203" pitchFamily="34" charset="0"/>
              </a:rPr>
              <a:t>GIS </a:t>
            </a:r>
            <a:r>
              <a:rPr lang="es-CO" sz="1600" i="1" dirty="0" err="1">
                <a:latin typeface="Segoe UI Light" panose="020B0502040204020203" pitchFamily="34" charset="0"/>
                <a:cs typeface="Segoe UI Light" panose="020B0502040204020203" pitchFamily="34" charset="0"/>
              </a:rPr>
              <a:t>Format</a:t>
            </a:r>
            <a:r>
              <a:rPr lang="es-CO" sz="1600" dirty="0">
                <a:latin typeface="Segoe UI Light" panose="020B0502040204020203" pitchFamily="34" charset="0"/>
                <a:cs typeface="Segoe UI Light" panose="020B0502040204020203" pitchFamily="34" charset="0"/>
              </a:rPr>
              <a:t>, importa la geometría exportada desde HEC-</a:t>
            </a:r>
            <a:r>
              <a:rPr lang="es-CO" sz="1600" dirty="0" err="1">
                <a:latin typeface="Segoe UI Light" panose="020B0502040204020203" pitchFamily="34" charset="0"/>
                <a:cs typeface="Segoe UI Light" panose="020B0502040204020203" pitchFamily="34" charset="0"/>
              </a:rPr>
              <a:t>GeoRAS</a:t>
            </a:r>
            <a:r>
              <a:rPr lang="es-CO" sz="1600" dirty="0">
                <a:latin typeface="Segoe UI Light" panose="020B0502040204020203" pitchFamily="34" charset="0"/>
                <a:cs typeface="Segoe UI Light" panose="020B0502040204020203" pitchFamily="34" charset="0"/>
              </a:rPr>
              <a:t>.</a:t>
            </a:r>
          </a:p>
          <a:p>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Importe los datos en el sistema de unidades internacional SI (</a:t>
            </a:r>
            <a:r>
              <a:rPr lang="es-CO" sz="1600" dirty="0" err="1">
                <a:latin typeface="Segoe UI Light" panose="020B0502040204020203" pitchFamily="34" charset="0"/>
                <a:cs typeface="Segoe UI Light" panose="020B0502040204020203" pitchFamily="34" charset="0"/>
              </a:rPr>
              <a:t>metric</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units</a:t>
            </a:r>
            <a:r>
              <a:rPr lang="es-CO" sz="1600" dirty="0">
                <a:latin typeface="Segoe UI Light" panose="020B0502040204020203" pitchFamily="34" charset="0"/>
                <a:cs typeface="Segoe UI Light" panose="020B0502040204020203" pitchFamily="34" charset="0"/>
              </a:rPr>
              <a:t> y seleccione todos los tramos o ríos y todas las secciones transversales.</a:t>
            </a:r>
          </a:p>
        </p:txBody>
      </p:sp>
      <p:pic>
        <p:nvPicPr>
          <p:cNvPr id="3" name="Imagen 2"/>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r="55311"/>
          <a:stretch/>
        </p:blipFill>
        <p:spPr>
          <a:xfrm>
            <a:off x="6942800" y="692696"/>
            <a:ext cx="3202945" cy="1827102"/>
          </a:xfrm>
          <a:prstGeom prst="rect">
            <a:avLst/>
          </a:prstGeom>
          <a:ln w="3175">
            <a:solidFill>
              <a:schemeClr val="tx1"/>
            </a:solidFill>
          </a:ln>
        </p:spPr>
      </p:pic>
      <p:pic>
        <p:nvPicPr>
          <p:cNvPr id="9" name="Imagen 8"/>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951984" y="2776559"/>
            <a:ext cx="5184576" cy="3769831"/>
          </a:xfrm>
          <a:prstGeom prst="rect">
            <a:avLst/>
          </a:prstGeom>
        </p:spPr>
      </p:pic>
      <p:sp>
        <p:nvSpPr>
          <p:cNvPr id="10" name="1 Título">
            <a:extLst>
              <a:ext uri="{FF2B5EF4-FFF2-40B4-BE49-F238E27FC236}">
                <a16:creationId xmlns:a16="http://schemas.microsoft.com/office/drawing/2014/main" id="{1E0176E9-1FBF-4877-9B79-803F54E26C7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Importación de geometría en HEC-RAS</a:t>
            </a:r>
          </a:p>
        </p:txBody>
      </p:sp>
      <p:pic>
        <p:nvPicPr>
          <p:cNvPr id="11" name="Imagen 10">
            <a:extLst>
              <a:ext uri="{FF2B5EF4-FFF2-40B4-BE49-F238E27FC236}">
                <a16:creationId xmlns:a16="http://schemas.microsoft.com/office/drawing/2014/main" id="{FDFBED1D-FC7D-4E8C-9279-BD4B85CA64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64735" y="1237094"/>
            <a:ext cx="360000" cy="360000"/>
          </a:xfrm>
          <a:prstGeom prst="rect">
            <a:avLst/>
          </a:prstGeom>
        </p:spPr>
      </p:pic>
      <p:pic>
        <p:nvPicPr>
          <p:cNvPr id="12" name="Imagen 11">
            <a:extLst>
              <a:ext uri="{FF2B5EF4-FFF2-40B4-BE49-F238E27FC236}">
                <a16:creationId xmlns:a16="http://schemas.microsoft.com/office/drawing/2014/main" id="{E18667D4-1DE6-4832-A5A5-FAD2A897CC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20336" y="5373216"/>
            <a:ext cx="360000" cy="360000"/>
          </a:xfrm>
          <a:prstGeom prst="rect">
            <a:avLst/>
          </a:prstGeom>
        </p:spPr>
      </p:pic>
      <p:pic>
        <p:nvPicPr>
          <p:cNvPr id="14" name="Imagen 13">
            <a:extLst>
              <a:ext uri="{FF2B5EF4-FFF2-40B4-BE49-F238E27FC236}">
                <a16:creationId xmlns:a16="http://schemas.microsoft.com/office/drawing/2014/main" id="{AE10139B-3459-4628-B1E9-5ED34DB6E5A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25222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b="14594"/>
          <a:stretch/>
        </p:blipFill>
        <p:spPr>
          <a:xfrm>
            <a:off x="2567608" y="620688"/>
            <a:ext cx="7056784" cy="1615814"/>
          </a:xfrm>
          <a:prstGeom prst="rect">
            <a:avLst/>
          </a:prstGeom>
        </p:spPr>
      </p:pic>
      <p:pic>
        <p:nvPicPr>
          <p:cNvPr id="7" name="Imagen 6"/>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3318721" y="2420888"/>
            <a:ext cx="5554558" cy="4244725"/>
          </a:xfrm>
          <a:prstGeom prst="rect">
            <a:avLst/>
          </a:prstGeom>
        </p:spPr>
      </p:pic>
      <p:pic>
        <p:nvPicPr>
          <p:cNvPr id="8" name="Imagen 7">
            <a:extLst>
              <a:ext uri="{FF2B5EF4-FFF2-40B4-BE49-F238E27FC236}">
                <a16:creationId xmlns:a16="http://schemas.microsoft.com/office/drawing/2014/main" id="{7E6C807F-E33A-4034-BB6F-E1579C78D67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19736" y="2924944"/>
            <a:ext cx="360000" cy="360000"/>
          </a:xfrm>
          <a:prstGeom prst="rect">
            <a:avLst/>
          </a:prstGeom>
        </p:spPr>
      </p:pic>
      <p:pic>
        <p:nvPicPr>
          <p:cNvPr id="9" name="Imagen 8">
            <a:extLst>
              <a:ext uri="{FF2B5EF4-FFF2-40B4-BE49-F238E27FC236}">
                <a16:creationId xmlns:a16="http://schemas.microsoft.com/office/drawing/2014/main" id="{AD838774-0C47-455A-A78D-57E9C00BC7C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87888" y="2924944"/>
            <a:ext cx="360000" cy="360000"/>
          </a:xfrm>
          <a:prstGeom prst="rect">
            <a:avLst/>
          </a:prstGeom>
        </p:spPr>
      </p:pic>
      <p:pic>
        <p:nvPicPr>
          <p:cNvPr id="12" name="Imagen 11">
            <a:extLst>
              <a:ext uri="{FF2B5EF4-FFF2-40B4-BE49-F238E27FC236}">
                <a16:creationId xmlns:a16="http://schemas.microsoft.com/office/drawing/2014/main" id="{7FFD1306-6C8C-467F-87E1-AFD596C619F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896EA937-D836-4188-A745-51790498CE6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Importación de geometría en HEC-RAS</a:t>
            </a:r>
          </a:p>
        </p:txBody>
      </p:sp>
    </p:spTree>
    <p:extLst>
      <p:ext uri="{BB962C8B-B14F-4D97-AF65-F5344CB8AC3E}">
        <p14:creationId xmlns:p14="http://schemas.microsoft.com/office/powerpoint/2010/main" val="337131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52637" y="3244334"/>
            <a:ext cx="4286726"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3: Perfiles y secciones</a:t>
            </a:r>
          </a:p>
        </p:txBody>
      </p:sp>
      <p:pic>
        <p:nvPicPr>
          <p:cNvPr id="4" name="Imagen 3">
            <a:extLst>
              <a:ext uri="{FF2B5EF4-FFF2-40B4-BE49-F238E27FC236}">
                <a16:creationId xmlns:a16="http://schemas.microsoft.com/office/drawing/2014/main" id="{1778343F-4C35-4EA8-BE28-B7325258F6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695170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83432" y="685554"/>
            <a:ext cx="3960440" cy="3046988"/>
          </a:xfrm>
          <a:prstGeom prst="rect">
            <a:avLst/>
          </a:prstGeom>
          <a:noFill/>
        </p:spPr>
        <p:txBody>
          <a:bodyPr wrap="square" rtlCol="0">
            <a:spAutoFit/>
          </a:bodyPr>
          <a:lstStyle/>
          <a:p>
            <a:r>
              <a:rPr lang="es-CO" sz="1600">
                <a:latin typeface="Segoe UI Light" panose="020B0502040204020203" pitchFamily="34" charset="0"/>
                <a:cs typeface="Segoe UI Light" panose="020B0502040204020203" pitchFamily="34" charset="0"/>
              </a:rPr>
              <a:t>Consulte y analice:</a:t>
            </a:r>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Perfil de cada tramo</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Perfil de cada río</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Secciones transversales</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Distancia entre bancas y ejes</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Posición de bancas en las secciones</a:t>
            </a:r>
          </a:p>
        </p:txBody>
      </p:sp>
      <p:pic>
        <p:nvPicPr>
          <p:cNvPr id="2" name="Imagen 1"/>
          <p:cNvPicPr>
            <a:picLocks noChangeAspect="1"/>
          </p:cNvPicPr>
          <p:nvPr/>
        </p:nvPicPr>
        <p:blipFill>
          <a:blip r:embed="rId2"/>
          <a:stretch>
            <a:fillRect/>
          </a:stretch>
        </p:blipFill>
        <p:spPr>
          <a:xfrm>
            <a:off x="5303912" y="620688"/>
            <a:ext cx="5580112" cy="5986995"/>
          </a:xfrm>
          <a:prstGeom prst="rect">
            <a:avLst/>
          </a:prstGeom>
        </p:spPr>
      </p:pic>
      <p:sp>
        <p:nvSpPr>
          <p:cNvPr id="7" name="1 Título">
            <a:extLst>
              <a:ext uri="{FF2B5EF4-FFF2-40B4-BE49-F238E27FC236}">
                <a16:creationId xmlns:a16="http://schemas.microsoft.com/office/drawing/2014/main" id="{B239B0F0-148E-4EDB-B5DC-ECCFC503BB4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Perfiles y secciones</a:t>
            </a:r>
          </a:p>
        </p:txBody>
      </p:sp>
      <p:pic>
        <p:nvPicPr>
          <p:cNvPr id="9" name="Imagen 8">
            <a:extLst>
              <a:ext uri="{FF2B5EF4-FFF2-40B4-BE49-F238E27FC236}">
                <a16:creationId xmlns:a16="http://schemas.microsoft.com/office/drawing/2014/main" id="{828BF321-9341-4302-8C1C-92D98988B7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819042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623613"/>
            <a:ext cx="4320480" cy="261610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Perfil del cauce natural</a:t>
            </a:r>
          </a:p>
          <a:p>
            <a:pPr algn="ctr"/>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Seleccione el tramo a visualizar y la opción </a:t>
            </a:r>
            <a:r>
              <a:rPr lang="es-CO" sz="1600" i="1" dirty="0" err="1">
                <a:latin typeface="Segoe UI Light" panose="020B0502040204020203" pitchFamily="34" charset="0"/>
                <a:cs typeface="Segoe UI Light" panose="020B0502040204020203" pitchFamily="34" charset="0"/>
              </a:rPr>
              <a:t>Profile</a:t>
            </a:r>
            <a:r>
              <a:rPr lang="es-CO" sz="1600" i="1" dirty="0">
                <a:latin typeface="Segoe UI Light" panose="020B0502040204020203" pitchFamily="34" charset="0"/>
                <a:cs typeface="Segoe UI Light" panose="020B0502040204020203" pitchFamily="34" charset="0"/>
              </a:rPr>
              <a:t> </a:t>
            </a:r>
            <a:r>
              <a:rPr lang="es-CO" sz="1600" i="1" dirty="0" err="1">
                <a:latin typeface="Segoe UI Light" panose="020B0502040204020203" pitchFamily="34" charset="0"/>
                <a:cs typeface="Segoe UI Light" panose="020B0502040204020203" pitchFamily="34" charset="0"/>
              </a:rPr>
              <a:t>Plot</a:t>
            </a:r>
            <a:r>
              <a:rPr lang="es-CO" sz="1600" dirty="0">
                <a:latin typeface="Segoe UI Light" panose="020B0502040204020203" pitchFamily="34" charset="0"/>
                <a:cs typeface="Segoe UI Light" panose="020B0502040204020203" pitchFamily="34" charset="0"/>
              </a:rPr>
              <a:t>...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Este perfil corresponderá al </a:t>
            </a:r>
            <a:r>
              <a:rPr lang="es-CO" sz="1600" dirty="0" err="1">
                <a:latin typeface="Segoe UI Light" panose="020B0502040204020203" pitchFamily="34" charset="0"/>
                <a:cs typeface="Segoe UI Light" panose="020B0502040204020203" pitchFamily="34" charset="0"/>
              </a:rPr>
              <a:t>Thalweg</a:t>
            </a:r>
            <a:r>
              <a:rPr lang="es-CO" sz="1600" dirty="0">
                <a:latin typeface="Segoe UI Light" panose="020B0502040204020203" pitchFamily="34" charset="0"/>
                <a:cs typeface="Segoe UI Light" panose="020B0502040204020203" pitchFamily="34" charset="0"/>
              </a:rPr>
              <a:t> del Río natural y no al punto de intersección de la sección transversal con el eje del río. (Corresponde al punto mas bajo de la sección entre las bancas).</a:t>
            </a:r>
          </a:p>
        </p:txBody>
      </p:sp>
      <p:pic>
        <p:nvPicPr>
          <p:cNvPr id="2" name="Imagen 1"/>
          <p:cNvPicPr>
            <a:picLocks noChangeAspect="1"/>
          </p:cNvPicPr>
          <p:nvPr/>
        </p:nvPicPr>
        <p:blipFill>
          <a:blip r:embed="rId2"/>
          <a:stretch>
            <a:fillRect/>
          </a:stretch>
        </p:blipFill>
        <p:spPr>
          <a:xfrm>
            <a:off x="5844096" y="625529"/>
            <a:ext cx="5580496" cy="5987407"/>
          </a:xfrm>
          <a:prstGeom prst="rect">
            <a:avLst/>
          </a:prstGeom>
        </p:spPr>
      </p:pic>
      <p:pic>
        <p:nvPicPr>
          <p:cNvPr id="3" name="Imagen 2"/>
          <p:cNvPicPr>
            <a:picLocks noChangeAspect="1"/>
          </p:cNvPicPr>
          <p:nvPr/>
        </p:nvPicPr>
        <p:blipFill>
          <a:blip r:embed="rId3"/>
          <a:stretch>
            <a:fillRect/>
          </a:stretch>
        </p:blipFill>
        <p:spPr>
          <a:xfrm>
            <a:off x="983432" y="3239714"/>
            <a:ext cx="3888432" cy="3471236"/>
          </a:xfrm>
          <a:prstGeom prst="rect">
            <a:avLst/>
          </a:prstGeom>
        </p:spPr>
      </p:pic>
      <p:pic>
        <p:nvPicPr>
          <p:cNvPr id="9" name="Imagen 8">
            <a:extLst>
              <a:ext uri="{FF2B5EF4-FFF2-40B4-BE49-F238E27FC236}">
                <a16:creationId xmlns:a16="http://schemas.microsoft.com/office/drawing/2014/main" id="{E866C88A-1FDC-4A56-83B9-32923F2C8CE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25CF73CA-D444-45F9-9EB7-74F7B6CABF1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Perfiles y secciones</a:t>
            </a:r>
          </a:p>
        </p:txBody>
      </p:sp>
    </p:spTree>
    <p:extLst>
      <p:ext uri="{BB962C8B-B14F-4D97-AF65-F5344CB8AC3E}">
        <p14:creationId xmlns:p14="http://schemas.microsoft.com/office/powerpoint/2010/main" val="4134453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stretch>
            <a:fillRect/>
          </a:stretch>
        </p:blipFill>
        <p:spPr>
          <a:xfrm>
            <a:off x="5807968" y="548680"/>
            <a:ext cx="5570483" cy="5976664"/>
          </a:xfrm>
          <a:prstGeom prst="rect">
            <a:avLst/>
          </a:prstGeom>
        </p:spPr>
      </p:pic>
      <p:sp>
        <p:nvSpPr>
          <p:cNvPr id="8" name="7 CuadroTexto"/>
          <p:cNvSpPr txBox="1"/>
          <p:nvPr/>
        </p:nvSpPr>
        <p:spPr>
          <a:xfrm>
            <a:off x="623392" y="620688"/>
            <a:ext cx="4477334" cy="406265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Sección transversal de inicio</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Seleccione la sección de inicio de canal artificial a diseñar, de clic en la opción </a:t>
            </a:r>
            <a:r>
              <a:rPr lang="es-CO" sz="1600" i="1" dirty="0" err="1">
                <a:latin typeface="Segoe UI Light" panose="020B0502040204020203" pitchFamily="34" charset="0"/>
                <a:cs typeface="Segoe UI Light" panose="020B0502040204020203" pitchFamily="34" charset="0"/>
              </a:rPr>
              <a:t>Edit</a:t>
            </a:r>
            <a:r>
              <a:rPr lang="es-CO" sz="1600" i="1" dirty="0">
                <a:latin typeface="Segoe UI Light" panose="020B0502040204020203" pitchFamily="34" charset="0"/>
                <a:cs typeface="Segoe UI Light" panose="020B0502040204020203" pitchFamily="34" charset="0"/>
              </a:rPr>
              <a:t> Cross </a:t>
            </a:r>
            <a:r>
              <a:rPr lang="es-CO" sz="1600" i="1" dirty="0" err="1">
                <a:latin typeface="Segoe UI Light" panose="020B0502040204020203" pitchFamily="34" charset="0"/>
                <a:cs typeface="Segoe UI Light" panose="020B0502040204020203" pitchFamily="34" charset="0"/>
              </a:rPr>
              <a:t>Section</a:t>
            </a:r>
            <a:r>
              <a:rPr lang="es-CO" sz="1600" dirty="0">
                <a:latin typeface="Segoe UI Light" panose="020B0502040204020203" pitchFamily="34" charset="0"/>
                <a:cs typeface="Segoe UI Light" panose="020B0502040204020203" pitchFamily="34" charset="0"/>
              </a:rPr>
              <a:t>.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Observará que la localización de las bancas (nodos rojos) no corresponde necesariamente con el límite de la zona de tránsito del caudal dominante. (posteriormente se modificará la localización de las bancas y se ingresarán diques laterales para la contención interna del flujo).</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Verifique que los valores de LOB , ROB, </a:t>
            </a:r>
            <a:r>
              <a:rPr lang="es-CO" sz="1600" dirty="0" err="1">
                <a:latin typeface="Segoe UI Light" panose="020B0502040204020203" pitchFamily="34" charset="0"/>
                <a:cs typeface="Segoe UI Light" panose="020B0502040204020203" pitchFamily="34" charset="0"/>
              </a:rPr>
              <a:t>Channel</a:t>
            </a:r>
            <a:r>
              <a:rPr lang="es-CO" sz="1600" dirty="0">
                <a:latin typeface="Segoe UI Light" panose="020B0502040204020203" pitchFamily="34" charset="0"/>
                <a:cs typeface="Segoe UI Light" panose="020B0502040204020203" pitchFamily="34" charset="0"/>
              </a:rPr>
              <a:t> sean positivos. Estos valores corresponden a la distancia entre los puntos del eje, las bancas izquierda y derecha.</a:t>
            </a:r>
          </a:p>
        </p:txBody>
      </p:sp>
      <p:pic>
        <p:nvPicPr>
          <p:cNvPr id="4" name="Imagen 3"/>
          <p:cNvPicPr>
            <a:picLocks noChangeAspect="1"/>
          </p:cNvPicPr>
          <p:nvPr/>
        </p:nvPicPr>
        <p:blipFill>
          <a:blip r:embed="rId3"/>
          <a:stretch>
            <a:fillRect/>
          </a:stretch>
        </p:blipFill>
        <p:spPr>
          <a:xfrm>
            <a:off x="6086370" y="3284985"/>
            <a:ext cx="2880320" cy="3090343"/>
          </a:xfrm>
          <a:prstGeom prst="rect">
            <a:avLst/>
          </a:prstGeom>
        </p:spPr>
      </p:pic>
      <p:pic>
        <p:nvPicPr>
          <p:cNvPr id="7" name="Imagen 6">
            <a:extLst>
              <a:ext uri="{FF2B5EF4-FFF2-40B4-BE49-F238E27FC236}">
                <a16:creationId xmlns:a16="http://schemas.microsoft.com/office/drawing/2014/main" id="{412160DA-9C89-48CD-93A5-0C0EF05790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41576E1C-C64D-4770-AD77-A1D9A1597BF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Perfiles y secciones</a:t>
            </a:r>
          </a:p>
        </p:txBody>
      </p:sp>
    </p:spTree>
    <p:extLst>
      <p:ext uri="{BB962C8B-B14F-4D97-AF65-F5344CB8AC3E}">
        <p14:creationId xmlns:p14="http://schemas.microsoft.com/office/powerpoint/2010/main" val="870933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574965"/>
            <a:ext cx="4282811" cy="1384995"/>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Sección transversal de entrega</a:t>
            </a:r>
          </a:p>
          <a:p>
            <a:pPr algn="ctr"/>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Seleccione la sección de entrega de canal artificial a diseñar, de clic en la opción </a:t>
            </a:r>
            <a:r>
              <a:rPr lang="es-CO" sz="1600" i="1" dirty="0" err="1">
                <a:latin typeface="Segoe UI Light" panose="020B0502040204020203" pitchFamily="34" charset="0"/>
                <a:cs typeface="Segoe UI Light" panose="020B0502040204020203" pitchFamily="34" charset="0"/>
              </a:rPr>
              <a:t>Edit</a:t>
            </a:r>
            <a:r>
              <a:rPr lang="es-CO" sz="1600" i="1" dirty="0">
                <a:latin typeface="Segoe UI Light" panose="020B0502040204020203" pitchFamily="34" charset="0"/>
                <a:cs typeface="Segoe UI Light" panose="020B0502040204020203" pitchFamily="34" charset="0"/>
              </a:rPr>
              <a:t> Cross </a:t>
            </a:r>
            <a:r>
              <a:rPr lang="es-CO" sz="1600" i="1" dirty="0" err="1">
                <a:latin typeface="Segoe UI Light" panose="020B0502040204020203" pitchFamily="34" charset="0"/>
                <a:cs typeface="Segoe UI Light" panose="020B0502040204020203" pitchFamily="34" charset="0"/>
              </a:rPr>
              <a:t>Section</a:t>
            </a:r>
            <a:r>
              <a:rPr lang="es-CO" sz="1600" dirty="0">
                <a:latin typeface="Segoe UI Light" panose="020B0502040204020203" pitchFamily="34" charset="0"/>
                <a:cs typeface="Segoe UI Light" panose="020B0502040204020203" pitchFamily="34" charset="0"/>
              </a:rPr>
              <a:t>. </a:t>
            </a:r>
          </a:p>
        </p:txBody>
      </p:sp>
      <p:pic>
        <p:nvPicPr>
          <p:cNvPr id="2" name="Imagen 1"/>
          <p:cNvPicPr>
            <a:picLocks noChangeAspect="1"/>
          </p:cNvPicPr>
          <p:nvPr/>
        </p:nvPicPr>
        <p:blipFill>
          <a:blip r:embed="rId2"/>
          <a:stretch>
            <a:fillRect/>
          </a:stretch>
        </p:blipFill>
        <p:spPr>
          <a:xfrm>
            <a:off x="5735960" y="574965"/>
            <a:ext cx="5580496" cy="5987408"/>
          </a:xfrm>
          <a:prstGeom prst="rect">
            <a:avLst/>
          </a:prstGeom>
        </p:spPr>
      </p:pic>
      <p:pic>
        <p:nvPicPr>
          <p:cNvPr id="5" name="Imagen 4"/>
          <p:cNvPicPr>
            <a:picLocks noChangeAspect="1"/>
          </p:cNvPicPr>
          <p:nvPr/>
        </p:nvPicPr>
        <p:blipFill>
          <a:blip r:embed="rId3"/>
          <a:stretch>
            <a:fillRect/>
          </a:stretch>
        </p:blipFill>
        <p:spPr>
          <a:xfrm>
            <a:off x="875544" y="2132855"/>
            <a:ext cx="3994779" cy="4286067"/>
          </a:xfrm>
          <a:prstGeom prst="rect">
            <a:avLst/>
          </a:prstGeom>
        </p:spPr>
      </p:pic>
      <p:pic>
        <p:nvPicPr>
          <p:cNvPr id="9" name="Imagen 8">
            <a:extLst>
              <a:ext uri="{FF2B5EF4-FFF2-40B4-BE49-F238E27FC236}">
                <a16:creationId xmlns:a16="http://schemas.microsoft.com/office/drawing/2014/main" id="{C96526DA-7ED2-4599-A6B2-5614AC7318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D79AD987-22BB-40F0-8371-C283F29C8DE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3: Perfiles y secciones</a:t>
            </a:r>
          </a:p>
        </p:txBody>
      </p:sp>
    </p:spTree>
    <p:extLst>
      <p:ext uri="{BB962C8B-B14F-4D97-AF65-F5344CB8AC3E}">
        <p14:creationId xmlns:p14="http://schemas.microsoft.com/office/powerpoint/2010/main" val="1799562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92170" y="3244334"/>
            <a:ext cx="4807659"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4: Depuración del modelo</a:t>
            </a:r>
          </a:p>
        </p:txBody>
      </p:sp>
      <p:pic>
        <p:nvPicPr>
          <p:cNvPr id="4" name="Imagen 3">
            <a:extLst>
              <a:ext uri="{FF2B5EF4-FFF2-40B4-BE49-F238E27FC236}">
                <a16:creationId xmlns:a16="http://schemas.microsoft.com/office/drawing/2014/main" id="{00917433-F8EF-421E-A21D-2B55F72A8B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15522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711624" y="1340768"/>
            <a:ext cx="6768752" cy="1107996"/>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Guardar proyecto HEC-RAS</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Cierre el editor de geometría y en la ventana principal de HEC-RAS de clic en guardar (</a:t>
            </a:r>
            <a:r>
              <a:rPr lang="es-CO" sz="1600" dirty="0" err="1">
                <a:latin typeface="Segoe UI Light" panose="020B0502040204020203" pitchFamily="34" charset="0"/>
                <a:cs typeface="Segoe UI Light" panose="020B0502040204020203" pitchFamily="34" charset="0"/>
              </a:rPr>
              <a:t>save</a:t>
            </a:r>
            <a:r>
              <a:rPr lang="es-CO" sz="1600" dirty="0">
                <a:latin typeface="Segoe UI Light" panose="020B0502040204020203" pitchFamily="34" charset="0"/>
                <a:cs typeface="Segoe UI Light" panose="020B0502040204020203" pitchFamily="34" charset="0"/>
              </a:rPr>
              <a:t>). Guarde la geometría creada con el nombre HEC-RAS_V1.g01.</a:t>
            </a:r>
          </a:p>
        </p:txBody>
      </p:sp>
      <p:pic>
        <p:nvPicPr>
          <p:cNvPr id="3" name="Imagen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168346" y="2852936"/>
            <a:ext cx="7855308" cy="2419567"/>
          </a:xfrm>
          <a:prstGeom prst="rect">
            <a:avLst/>
          </a:prstGeom>
        </p:spPr>
      </p:pic>
      <p:sp>
        <p:nvSpPr>
          <p:cNvPr id="5" name="1 Título">
            <a:extLst>
              <a:ext uri="{FF2B5EF4-FFF2-40B4-BE49-F238E27FC236}">
                <a16:creationId xmlns:a16="http://schemas.microsoft.com/office/drawing/2014/main" id="{5C203FA4-4BC0-4ACD-8432-01B9E11ADAD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Depuración del modelo</a:t>
            </a:r>
          </a:p>
        </p:txBody>
      </p:sp>
      <p:pic>
        <p:nvPicPr>
          <p:cNvPr id="7" name="Imagen 6">
            <a:extLst>
              <a:ext uri="{FF2B5EF4-FFF2-40B4-BE49-F238E27FC236}">
                <a16:creationId xmlns:a16="http://schemas.microsoft.com/office/drawing/2014/main" id="{9B6BE1A0-CB9E-4CEC-B375-C5500D6C79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68208" y="4365104"/>
            <a:ext cx="360000" cy="360000"/>
          </a:xfrm>
          <a:prstGeom prst="rect">
            <a:avLst/>
          </a:prstGeom>
        </p:spPr>
      </p:pic>
      <p:pic>
        <p:nvPicPr>
          <p:cNvPr id="9" name="Imagen 8">
            <a:extLst>
              <a:ext uri="{FF2B5EF4-FFF2-40B4-BE49-F238E27FC236}">
                <a16:creationId xmlns:a16="http://schemas.microsoft.com/office/drawing/2014/main" id="{5ED1C96D-F248-48D3-8F8B-9C676F7F6C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037498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055440" y="718658"/>
            <a:ext cx="5040560" cy="2400657"/>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Limpiar puntos cercanos </a:t>
            </a:r>
          </a:p>
          <a:p>
            <a:pPr algn="ctr"/>
            <a:r>
              <a:rPr lang="es-CO" dirty="0">
                <a:latin typeface="Segoe UI Light" panose="020B0502040204020203" pitchFamily="34" charset="0"/>
                <a:cs typeface="Segoe UI Light" panose="020B0502040204020203" pitchFamily="34" charset="0"/>
              </a:rPr>
              <a:t>en secciones transversales</a:t>
            </a:r>
          </a:p>
          <a:p>
            <a:pPr algn="ctr"/>
            <a:endParaRPr lang="es-CO"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En el editor de geometría, dar clic en el menú Tools – Cross </a:t>
            </a:r>
            <a:r>
              <a:rPr lang="es-CO" sz="1600" dirty="0" err="1">
                <a:latin typeface="Segoe UI Light" panose="020B0502040204020203" pitchFamily="34" charset="0"/>
                <a:cs typeface="Segoe UI Light" panose="020B0502040204020203" pitchFamily="34" charset="0"/>
              </a:rPr>
              <a:t>Section</a:t>
            </a:r>
            <a:r>
              <a:rPr lang="es-CO" sz="1600" dirty="0">
                <a:latin typeface="Segoe UI Light" panose="020B0502040204020203" pitchFamily="34" charset="0"/>
                <a:cs typeface="Segoe UI Light" panose="020B0502040204020203" pitchFamily="34" charset="0"/>
              </a:rPr>
              <a:t> Point </a:t>
            </a:r>
            <a:r>
              <a:rPr lang="es-CO" sz="1600" dirty="0" err="1">
                <a:latin typeface="Segoe UI Light" panose="020B0502040204020203" pitchFamily="34" charset="0"/>
                <a:cs typeface="Segoe UI Light" panose="020B0502040204020203" pitchFamily="34" charset="0"/>
              </a:rPr>
              <a:t>Filter</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Multiple</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Locations</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All</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Rivers</a:t>
            </a:r>
            <a:r>
              <a:rPr lang="es-CO" sz="1600" dirty="0">
                <a:latin typeface="Segoe UI Light" panose="020B0502040204020203" pitchFamily="34" charset="0"/>
                <a:cs typeface="Segoe UI Light" panose="020B0502040204020203" pitchFamily="34" charset="0"/>
              </a:rPr>
              <a:t>) y limpiar puntos cercanos usando las tolerancias pre-establecidas usando el botón </a:t>
            </a:r>
            <a:r>
              <a:rPr lang="es-CO" sz="1600" dirty="0" err="1">
                <a:latin typeface="Segoe UI Light" panose="020B0502040204020203" pitchFamily="34" charset="0"/>
                <a:cs typeface="Segoe UI Light" panose="020B0502040204020203" pitchFamily="34" charset="0"/>
              </a:rPr>
              <a:t>Filter</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Points</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on</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Selected</a:t>
            </a:r>
            <a:r>
              <a:rPr lang="es-CO" sz="1600" dirty="0">
                <a:latin typeface="Segoe UI Light" panose="020B0502040204020203" pitchFamily="34" charset="0"/>
                <a:cs typeface="Segoe UI Light" panose="020B0502040204020203" pitchFamily="34" charset="0"/>
              </a:rPr>
              <a:t> XS. Repetir el proceso varias veces hasta que no existan puntos </a:t>
            </a:r>
            <a:r>
              <a:rPr lang="es-CO" sz="1600" dirty="0" err="1">
                <a:latin typeface="Segoe UI Light" panose="020B0502040204020203" pitchFamily="34" charset="0"/>
                <a:cs typeface="Segoe UI Light" panose="020B0502040204020203" pitchFamily="34" charset="0"/>
              </a:rPr>
              <a:t>coalineados</a:t>
            </a:r>
            <a:r>
              <a:rPr lang="es-CO" sz="1600" dirty="0">
                <a:latin typeface="Segoe UI Light" panose="020B0502040204020203" pitchFamily="34" charset="0"/>
                <a:cs typeface="Segoe UI Light" panose="020B0502040204020203" pitchFamily="34" charset="0"/>
              </a:rPr>
              <a:t>. </a:t>
            </a:r>
          </a:p>
        </p:txBody>
      </p:sp>
      <p:pic>
        <p:nvPicPr>
          <p:cNvPr id="2" name="Imagen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232193" y="606886"/>
            <a:ext cx="3851920" cy="5979433"/>
          </a:xfrm>
          <a:prstGeom prst="rect">
            <a:avLst/>
          </a:prstGeom>
        </p:spPr>
      </p:pic>
      <p:pic>
        <p:nvPicPr>
          <p:cNvPr id="4" name="Imagen 3"/>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107887" y="3119315"/>
            <a:ext cx="4935666" cy="3467004"/>
          </a:xfrm>
          <a:prstGeom prst="rect">
            <a:avLst/>
          </a:prstGeom>
        </p:spPr>
      </p:pic>
      <p:pic>
        <p:nvPicPr>
          <p:cNvPr id="10" name="Imagen 9">
            <a:extLst>
              <a:ext uri="{FF2B5EF4-FFF2-40B4-BE49-F238E27FC236}">
                <a16:creationId xmlns:a16="http://schemas.microsoft.com/office/drawing/2014/main" id="{B8589D1E-820B-47C2-8641-17E9C823BC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31504" y="4810869"/>
            <a:ext cx="360000" cy="360000"/>
          </a:xfrm>
          <a:prstGeom prst="rect">
            <a:avLst/>
          </a:prstGeom>
        </p:spPr>
      </p:pic>
      <p:pic>
        <p:nvPicPr>
          <p:cNvPr id="11" name="Imagen 10">
            <a:extLst>
              <a:ext uri="{FF2B5EF4-FFF2-40B4-BE49-F238E27FC236}">
                <a16:creationId xmlns:a16="http://schemas.microsoft.com/office/drawing/2014/main" id="{870F6262-F728-4FC2-939E-C812F60E5A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F7BD018E-2DD1-41E0-AF2F-F96629AB057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Depuración del modelo</a:t>
            </a:r>
          </a:p>
        </p:txBody>
      </p:sp>
    </p:spTree>
    <p:extLst>
      <p:ext uri="{BB962C8B-B14F-4D97-AF65-F5344CB8AC3E}">
        <p14:creationId xmlns:p14="http://schemas.microsoft.com/office/powerpoint/2010/main" val="3077838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526366" y="1147272"/>
            <a:ext cx="9034129" cy="1569660"/>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Adicionalmente</a:t>
            </a:r>
            <a:r>
              <a:rPr lang="es-CO" sz="1600" dirty="0">
                <a:latin typeface="Segoe UI Light" panose="020B0502040204020203" pitchFamily="34" charset="0"/>
                <a:cs typeface="Segoe UI Light" panose="020B0502040204020203" pitchFamily="34" charset="0"/>
              </a:rPr>
              <a:t>, cada sección deberá tener un máximo de 500 puntos, incluidos los puntos de localización de bancas y diques, de lo contrario al ejecutar la </a:t>
            </a:r>
            <a:r>
              <a:rPr lang="es-CO" sz="1600">
                <a:latin typeface="Segoe UI Light" panose="020B0502040204020203" pitchFamily="34" charset="0"/>
                <a:cs typeface="Segoe UI Light" panose="020B0502040204020203" pitchFamily="34" charset="0"/>
              </a:rPr>
              <a:t>modelación HEC-RAS </a:t>
            </a:r>
            <a:r>
              <a:rPr lang="es-CO" sz="1600" dirty="0">
                <a:latin typeface="Segoe UI Light" panose="020B0502040204020203" pitchFamily="34" charset="0"/>
                <a:cs typeface="Segoe UI Light" panose="020B0502040204020203" pitchFamily="34" charset="0"/>
              </a:rPr>
              <a:t>devolverá un error indicando que las secciones del modelo deben depurarse.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En la casilla </a:t>
            </a:r>
            <a:r>
              <a:rPr lang="es-CO" sz="1600" dirty="0" err="1">
                <a:latin typeface="Segoe UI Light" panose="020B0502040204020203" pitchFamily="34" charset="0"/>
                <a:cs typeface="Segoe UI Light" panose="020B0502040204020203" pitchFamily="34" charset="0"/>
              </a:rPr>
              <a:t>Number</a:t>
            </a:r>
            <a:r>
              <a:rPr lang="es-CO" sz="1600" dirty="0">
                <a:latin typeface="Segoe UI Light" panose="020B0502040204020203" pitchFamily="34" charset="0"/>
                <a:cs typeface="Segoe UI Light" panose="020B0502040204020203" pitchFamily="34" charset="0"/>
              </a:rPr>
              <a:t> of </a:t>
            </a:r>
            <a:r>
              <a:rPr lang="es-CO" sz="1600" dirty="0" err="1">
                <a:latin typeface="Segoe UI Light" panose="020B0502040204020203" pitchFamily="34" charset="0"/>
                <a:cs typeface="Segoe UI Light" panose="020B0502040204020203" pitchFamily="34" charset="0"/>
              </a:rPr>
              <a:t>points</a:t>
            </a:r>
            <a:r>
              <a:rPr lang="es-CO" sz="1600" dirty="0">
                <a:latin typeface="Segoe UI Light" panose="020B0502040204020203" pitchFamily="34" charset="0"/>
                <a:cs typeface="Segoe UI Light" panose="020B0502040204020203" pitchFamily="34" charset="0"/>
              </a:rPr>
              <a:t> to </a:t>
            </a:r>
            <a:r>
              <a:rPr lang="es-CO" sz="1600" dirty="0" err="1">
                <a:latin typeface="Segoe UI Light" panose="020B0502040204020203" pitchFamily="34" charset="0"/>
                <a:cs typeface="Segoe UI Light" panose="020B0502040204020203" pitchFamily="34" charset="0"/>
              </a:rPr>
              <a:t>trim</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cross</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section</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down</a:t>
            </a:r>
            <a:r>
              <a:rPr lang="es-CO" sz="1600" dirty="0">
                <a:latin typeface="Segoe UI Light" panose="020B0502040204020203" pitchFamily="34" charset="0"/>
                <a:cs typeface="Segoe UI Light" panose="020B0502040204020203" pitchFamily="34" charset="0"/>
              </a:rPr>
              <a:t> to ingrese 496</a:t>
            </a:r>
            <a:r>
              <a:rPr lang="es-CO" sz="1600">
                <a:latin typeface="Segoe UI Light" panose="020B0502040204020203" pitchFamily="34" charset="0"/>
                <a:cs typeface="Segoe UI Light" panose="020B0502040204020203" pitchFamily="34" charset="0"/>
              </a:rPr>
              <a:t>. </a:t>
            </a:r>
          </a:p>
          <a:p>
            <a:pPr algn="just"/>
            <a:r>
              <a:rPr lang="es-CO" sz="1600">
                <a:latin typeface="Segoe UI Light" panose="020B0502040204020203" pitchFamily="34" charset="0"/>
                <a:cs typeface="Segoe UI Light" panose="020B0502040204020203" pitchFamily="34" charset="0"/>
              </a:rPr>
              <a:t>(</a:t>
            </a:r>
            <a:r>
              <a:rPr lang="es-CO" sz="1600" dirty="0">
                <a:latin typeface="Segoe UI Light" panose="020B0502040204020203" pitchFamily="34" charset="0"/>
                <a:cs typeface="Segoe UI Light" panose="020B0502040204020203" pitchFamily="34" charset="0"/>
              </a:rPr>
              <a:t>500 – 2 puntos de banca – 2 puntos de dique)</a:t>
            </a:r>
          </a:p>
        </p:txBody>
      </p:sp>
      <p:pic>
        <p:nvPicPr>
          <p:cNvPr id="3" name="Imagen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597972" y="2924944"/>
            <a:ext cx="4354013" cy="2987055"/>
          </a:xfrm>
          <a:prstGeom prst="rect">
            <a:avLst/>
          </a:prstGeom>
        </p:spPr>
      </p:pic>
      <p:pic>
        <p:nvPicPr>
          <p:cNvPr id="6" name="Imagen 5"/>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6258297" y="2924944"/>
            <a:ext cx="4302199" cy="2987055"/>
          </a:xfrm>
          <a:prstGeom prst="rect">
            <a:avLst/>
          </a:prstGeom>
        </p:spPr>
      </p:pic>
      <p:pic>
        <p:nvPicPr>
          <p:cNvPr id="7" name="Imagen 6">
            <a:extLst>
              <a:ext uri="{FF2B5EF4-FFF2-40B4-BE49-F238E27FC236}">
                <a16:creationId xmlns:a16="http://schemas.microsoft.com/office/drawing/2014/main" id="{00231649-9018-4839-982A-B4970BC47BD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70381" y="4869160"/>
            <a:ext cx="360000" cy="360000"/>
          </a:xfrm>
          <a:prstGeom prst="rect">
            <a:avLst/>
          </a:prstGeom>
        </p:spPr>
      </p:pic>
      <p:pic>
        <p:nvPicPr>
          <p:cNvPr id="11" name="Imagen 10">
            <a:extLst>
              <a:ext uri="{FF2B5EF4-FFF2-40B4-BE49-F238E27FC236}">
                <a16:creationId xmlns:a16="http://schemas.microsoft.com/office/drawing/2014/main" id="{62657158-2C1A-446E-8CF3-098F52792E4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06318FEC-4046-4549-A8A6-BA81B1C01A7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Depuración del modelo</a:t>
            </a:r>
          </a:p>
        </p:txBody>
      </p:sp>
    </p:spTree>
    <p:extLst>
      <p:ext uri="{BB962C8B-B14F-4D97-AF65-F5344CB8AC3E}">
        <p14:creationId xmlns:p14="http://schemas.microsoft.com/office/powerpoint/2010/main" val="1367048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95400" y="764704"/>
            <a:ext cx="5040560" cy="458587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Depuración adicional de localización de elementos de control en secciones transversales</a:t>
            </a:r>
          </a:p>
          <a:p>
            <a:pPr algn="ctr"/>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Usando el editor de geometría revise y ajuste los siguientes elementos:</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Diques correctamente localizados en coronas del valle trazado.</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Localización de bancas en zonas de cambio de cobertura o rugosidad.</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Conexión correcta de tramos de río en el nodo o Junction 1 donde se conecta el cauce Lateral 1. En el editor de geometría, acercarse al Junction 1 y mover el nodo final del cauce lateral 1 sobre el Junction 1. menú </a:t>
            </a:r>
            <a:r>
              <a:rPr lang="es-CO" sz="1600" dirty="0" err="1">
                <a:latin typeface="Segoe UI Light" panose="020B0502040204020203" pitchFamily="34" charset="0"/>
                <a:cs typeface="Segoe UI Light" panose="020B0502040204020203" pitchFamily="34" charset="0"/>
              </a:rPr>
              <a:t>Edit</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Move</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Points</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Objects</a:t>
            </a:r>
            <a:r>
              <a:rPr lang="es-CO" sz="1600" dirty="0">
                <a:latin typeface="Segoe UI Light" panose="020B0502040204020203" pitchFamily="34" charset="0"/>
                <a:cs typeface="Segoe UI Light" panose="020B0502040204020203" pitchFamily="34" charset="0"/>
              </a:rPr>
              <a:t>.</a:t>
            </a:r>
          </a:p>
          <a:p>
            <a:pPr marL="285750" indent="-285750" algn="just">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p:txBody>
      </p:sp>
      <p:pic>
        <p:nvPicPr>
          <p:cNvPr id="3" name="Imagen 2"/>
          <p:cNvPicPr>
            <a:picLocks noChangeAspect="1"/>
          </p:cNvPicPr>
          <p:nvPr/>
        </p:nvPicPr>
        <p:blipFill>
          <a:blip r:embed="rId2"/>
          <a:stretch>
            <a:fillRect/>
          </a:stretch>
        </p:blipFill>
        <p:spPr>
          <a:xfrm>
            <a:off x="6228938" y="764704"/>
            <a:ext cx="5445131" cy="2592288"/>
          </a:xfrm>
          <a:prstGeom prst="rect">
            <a:avLst/>
          </a:prstGeom>
        </p:spPr>
      </p:pic>
      <p:pic>
        <p:nvPicPr>
          <p:cNvPr id="4" name="Imagen 3"/>
          <p:cNvPicPr>
            <a:picLocks noChangeAspect="1"/>
          </p:cNvPicPr>
          <p:nvPr/>
        </p:nvPicPr>
        <p:blipFill>
          <a:blip r:embed="rId3"/>
          <a:stretch>
            <a:fillRect/>
          </a:stretch>
        </p:blipFill>
        <p:spPr>
          <a:xfrm>
            <a:off x="6228939" y="3575899"/>
            <a:ext cx="5445130" cy="2949445"/>
          </a:xfrm>
          <a:prstGeom prst="rect">
            <a:avLst/>
          </a:prstGeom>
        </p:spPr>
      </p:pic>
      <p:pic>
        <p:nvPicPr>
          <p:cNvPr id="10" name="Imagen 9">
            <a:extLst>
              <a:ext uri="{FF2B5EF4-FFF2-40B4-BE49-F238E27FC236}">
                <a16:creationId xmlns:a16="http://schemas.microsoft.com/office/drawing/2014/main" id="{46688DDA-D5D5-4CC4-ABB5-3273EF48E7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54827" y="5064714"/>
            <a:ext cx="360000" cy="360000"/>
          </a:xfrm>
          <a:prstGeom prst="rect">
            <a:avLst/>
          </a:prstGeom>
        </p:spPr>
      </p:pic>
      <p:pic>
        <p:nvPicPr>
          <p:cNvPr id="11" name="Imagen 10">
            <a:extLst>
              <a:ext uri="{FF2B5EF4-FFF2-40B4-BE49-F238E27FC236}">
                <a16:creationId xmlns:a16="http://schemas.microsoft.com/office/drawing/2014/main" id="{8786EDFF-B864-47F5-A388-885313316ED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E28B49BD-4A3D-4037-8828-444E365F5A8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4: Depuración del modelo</a:t>
            </a:r>
          </a:p>
        </p:txBody>
      </p:sp>
    </p:spTree>
    <p:extLst>
      <p:ext uri="{BB962C8B-B14F-4D97-AF65-F5344CB8AC3E}">
        <p14:creationId xmlns:p14="http://schemas.microsoft.com/office/powerpoint/2010/main" val="3206536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10729</TotalTime>
  <Words>839</Words>
  <Application>Microsoft Office PowerPoint</Application>
  <PresentationFormat>Widescreen</PresentationFormat>
  <Paragraphs>98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HCMC_3_2</dc:title>
  <dc:creator>master</dc:creator>
  <cp:lastModifiedBy>WILLIAM RICARDO AGUILAR PIÑA</cp:lastModifiedBy>
  <cp:revision>486</cp:revision>
  <dcterms:created xsi:type="dcterms:W3CDTF">2010-05-17T13:13:34Z</dcterms:created>
  <dcterms:modified xsi:type="dcterms:W3CDTF">2023-11-17T15:09:09Z</dcterms:modified>
</cp:coreProperties>
</file>