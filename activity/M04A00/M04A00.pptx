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85" r:id="rId2"/>
    <p:sldId id="352" r:id="rId3"/>
    <p:sldId id="299" r:id="rId4"/>
    <p:sldId id="304" r:id="rId5"/>
    <p:sldId id="305" r:id="rId6"/>
    <p:sldId id="300" r:id="rId7"/>
    <p:sldId id="353" r:id="rId8"/>
    <p:sldId id="302" r:id="rId9"/>
    <p:sldId id="354" r:id="rId10"/>
    <p:sldId id="301" r:id="rId11"/>
    <p:sldId id="355" r:id="rId12"/>
    <p:sldId id="356" r:id="rId13"/>
    <p:sldId id="384" r:id="rId1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00" autoAdjust="0"/>
    <p:restoredTop sz="96763" autoAdjust="0"/>
  </p:normalViewPr>
  <p:slideViewPr>
    <p:cSldViewPr>
      <p:cViewPr varScale="1">
        <p:scale>
          <a:sx n="116" d="100"/>
          <a:sy n="116" d="100"/>
        </p:scale>
        <p:origin x="102" y="198"/>
      </p:cViewPr>
      <p:guideLst>
        <p:guide orient="horz" pos="2160"/>
        <p:guide pos="3840"/>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E9B832C8-6A53-48D6-827D-3087648C1424}"/>
    <pc:docChg chg="undo custSel addSld delSld modSld sldOrd">
      <pc:chgData name="WILLIAM RICARDO AGUILAR PIÑA" userId="25538c52-b196-49fc-9025-2dd86a54f18a" providerId="ADAL" clId="{E9B832C8-6A53-48D6-827D-3087648C1424}" dt="2018-11-21T19:01:17.420" v="184" actId="1076"/>
      <pc:docMkLst>
        <pc:docMk/>
      </pc:docMkLst>
      <pc:sldChg chg="addSp modSp">
        <pc:chgData name="WILLIAM RICARDO AGUILAR PIÑA" userId="25538c52-b196-49fc-9025-2dd86a54f18a" providerId="ADAL" clId="{E9B832C8-6A53-48D6-827D-3087648C1424}" dt="2018-11-21T18:46:11.303" v="73" actId="20577"/>
        <pc:sldMkLst>
          <pc:docMk/>
          <pc:sldMk cId="0" sldId="256"/>
        </pc:sldMkLst>
        <pc:spChg chg="mod">
          <ac:chgData name="WILLIAM RICARDO AGUILAR PIÑA" userId="25538c52-b196-49fc-9025-2dd86a54f18a" providerId="ADAL" clId="{E9B832C8-6A53-48D6-827D-3087648C1424}" dt="2018-11-21T18:36:56.091" v="3" actId="20577"/>
          <ac:spMkLst>
            <pc:docMk/>
            <pc:sldMk cId="0" sldId="256"/>
            <ac:spMk id="8" creationId="{00000000-0000-0000-0000-000000000000}"/>
          </ac:spMkLst>
        </pc:spChg>
        <pc:spChg chg="add">
          <ac:chgData name="WILLIAM RICARDO AGUILAR PIÑA" userId="25538c52-b196-49fc-9025-2dd86a54f18a" providerId="ADAL" clId="{E9B832C8-6A53-48D6-827D-3087648C1424}" dt="2018-11-21T18:35:58.144" v="0"/>
          <ac:spMkLst>
            <pc:docMk/>
            <pc:sldMk cId="0" sldId="256"/>
            <ac:spMk id="10" creationId="{E80A2FED-41CC-41B0-8D84-AB5213BA1E10}"/>
          </ac:spMkLst>
        </pc:spChg>
        <pc:spChg chg="mod">
          <ac:chgData name="WILLIAM RICARDO AGUILAR PIÑA" userId="25538c52-b196-49fc-9025-2dd86a54f18a" providerId="ADAL" clId="{E9B832C8-6A53-48D6-827D-3087648C1424}" dt="2018-11-21T18:46:11.303" v="73" actId="20577"/>
          <ac:spMkLst>
            <pc:docMk/>
            <pc:sldMk cId="0" sldId="256"/>
            <ac:spMk id="13" creationId="{E293B10B-11ED-4947-AC24-913399371CA2}"/>
          </ac:spMkLst>
        </pc:spChg>
        <pc:grpChg chg="add mod">
          <ac:chgData name="WILLIAM RICARDO AGUILAR PIÑA" userId="25538c52-b196-49fc-9025-2dd86a54f18a" providerId="ADAL" clId="{E9B832C8-6A53-48D6-827D-3087648C1424}" dt="2018-11-21T18:46:04.969" v="64"/>
          <ac:grpSpMkLst>
            <pc:docMk/>
            <pc:sldMk cId="0" sldId="256"/>
            <ac:grpSpMk id="12" creationId="{36FEF7C3-A2DA-4993-B524-54CBF6D05747}"/>
          </ac:grpSpMkLst>
        </pc:grpChg>
        <pc:picChg chg="add">
          <ac:chgData name="WILLIAM RICARDO AGUILAR PIÑA" userId="25538c52-b196-49fc-9025-2dd86a54f18a" providerId="ADAL" clId="{E9B832C8-6A53-48D6-827D-3087648C1424}" dt="2018-11-21T18:35:58.144" v="0"/>
          <ac:picMkLst>
            <pc:docMk/>
            <pc:sldMk cId="0" sldId="256"/>
            <ac:picMk id="9" creationId="{72BEE50F-8999-41F6-827E-53CA22EBFBC1}"/>
          </ac:picMkLst>
        </pc:picChg>
      </pc:sldChg>
      <pc:sldChg chg="del">
        <pc:chgData name="WILLIAM RICARDO AGUILAR PIÑA" userId="25538c52-b196-49fc-9025-2dd86a54f18a" providerId="ADAL" clId="{E9B832C8-6A53-48D6-827D-3087648C1424}" dt="2018-11-21T18:37:11.387" v="5" actId="2696"/>
        <pc:sldMkLst>
          <pc:docMk/>
          <pc:sldMk cId="1805327859" sldId="289"/>
        </pc:sldMkLst>
      </pc:sldChg>
      <pc:sldChg chg="addSp delSp">
        <pc:chgData name="WILLIAM RICARDO AGUILAR PIÑA" userId="25538c52-b196-49fc-9025-2dd86a54f18a" providerId="ADAL" clId="{E9B832C8-6A53-48D6-827D-3087648C1424}" dt="2018-11-21T18:41:27.061" v="48"/>
        <pc:sldMkLst>
          <pc:docMk/>
          <pc:sldMk cId="655422725" sldId="298"/>
        </pc:sldMkLst>
        <pc:spChg chg="del">
          <ac:chgData name="WILLIAM RICARDO AGUILAR PIÑA" userId="25538c52-b196-49fc-9025-2dd86a54f18a" providerId="ADAL" clId="{E9B832C8-6A53-48D6-827D-3087648C1424}" dt="2018-11-21T18:41:26.931" v="47" actId="478"/>
          <ac:spMkLst>
            <pc:docMk/>
            <pc:sldMk cId="655422725" sldId="298"/>
            <ac:spMk id="14" creationId="{1499B67E-EF92-4C05-8399-7BC8A3580A80}"/>
          </ac:spMkLst>
        </pc:spChg>
        <pc:spChg chg="add">
          <ac:chgData name="WILLIAM RICARDO AGUILAR PIÑA" userId="25538c52-b196-49fc-9025-2dd86a54f18a" providerId="ADAL" clId="{E9B832C8-6A53-48D6-827D-3087648C1424}" dt="2018-11-21T18:41:27.061" v="48"/>
          <ac:spMkLst>
            <pc:docMk/>
            <pc:sldMk cId="655422725" sldId="298"/>
            <ac:spMk id="15" creationId="{F8F14B10-CCB0-43B0-AAD9-1E5FCAFFE4C5}"/>
          </ac:spMkLst>
        </pc:spChg>
        <pc:picChg chg="add">
          <ac:chgData name="WILLIAM RICARDO AGUILAR PIÑA" userId="25538c52-b196-49fc-9025-2dd86a54f18a" providerId="ADAL" clId="{E9B832C8-6A53-48D6-827D-3087648C1424}" dt="2018-11-21T18:40:50.389" v="29"/>
          <ac:picMkLst>
            <pc:docMk/>
            <pc:sldMk cId="655422725" sldId="298"/>
            <ac:picMk id="13" creationId="{2A018580-7955-4B2C-B6FC-598C46BA0AF6}"/>
          </ac:picMkLst>
        </pc:picChg>
      </pc:sldChg>
      <pc:sldChg chg="addSp delSp modSp">
        <pc:chgData name="WILLIAM RICARDO AGUILAR PIÑA" userId="25538c52-b196-49fc-9025-2dd86a54f18a" providerId="ADAL" clId="{E9B832C8-6A53-48D6-827D-3087648C1424}" dt="2018-11-21T18:47:42.741" v="95" actId="1076"/>
        <pc:sldMkLst>
          <pc:docMk/>
          <pc:sldMk cId="3111998350" sldId="299"/>
        </pc:sldMkLst>
        <pc:spChg chg="add mod">
          <ac:chgData name="WILLIAM RICARDO AGUILAR PIÑA" userId="25538c52-b196-49fc-9025-2dd86a54f18a" providerId="ADAL" clId="{E9B832C8-6A53-48D6-827D-3087648C1424}" dt="2018-11-21T18:47:24.841" v="88" actId="20577"/>
          <ac:spMkLst>
            <pc:docMk/>
            <pc:sldMk cId="3111998350" sldId="299"/>
            <ac:spMk id="6" creationId="{DE538E2A-0D4C-4365-81FB-40793517EDF2}"/>
          </ac:spMkLst>
        </pc:spChg>
        <pc:spChg chg="mod">
          <ac:chgData name="WILLIAM RICARDO AGUILAR PIÑA" userId="25538c52-b196-49fc-9025-2dd86a54f18a" providerId="ADAL" clId="{E9B832C8-6A53-48D6-827D-3087648C1424}" dt="2018-11-21T18:47:42.741" v="95" actId="1076"/>
          <ac:spMkLst>
            <pc:docMk/>
            <pc:sldMk cId="3111998350" sldId="299"/>
            <ac:spMk id="8" creationId="{00000000-0000-0000-0000-000000000000}"/>
          </ac:spMkLst>
        </pc:spChg>
        <pc:spChg chg="del">
          <ac:chgData name="WILLIAM RICARDO AGUILAR PIÑA" userId="25538c52-b196-49fc-9025-2dd86a54f18a" providerId="ADAL" clId="{E9B832C8-6A53-48D6-827D-3087648C1424}" dt="2018-11-21T18:40:24.950" v="14" actId="478"/>
          <ac:spMkLst>
            <pc:docMk/>
            <pc:sldMk cId="3111998350" sldId="299"/>
            <ac:spMk id="9" creationId="{81DDD777-9533-4829-89C7-BD778BBD1D79}"/>
          </ac:spMkLst>
        </pc:spChg>
        <pc:picChg chg="del mod">
          <ac:chgData name="WILLIAM RICARDO AGUILAR PIÑA" userId="25538c52-b196-49fc-9025-2dd86a54f18a" providerId="ADAL" clId="{E9B832C8-6A53-48D6-827D-3087648C1424}" dt="2018-11-21T18:47:37.106" v="94" actId="478"/>
          <ac:picMkLst>
            <pc:docMk/>
            <pc:sldMk cId="3111998350" sldId="299"/>
            <ac:picMk id="3" creationId="{1E5AF6B4-87FA-48FB-BC65-CEC770CAE3AF}"/>
          </ac:picMkLst>
        </pc:picChg>
        <pc:picChg chg="add">
          <ac:chgData name="WILLIAM RICARDO AGUILAR PIÑA" userId="25538c52-b196-49fc-9025-2dd86a54f18a" providerId="ADAL" clId="{E9B832C8-6A53-48D6-827D-3087648C1424}" dt="2018-11-21T18:40:45.534" v="22"/>
          <ac:picMkLst>
            <pc:docMk/>
            <pc:sldMk cId="3111998350" sldId="299"/>
            <ac:picMk id="7" creationId="{EED46725-0F8D-4ACA-A398-8269844D304A}"/>
          </ac:picMkLst>
        </pc:picChg>
      </pc:sldChg>
      <pc:sldChg chg="addSp delSp modSp">
        <pc:chgData name="WILLIAM RICARDO AGUILAR PIÑA" userId="25538c52-b196-49fc-9025-2dd86a54f18a" providerId="ADAL" clId="{E9B832C8-6A53-48D6-827D-3087648C1424}" dt="2018-11-21T18:53:33.453" v="112" actId="6549"/>
        <pc:sldMkLst>
          <pc:docMk/>
          <pc:sldMk cId="1170432930" sldId="300"/>
        </pc:sldMkLst>
        <pc:spChg chg="mod">
          <ac:chgData name="WILLIAM RICARDO AGUILAR PIÑA" userId="25538c52-b196-49fc-9025-2dd86a54f18a" providerId="ADAL" clId="{E9B832C8-6A53-48D6-827D-3087648C1424}" dt="2018-11-21T18:53:06.781" v="103" actId="1076"/>
          <ac:spMkLst>
            <pc:docMk/>
            <pc:sldMk cId="1170432930" sldId="300"/>
            <ac:spMk id="8" creationId="{00000000-0000-0000-0000-000000000000}"/>
          </ac:spMkLst>
        </pc:spChg>
        <pc:spChg chg="add mod">
          <ac:chgData name="WILLIAM RICARDO AGUILAR PIÑA" userId="25538c52-b196-49fc-9025-2dd86a54f18a" providerId="ADAL" clId="{E9B832C8-6A53-48D6-827D-3087648C1424}" dt="2018-11-21T18:53:33.453" v="112" actId="6549"/>
          <ac:spMkLst>
            <pc:docMk/>
            <pc:sldMk cId="1170432930" sldId="300"/>
            <ac:spMk id="10" creationId="{1EFBE81A-711E-45EF-9BF7-FAC16662A4B1}"/>
          </ac:spMkLst>
        </pc:spChg>
        <pc:spChg chg="del">
          <ac:chgData name="WILLIAM RICARDO AGUILAR PIÑA" userId="25538c52-b196-49fc-9025-2dd86a54f18a" providerId="ADAL" clId="{E9B832C8-6A53-48D6-827D-3087648C1424}" dt="2018-11-21T18:40:58.394" v="30" actId="478"/>
          <ac:spMkLst>
            <pc:docMk/>
            <pc:sldMk cId="1170432930" sldId="300"/>
            <ac:spMk id="12" creationId="{04B3E2C3-57DE-4E28-B083-687047DFBE77}"/>
          </ac:spMkLst>
        </pc:spChg>
        <pc:picChg chg="mod">
          <ac:chgData name="WILLIAM RICARDO AGUILAR PIÑA" userId="25538c52-b196-49fc-9025-2dd86a54f18a" providerId="ADAL" clId="{E9B832C8-6A53-48D6-827D-3087648C1424}" dt="2018-11-21T18:53:06.781" v="103" actId="1076"/>
          <ac:picMkLst>
            <pc:docMk/>
            <pc:sldMk cId="1170432930" sldId="300"/>
            <ac:picMk id="3" creationId="{6EF183B3-C334-4FA2-991F-86893698E72E}"/>
          </ac:picMkLst>
        </pc:picChg>
        <pc:picChg chg="del">
          <ac:chgData name="WILLIAM RICARDO AGUILAR PIÑA" userId="25538c52-b196-49fc-9025-2dd86a54f18a" providerId="ADAL" clId="{E9B832C8-6A53-48D6-827D-3087648C1424}" dt="2018-11-21T18:53:08.481" v="104" actId="478"/>
          <ac:picMkLst>
            <pc:docMk/>
            <pc:sldMk cId="1170432930" sldId="300"/>
            <ac:picMk id="5" creationId="{0BFB007B-AF49-4126-82D5-8044573A929C}"/>
          </ac:picMkLst>
        </pc:picChg>
        <pc:picChg chg="add">
          <ac:chgData name="WILLIAM RICARDO AGUILAR PIÑA" userId="25538c52-b196-49fc-9025-2dd86a54f18a" providerId="ADAL" clId="{E9B832C8-6A53-48D6-827D-3087648C1424}" dt="2018-11-21T18:40:47.461" v="25"/>
          <ac:picMkLst>
            <pc:docMk/>
            <pc:sldMk cId="1170432930" sldId="300"/>
            <ac:picMk id="9" creationId="{9711ED0A-9003-42DC-9579-8D585B2C4204}"/>
          </ac:picMkLst>
        </pc:picChg>
        <pc:picChg chg="del">
          <ac:chgData name="WILLIAM RICARDO AGUILAR PIÑA" userId="25538c52-b196-49fc-9025-2dd86a54f18a" providerId="ADAL" clId="{E9B832C8-6A53-48D6-827D-3087648C1424}" dt="2018-11-21T18:53:08.481" v="104" actId="478"/>
          <ac:picMkLst>
            <pc:docMk/>
            <pc:sldMk cId="1170432930" sldId="300"/>
            <ac:picMk id="3074" creationId="{4C052ED2-3BB0-487C-9012-6684DE1B2DEE}"/>
          </ac:picMkLst>
        </pc:picChg>
        <pc:picChg chg="del">
          <ac:chgData name="WILLIAM RICARDO AGUILAR PIÑA" userId="25538c52-b196-49fc-9025-2dd86a54f18a" providerId="ADAL" clId="{E9B832C8-6A53-48D6-827D-3087648C1424}" dt="2018-11-21T18:53:08.481" v="104" actId="478"/>
          <ac:picMkLst>
            <pc:docMk/>
            <pc:sldMk cId="1170432930" sldId="300"/>
            <ac:picMk id="3076" creationId="{9C5909E4-C2C7-41B5-A965-C8BDA55869CC}"/>
          </ac:picMkLst>
        </pc:picChg>
      </pc:sldChg>
      <pc:sldChg chg="addSp delSp modSp">
        <pc:chgData name="WILLIAM RICARDO AGUILAR PIÑA" userId="25538c52-b196-49fc-9025-2dd86a54f18a" providerId="ADAL" clId="{E9B832C8-6A53-48D6-827D-3087648C1424}" dt="2018-11-21T18:55:09.257" v="143" actId="1038"/>
        <pc:sldMkLst>
          <pc:docMk/>
          <pc:sldMk cId="1978844185" sldId="301"/>
        </pc:sldMkLst>
        <pc:spChg chg="del">
          <ac:chgData name="WILLIAM RICARDO AGUILAR PIÑA" userId="25538c52-b196-49fc-9025-2dd86a54f18a" providerId="ADAL" clId="{E9B832C8-6A53-48D6-827D-3087648C1424}" dt="2018-11-21T18:41:13.435" v="43" actId="478"/>
          <ac:spMkLst>
            <pc:docMk/>
            <pc:sldMk cId="1978844185" sldId="301"/>
            <ac:spMk id="7" creationId="{CAD38849-8F8D-4129-912F-404CAB509AA6}"/>
          </ac:spMkLst>
        </pc:spChg>
        <pc:spChg chg="mod">
          <ac:chgData name="WILLIAM RICARDO AGUILAR PIÑA" userId="25538c52-b196-49fc-9025-2dd86a54f18a" providerId="ADAL" clId="{E9B832C8-6A53-48D6-827D-3087648C1424}" dt="2018-11-21T18:55:09.257" v="143" actId="1038"/>
          <ac:spMkLst>
            <pc:docMk/>
            <pc:sldMk cId="1978844185" sldId="301"/>
            <ac:spMk id="8" creationId="{00000000-0000-0000-0000-000000000000}"/>
          </ac:spMkLst>
        </pc:spChg>
        <pc:spChg chg="add del">
          <ac:chgData name="WILLIAM RICARDO AGUILAR PIÑA" userId="25538c52-b196-49fc-9025-2dd86a54f18a" providerId="ADAL" clId="{E9B832C8-6A53-48D6-827D-3087648C1424}" dt="2018-11-21T18:41:12.644" v="42"/>
          <ac:spMkLst>
            <pc:docMk/>
            <pc:sldMk cId="1978844185" sldId="301"/>
            <ac:spMk id="9" creationId="{28467A98-5F24-46A8-997F-F1F3CD864227}"/>
          </ac:spMkLst>
        </pc:spChg>
        <pc:spChg chg="add">
          <ac:chgData name="WILLIAM RICARDO AGUILAR PIÑA" userId="25538c52-b196-49fc-9025-2dd86a54f18a" providerId="ADAL" clId="{E9B832C8-6A53-48D6-827D-3087648C1424}" dt="2018-11-21T18:41:13.629" v="44"/>
          <ac:spMkLst>
            <pc:docMk/>
            <pc:sldMk cId="1978844185" sldId="301"/>
            <ac:spMk id="10" creationId="{6DDBFDA0-2AA7-45D5-B300-D08574C59FDF}"/>
          </ac:spMkLst>
        </pc:spChg>
        <pc:picChg chg="add">
          <ac:chgData name="WILLIAM RICARDO AGUILAR PIÑA" userId="25538c52-b196-49fc-9025-2dd86a54f18a" providerId="ADAL" clId="{E9B832C8-6A53-48D6-827D-3087648C1424}" dt="2018-11-21T18:40:48.998" v="27"/>
          <ac:picMkLst>
            <pc:docMk/>
            <pc:sldMk cId="1978844185" sldId="301"/>
            <ac:picMk id="6" creationId="{53BB372E-52B0-4C74-9415-F3146B8FB0BE}"/>
          </ac:picMkLst>
        </pc:picChg>
        <pc:picChg chg="mod">
          <ac:chgData name="WILLIAM RICARDO AGUILAR PIÑA" userId="25538c52-b196-49fc-9025-2dd86a54f18a" providerId="ADAL" clId="{E9B832C8-6A53-48D6-827D-3087648C1424}" dt="2018-11-21T18:55:09.257" v="143" actId="1038"/>
          <ac:picMkLst>
            <pc:docMk/>
            <pc:sldMk cId="1978844185" sldId="301"/>
            <ac:picMk id="3078" creationId="{125EB070-865A-4D35-8232-5831C7602D37}"/>
          </ac:picMkLst>
        </pc:picChg>
      </pc:sldChg>
      <pc:sldChg chg="addSp delSp modSp">
        <pc:chgData name="WILLIAM RICARDO AGUILAR PIÑA" userId="25538c52-b196-49fc-9025-2dd86a54f18a" providerId="ADAL" clId="{E9B832C8-6A53-48D6-827D-3087648C1424}" dt="2018-11-21T18:54:39.253" v="136" actId="1076"/>
        <pc:sldMkLst>
          <pc:docMk/>
          <pc:sldMk cId="713194084" sldId="302"/>
        </pc:sldMkLst>
        <pc:spChg chg="mod">
          <ac:chgData name="WILLIAM RICARDO AGUILAR PIÑA" userId="25538c52-b196-49fc-9025-2dd86a54f18a" providerId="ADAL" clId="{E9B832C8-6A53-48D6-827D-3087648C1424}" dt="2018-11-21T18:54:39.253" v="136" actId="1076"/>
          <ac:spMkLst>
            <pc:docMk/>
            <pc:sldMk cId="713194084" sldId="302"/>
            <ac:spMk id="8" creationId="{00000000-0000-0000-0000-000000000000}"/>
          </ac:spMkLst>
        </pc:spChg>
        <pc:spChg chg="add">
          <ac:chgData name="WILLIAM RICARDO AGUILAR PIÑA" userId="25538c52-b196-49fc-9025-2dd86a54f18a" providerId="ADAL" clId="{E9B832C8-6A53-48D6-827D-3087648C1424}" dt="2018-11-21T18:41:01.902" v="33"/>
          <ac:spMkLst>
            <pc:docMk/>
            <pc:sldMk cId="713194084" sldId="302"/>
            <ac:spMk id="10" creationId="{C8AFAF42-EFE7-47FD-BC80-5D1A8A12D971}"/>
          </ac:spMkLst>
        </pc:spChg>
        <pc:spChg chg="del">
          <ac:chgData name="WILLIAM RICARDO AGUILAR PIÑA" userId="25538c52-b196-49fc-9025-2dd86a54f18a" providerId="ADAL" clId="{E9B832C8-6A53-48D6-827D-3087648C1424}" dt="2018-11-21T18:41:01.508" v="32" actId="478"/>
          <ac:spMkLst>
            <pc:docMk/>
            <pc:sldMk cId="713194084" sldId="302"/>
            <ac:spMk id="11" creationId="{163F2665-9B99-4EF8-BA52-C02E4B3AC4EC}"/>
          </ac:spMkLst>
        </pc:spChg>
        <pc:picChg chg="del">
          <ac:chgData name="WILLIAM RICARDO AGUILAR PIÑA" userId="25538c52-b196-49fc-9025-2dd86a54f18a" providerId="ADAL" clId="{E9B832C8-6A53-48D6-827D-3087648C1424}" dt="2018-11-21T18:54:26.713" v="133" actId="478"/>
          <ac:picMkLst>
            <pc:docMk/>
            <pc:sldMk cId="713194084" sldId="302"/>
            <ac:picMk id="3" creationId="{E726B17E-64DF-416D-8605-7862EDEA06D1}"/>
          </ac:picMkLst>
        </pc:picChg>
        <pc:picChg chg="mod">
          <ac:chgData name="WILLIAM RICARDO AGUILAR PIÑA" userId="25538c52-b196-49fc-9025-2dd86a54f18a" providerId="ADAL" clId="{E9B832C8-6A53-48D6-827D-3087648C1424}" dt="2018-11-21T18:54:39.253" v="136" actId="1076"/>
          <ac:picMkLst>
            <pc:docMk/>
            <pc:sldMk cId="713194084" sldId="302"/>
            <ac:picMk id="5" creationId="{32918E38-01B4-400A-9ED9-EC536FF6BE7A}"/>
          </ac:picMkLst>
        </pc:picChg>
        <pc:picChg chg="add">
          <ac:chgData name="WILLIAM RICARDO AGUILAR PIÑA" userId="25538c52-b196-49fc-9025-2dd86a54f18a" providerId="ADAL" clId="{E9B832C8-6A53-48D6-827D-3087648C1424}" dt="2018-11-21T18:40:48.112" v="26"/>
          <ac:picMkLst>
            <pc:docMk/>
            <pc:sldMk cId="713194084" sldId="302"/>
            <ac:picMk id="9" creationId="{21DDC48C-0745-406A-B4B7-5B84E93E9B37}"/>
          </ac:picMkLst>
        </pc:picChg>
        <pc:picChg chg="del mod">
          <ac:chgData name="WILLIAM RICARDO AGUILAR PIÑA" userId="25538c52-b196-49fc-9025-2dd86a54f18a" providerId="ADAL" clId="{E9B832C8-6A53-48D6-827D-3087648C1424}" dt="2018-11-21T18:43:00.888" v="62" actId="478"/>
          <ac:picMkLst>
            <pc:docMk/>
            <pc:sldMk cId="713194084" sldId="302"/>
            <ac:picMk id="1028" creationId="{BAE75B03-A2EC-44DF-8AE6-821586AEE09C}"/>
          </ac:picMkLst>
        </pc:picChg>
      </pc:sldChg>
      <pc:sldChg chg="addSp delSp modSp">
        <pc:chgData name="WILLIAM RICARDO AGUILAR PIÑA" userId="25538c52-b196-49fc-9025-2dd86a54f18a" providerId="ADAL" clId="{E9B832C8-6A53-48D6-827D-3087648C1424}" dt="2018-11-21T18:55:58.684" v="157" actId="20577"/>
        <pc:sldMkLst>
          <pc:docMk/>
          <pc:sldMk cId="4066539220" sldId="303"/>
        </pc:sldMkLst>
        <pc:spChg chg="del">
          <ac:chgData name="WILLIAM RICARDO AGUILAR PIÑA" userId="25538c52-b196-49fc-9025-2dd86a54f18a" providerId="ADAL" clId="{E9B832C8-6A53-48D6-827D-3087648C1424}" dt="2018-11-21T18:41:17.315" v="45" actId="478"/>
          <ac:spMkLst>
            <pc:docMk/>
            <pc:sldMk cId="4066539220" sldId="303"/>
            <ac:spMk id="7" creationId="{DA74BBD2-4496-44B6-BB31-6276DC84B2AD}"/>
          </ac:spMkLst>
        </pc:spChg>
        <pc:spChg chg="mod">
          <ac:chgData name="WILLIAM RICARDO AGUILAR PIÑA" userId="25538c52-b196-49fc-9025-2dd86a54f18a" providerId="ADAL" clId="{E9B832C8-6A53-48D6-827D-3087648C1424}" dt="2018-11-21T18:55:58.684" v="157" actId="20577"/>
          <ac:spMkLst>
            <pc:docMk/>
            <pc:sldMk cId="4066539220" sldId="303"/>
            <ac:spMk id="8" creationId="{00000000-0000-0000-0000-000000000000}"/>
          </ac:spMkLst>
        </pc:spChg>
        <pc:spChg chg="add">
          <ac:chgData name="WILLIAM RICARDO AGUILAR PIÑA" userId="25538c52-b196-49fc-9025-2dd86a54f18a" providerId="ADAL" clId="{E9B832C8-6A53-48D6-827D-3087648C1424}" dt="2018-11-21T18:41:17.614" v="46"/>
          <ac:spMkLst>
            <pc:docMk/>
            <pc:sldMk cId="4066539220" sldId="303"/>
            <ac:spMk id="9" creationId="{21B6ED47-9E95-451F-A750-9CCBEC54DE87}"/>
          </ac:spMkLst>
        </pc:spChg>
        <pc:picChg chg="add">
          <ac:chgData name="WILLIAM RICARDO AGUILAR PIÑA" userId="25538c52-b196-49fc-9025-2dd86a54f18a" providerId="ADAL" clId="{E9B832C8-6A53-48D6-827D-3087648C1424}" dt="2018-11-21T18:40:49.713" v="28"/>
          <ac:picMkLst>
            <pc:docMk/>
            <pc:sldMk cId="4066539220" sldId="303"/>
            <ac:picMk id="6" creationId="{3CA20564-40F1-4089-A916-F6CC4327D858}"/>
          </ac:picMkLst>
        </pc:picChg>
        <pc:picChg chg="mod">
          <ac:chgData name="WILLIAM RICARDO AGUILAR PIÑA" userId="25538c52-b196-49fc-9025-2dd86a54f18a" providerId="ADAL" clId="{E9B832C8-6A53-48D6-827D-3087648C1424}" dt="2018-11-21T18:55:54.821" v="156" actId="1076"/>
          <ac:picMkLst>
            <pc:docMk/>
            <pc:sldMk cId="4066539220" sldId="303"/>
            <ac:picMk id="2050" creationId="{572D1C34-3D07-4A23-BD3C-95EA7C606A80}"/>
          </ac:picMkLst>
        </pc:picChg>
      </pc:sldChg>
      <pc:sldChg chg="addSp delSp modSp">
        <pc:chgData name="WILLIAM RICARDO AGUILAR PIÑA" userId="25538c52-b196-49fc-9025-2dd86a54f18a" providerId="ADAL" clId="{E9B832C8-6A53-48D6-827D-3087648C1424}" dt="2018-11-21T18:57:55.657" v="174" actId="313"/>
        <pc:sldMkLst>
          <pc:docMk/>
          <pc:sldMk cId="4102677050" sldId="304"/>
        </pc:sldMkLst>
        <pc:spChg chg="add del">
          <ac:chgData name="WILLIAM RICARDO AGUILAR PIÑA" userId="25538c52-b196-49fc-9025-2dd86a54f18a" providerId="ADAL" clId="{E9B832C8-6A53-48D6-827D-3087648C1424}" dt="2018-11-21T18:52:41.494" v="96" actId="478"/>
          <ac:spMkLst>
            <pc:docMk/>
            <pc:sldMk cId="4102677050" sldId="304"/>
            <ac:spMk id="7" creationId="{FA75F295-A2F5-4542-BB1E-331BBB248F77}"/>
          </ac:spMkLst>
        </pc:spChg>
        <pc:spChg chg="mod">
          <ac:chgData name="WILLIAM RICARDO AGUILAR PIÑA" userId="25538c52-b196-49fc-9025-2dd86a54f18a" providerId="ADAL" clId="{E9B832C8-6A53-48D6-827D-3087648C1424}" dt="2018-11-21T18:57:55.657" v="174" actId="313"/>
          <ac:spMkLst>
            <pc:docMk/>
            <pc:sldMk cId="4102677050" sldId="304"/>
            <ac:spMk id="8" creationId="{00000000-0000-0000-0000-000000000000}"/>
          </ac:spMkLst>
        </pc:spChg>
        <pc:spChg chg="del">
          <ac:chgData name="WILLIAM RICARDO AGUILAR PIÑA" userId="25538c52-b196-49fc-9025-2dd86a54f18a" providerId="ADAL" clId="{E9B832C8-6A53-48D6-827D-3087648C1424}" dt="2018-11-21T18:40:34.082" v="16" actId="478"/>
          <ac:spMkLst>
            <pc:docMk/>
            <pc:sldMk cId="4102677050" sldId="304"/>
            <ac:spMk id="9" creationId="{81DDD777-9533-4829-89C7-BD778BBD1D79}"/>
          </ac:spMkLst>
        </pc:spChg>
        <pc:spChg chg="add">
          <ac:chgData name="WILLIAM RICARDO AGUILAR PIÑA" userId="25538c52-b196-49fc-9025-2dd86a54f18a" providerId="ADAL" clId="{E9B832C8-6A53-48D6-827D-3087648C1424}" dt="2018-11-21T18:52:41.933" v="97"/>
          <ac:spMkLst>
            <pc:docMk/>
            <pc:sldMk cId="4102677050" sldId="304"/>
            <ac:spMk id="11" creationId="{A413851A-9681-48F4-B9C6-C10062946C80}"/>
          </ac:spMkLst>
        </pc:spChg>
        <pc:picChg chg="add">
          <ac:chgData name="WILLIAM RICARDO AGUILAR PIÑA" userId="25538c52-b196-49fc-9025-2dd86a54f18a" providerId="ADAL" clId="{E9B832C8-6A53-48D6-827D-3087648C1424}" dt="2018-11-21T18:40:46.207" v="23"/>
          <ac:picMkLst>
            <pc:docMk/>
            <pc:sldMk cId="4102677050" sldId="304"/>
            <ac:picMk id="10" creationId="{DD44599D-BEB4-4E72-A17A-8AB7AC09F8CD}"/>
          </ac:picMkLst>
        </pc:picChg>
      </pc:sldChg>
      <pc:sldChg chg="addSp delSp">
        <pc:chgData name="WILLIAM RICARDO AGUILAR PIÑA" userId="25538c52-b196-49fc-9025-2dd86a54f18a" providerId="ADAL" clId="{E9B832C8-6A53-48D6-827D-3087648C1424}" dt="2018-11-21T18:52:46.294" v="99"/>
        <pc:sldMkLst>
          <pc:docMk/>
          <pc:sldMk cId="429431975" sldId="305"/>
        </pc:sldMkLst>
        <pc:spChg chg="add del">
          <ac:chgData name="WILLIAM RICARDO AGUILAR PIÑA" userId="25538c52-b196-49fc-9025-2dd86a54f18a" providerId="ADAL" clId="{E9B832C8-6A53-48D6-827D-3087648C1424}" dt="2018-11-21T18:52:46.017" v="98" actId="478"/>
          <ac:spMkLst>
            <pc:docMk/>
            <pc:sldMk cId="429431975" sldId="305"/>
            <ac:spMk id="6" creationId="{5B9A06A6-380F-4B93-A475-E9EF5F510333}"/>
          </ac:spMkLst>
        </pc:spChg>
        <pc:spChg chg="add">
          <ac:chgData name="WILLIAM RICARDO AGUILAR PIÑA" userId="25538c52-b196-49fc-9025-2dd86a54f18a" providerId="ADAL" clId="{E9B832C8-6A53-48D6-827D-3087648C1424}" dt="2018-11-21T18:52:46.294" v="99"/>
          <ac:spMkLst>
            <pc:docMk/>
            <pc:sldMk cId="429431975" sldId="305"/>
            <ac:spMk id="8" creationId="{BD78F991-86D9-4613-ACAB-F42DC8E0D1DC}"/>
          </ac:spMkLst>
        </pc:spChg>
        <pc:spChg chg="del">
          <ac:chgData name="WILLIAM RICARDO AGUILAR PIÑA" userId="25538c52-b196-49fc-9025-2dd86a54f18a" providerId="ADAL" clId="{E9B832C8-6A53-48D6-827D-3087648C1424}" dt="2018-11-21T18:40:37.747" v="18" actId="478"/>
          <ac:spMkLst>
            <pc:docMk/>
            <pc:sldMk cId="429431975" sldId="305"/>
            <ac:spMk id="11" creationId="{F7EBE411-A1B9-4E44-ADF7-FAE7A8BC843E}"/>
          </ac:spMkLst>
        </pc:spChg>
        <pc:picChg chg="add">
          <ac:chgData name="WILLIAM RICARDO AGUILAR PIÑA" userId="25538c52-b196-49fc-9025-2dd86a54f18a" providerId="ADAL" clId="{E9B832C8-6A53-48D6-827D-3087648C1424}" dt="2018-11-21T18:40:46.837" v="24"/>
          <ac:picMkLst>
            <pc:docMk/>
            <pc:sldMk cId="429431975" sldId="305"/>
            <ac:picMk id="7" creationId="{ED210767-3E60-44F3-B656-C7C58BF69F72}"/>
          </ac:picMkLst>
        </pc:picChg>
      </pc:sldChg>
      <pc:sldChg chg="addSp delSp modSp add">
        <pc:chgData name="WILLIAM RICARDO AGUILAR PIÑA" userId="25538c52-b196-49fc-9025-2dd86a54f18a" providerId="ADAL" clId="{E9B832C8-6A53-48D6-827D-3087648C1424}" dt="2018-11-21T18:46:41.346" v="74" actId="478"/>
        <pc:sldMkLst>
          <pc:docMk/>
          <pc:sldMk cId="159271927" sldId="351"/>
        </pc:sldMkLst>
        <pc:spChg chg="mod">
          <ac:chgData name="WILLIAM RICARDO AGUILAR PIÑA" userId="25538c52-b196-49fc-9025-2dd86a54f18a" providerId="ADAL" clId="{E9B832C8-6A53-48D6-827D-3087648C1424}" dt="2018-11-21T18:39:18" v="10"/>
          <ac:spMkLst>
            <pc:docMk/>
            <pc:sldMk cId="159271927" sldId="351"/>
            <ac:spMk id="6" creationId="{00ADA126-3FB2-40CE-98D5-A785B41EC83E}"/>
          </ac:spMkLst>
        </pc:spChg>
        <pc:grpChg chg="del">
          <ac:chgData name="WILLIAM RICARDO AGUILAR PIÑA" userId="25538c52-b196-49fc-9025-2dd86a54f18a" providerId="ADAL" clId="{E9B832C8-6A53-48D6-827D-3087648C1424}" dt="2018-11-21T18:39:24.547" v="11" actId="478"/>
          <ac:grpSpMkLst>
            <pc:docMk/>
            <pc:sldMk cId="159271927" sldId="351"/>
            <ac:grpSpMk id="11" creationId="{F28BCF0B-E59C-4AEA-A5BE-4087C3D1F6F2}"/>
          </ac:grpSpMkLst>
        </pc:grpChg>
        <pc:grpChg chg="del mod">
          <ac:chgData name="WILLIAM RICARDO AGUILAR PIÑA" userId="25538c52-b196-49fc-9025-2dd86a54f18a" providerId="ADAL" clId="{E9B832C8-6A53-48D6-827D-3087648C1424}" dt="2018-11-21T18:46:41.346" v="74" actId="478"/>
          <ac:grpSpMkLst>
            <pc:docMk/>
            <pc:sldMk cId="159271927" sldId="351"/>
            <ac:grpSpMk id="14" creationId="{655F83BF-96CA-4DB8-B9F6-AF3D78DC7299}"/>
          </ac:grpSpMkLst>
        </pc:grpChg>
        <pc:picChg chg="add del">
          <ac:chgData name="WILLIAM RICARDO AGUILAR PIÑA" userId="25538c52-b196-49fc-9025-2dd86a54f18a" providerId="ADAL" clId="{E9B832C8-6A53-48D6-827D-3087648C1424}" dt="2018-11-21T18:40:44.706" v="21" actId="478"/>
          <ac:picMkLst>
            <pc:docMk/>
            <pc:sldMk cId="159271927" sldId="351"/>
            <ac:picMk id="18" creationId="{72C471B9-2739-4F71-9E1E-4564F9DEEF7F}"/>
          </ac:picMkLst>
        </pc:picChg>
      </pc:sldChg>
      <pc:sldChg chg="modSp add ord">
        <pc:chgData name="WILLIAM RICARDO AGUILAR PIÑA" userId="25538c52-b196-49fc-9025-2dd86a54f18a" providerId="ADAL" clId="{E9B832C8-6A53-48D6-827D-3087648C1424}" dt="2018-11-21T18:47:15.287" v="82"/>
        <pc:sldMkLst>
          <pc:docMk/>
          <pc:sldMk cId="1297193369" sldId="352"/>
        </pc:sldMkLst>
        <pc:spChg chg="mod">
          <ac:chgData name="WILLIAM RICARDO AGUILAR PIÑA" userId="25538c52-b196-49fc-9025-2dd86a54f18a" providerId="ADAL" clId="{E9B832C8-6A53-48D6-827D-3087648C1424}" dt="2018-11-21T18:47:09.943" v="81" actId="1076"/>
          <ac:spMkLst>
            <pc:docMk/>
            <pc:sldMk cId="1297193369" sldId="352"/>
            <ac:spMk id="8" creationId="{00000000-0000-0000-0000-000000000000}"/>
          </ac:spMkLst>
        </pc:spChg>
        <pc:picChg chg="mod">
          <ac:chgData name="WILLIAM RICARDO AGUILAR PIÑA" userId="25538c52-b196-49fc-9025-2dd86a54f18a" providerId="ADAL" clId="{E9B832C8-6A53-48D6-827D-3087648C1424}" dt="2018-11-21T18:47:09.943" v="81" actId="1076"/>
          <ac:picMkLst>
            <pc:docMk/>
            <pc:sldMk cId="1297193369" sldId="352"/>
            <ac:picMk id="3" creationId="{1E5AF6B4-87FA-48FB-BC65-CEC770CAE3AF}"/>
          </ac:picMkLst>
        </pc:picChg>
      </pc:sldChg>
      <pc:sldChg chg="add del">
        <pc:chgData name="WILLIAM RICARDO AGUILAR PIÑA" userId="25538c52-b196-49fc-9025-2dd86a54f18a" providerId="ADAL" clId="{E9B832C8-6A53-48D6-827D-3087648C1424}" dt="2018-11-21T18:37:13.092" v="7"/>
        <pc:sldMkLst>
          <pc:docMk/>
          <pc:sldMk cId="1597434153" sldId="352"/>
        </pc:sldMkLst>
      </pc:sldChg>
      <pc:sldChg chg="addSp delSp modSp add">
        <pc:chgData name="WILLIAM RICARDO AGUILAR PIÑA" userId="25538c52-b196-49fc-9025-2dd86a54f18a" providerId="ADAL" clId="{E9B832C8-6A53-48D6-827D-3087648C1424}" dt="2018-11-21T18:53:43.191" v="114" actId="6549"/>
        <pc:sldMkLst>
          <pc:docMk/>
          <pc:sldMk cId="3053183585" sldId="353"/>
        </pc:sldMkLst>
        <pc:spChg chg="mod">
          <ac:chgData name="WILLIAM RICARDO AGUILAR PIÑA" userId="25538c52-b196-49fc-9025-2dd86a54f18a" providerId="ADAL" clId="{E9B832C8-6A53-48D6-827D-3087648C1424}" dt="2018-11-21T18:53:43.191" v="114" actId="6549"/>
          <ac:spMkLst>
            <pc:docMk/>
            <pc:sldMk cId="3053183585" sldId="353"/>
            <ac:spMk id="8" creationId="{00000000-0000-0000-0000-000000000000}"/>
          </ac:spMkLst>
        </pc:spChg>
        <pc:spChg chg="del">
          <ac:chgData name="WILLIAM RICARDO AGUILAR PIÑA" userId="25538c52-b196-49fc-9025-2dd86a54f18a" providerId="ADAL" clId="{E9B832C8-6A53-48D6-827D-3087648C1424}" dt="2018-11-21T18:53:29.273" v="110" actId="478"/>
          <ac:spMkLst>
            <pc:docMk/>
            <pc:sldMk cId="3053183585" sldId="353"/>
            <ac:spMk id="10" creationId="{1EFBE81A-711E-45EF-9BF7-FAC16662A4B1}"/>
          </ac:spMkLst>
        </pc:spChg>
        <pc:spChg chg="add">
          <ac:chgData name="WILLIAM RICARDO AGUILAR PIÑA" userId="25538c52-b196-49fc-9025-2dd86a54f18a" providerId="ADAL" clId="{E9B832C8-6A53-48D6-827D-3087648C1424}" dt="2018-11-21T18:53:29.597" v="111"/>
          <ac:spMkLst>
            <pc:docMk/>
            <pc:sldMk cId="3053183585" sldId="353"/>
            <ac:spMk id="11" creationId="{AC351A4D-75D7-41EC-A342-451AC9C6A644}"/>
          </ac:spMkLst>
        </pc:spChg>
        <pc:picChg chg="del">
          <ac:chgData name="WILLIAM RICARDO AGUILAR PIÑA" userId="25538c52-b196-49fc-9025-2dd86a54f18a" providerId="ADAL" clId="{E9B832C8-6A53-48D6-827D-3087648C1424}" dt="2018-11-21T18:53:37.968" v="113" actId="478"/>
          <ac:picMkLst>
            <pc:docMk/>
            <pc:sldMk cId="3053183585" sldId="353"/>
            <ac:picMk id="3" creationId="{6EF183B3-C334-4FA2-991F-86893698E72E}"/>
          </ac:picMkLst>
        </pc:picChg>
      </pc:sldChg>
      <pc:sldChg chg="addSp delSp modSp add">
        <pc:chgData name="WILLIAM RICARDO AGUILAR PIÑA" userId="25538c52-b196-49fc-9025-2dd86a54f18a" providerId="ADAL" clId="{E9B832C8-6A53-48D6-827D-3087648C1424}" dt="2018-11-21T19:01:17.420" v="184" actId="1076"/>
        <pc:sldMkLst>
          <pc:docMk/>
          <pc:sldMk cId="1315935940" sldId="354"/>
        </pc:sldMkLst>
        <pc:spChg chg="mod">
          <ac:chgData name="WILLIAM RICARDO AGUILAR PIÑA" userId="25538c52-b196-49fc-9025-2dd86a54f18a" providerId="ADAL" clId="{E9B832C8-6A53-48D6-827D-3087648C1424}" dt="2018-11-21T18:57:20.246" v="173" actId="1076"/>
          <ac:spMkLst>
            <pc:docMk/>
            <pc:sldMk cId="1315935940" sldId="354"/>
            <ac:spMk id="8" creationId="{00000000-0000-0000-0000-000000000000}"/>
          </ac:spMkLst>
        </pc:spChg>
        <pc:spChg chg="mod">
          <ac:chgData name="WILLIAM RICARDO AGUILAR PIÑA" userId="25538c52-b196-49fc-9025-2dd86a54f18a" providerId="ADAL" clId="{E9B832C8-6A53-48D6-827D-3087648C1424}" dt="2018-11-21T18:54:06.175" v="121" actId="20577"/>
          <ac:spMkLst>
            <pc:docMk/>
            <pc:sldMk cId="1315935940" sldId="354"/>
            <ac:spMk id="10" creationId="{C8AFAF42-EFE7-47FD-BC80-5D1A8A12D971}"/>
          </ac:spMkLst>
        </pc:spChg>
        <pc:picChg chg="add mod">
          <ac:chgData name="WILLIAM RICARDO AGUILAR PIÑA" userId="25538c52-b196-49fc-9025-2dd86a54f18a" providerId="ADAL" clId="{E9B832C8-6A53-48D6-827D-3087648C1424}" dt="2018-11-21T19:01:17.420" v="184" actId="1076"/>
          <ac:picMkLst>
            <pc:docMk/>
            <pc:sldMk cId="1315935940" sldId="354"/>
            <ac:picMk id="4" creationId="{07C268C2-3AEA-470A-9CF9-2E66039E3904}"/>
          </ac:picMkLst>
        </pc:picChg>
        <pc:picChg chg="del">
          <ac:chgData name="WILLIAM RICARDO AGUILAR PIÑA" userId="25538c52-b196-49fc-9025-2dd86a54f18a" providerId="ADAL" clId="{E9B832C8-6A53-48D6-827D-3087648C1424}" dt="2018-11-21T18:54:09.418" v="122" actId="478"/>
          <ac:picMkLst>
            <pc:docMk/>
            <pc:sldMk cId="1315935940" sldId="354"/>
            <ac:picMk id="5" creationId="{32918E38-01B4-400A-9ED9-EC536FF6BE7A}"/>
          </ac:picMkLst>
        </pc:picChg>
      </pc:sldChg>
      <pc:sldChg chg="delSp modSp add">
        <pc:chgData name="WILLIAM RICARDO AGUILAR PIÑA" userId="25538c52-b196-49fc-9025-2dd86a54f18a" providerId="ADAL" clId="{E9B832C8-6A53-48D6-827D-3087648C1424}" dt="2018-11-21T18:55:33.205" v="151" actId="1076"/>
        <pc:sldMkLst>
          <pc:docMk/>
          <pc:sldMk cId="303948048" sldId="355"/>
        </pc:sldMkLst>
        <pc:spChg chg="mod">
          <ac:chgData name="WILLIAM RICARDO AGUILAR PIÑA" userId="25538c52-b196-49fc-9025-2dd86a54f18a" providerId="ADAL" clId="{E9B832C8-6A53-48D6-827D-3087648C1424}" dt="2018-11-21T18:55:33.205" v="151" actId="1076"/>
          <ac:spMkLst>
            <pc:docMk/>
            <pc:sldMk cId="303948048" sldId="355"/>
            <ac:spMk id="8" creationId="{00000000-0000-0000-0000-000000000000}"/>
          </ac:spMkLst>
        </pc:spChg>
        <pc:spChg chg="mod">
          <ac:chgData name="WILLIAM RICARDO AGUILAR PIÑA" userId="25538c52-b196-49fc-9025-2dd86a54f18a" providerId="ADAL" clId="{E9B832C8-6A53-48D6-827D-3087648C1424}" dt="2018-11-21T18:55:29.375" v="150" actId="20577"/>
          <ac:spMkLst>
            <pc:docMk/>
            <pc:sldMk cId="303948048" sldId="355"/>
            <ac:spMk id="10" creationId="{6DDBFDA0-2AA7-45D5-B300-D08574C59FDF}"/>
          </ac:spMkLst>
        </pc:spChg>
        <pc:picChg chg="del">
          <ac:chgData name="WILLIAM RICARDO AGUILAR PIÑA" userId="25538c52-b196-49fc-9025-2dd86a54f18a" providerId="ADAL" clId="{E9B832C8-6A53-48D6-827D-3087648C1424}" dt="2018-11-21T18:55:12.217" v="144" actId="478"/>
          <ac:picMkLst>
            <pc:docMk/>
            <pc:sldMk cId="303948048" sldId="355"/>
            <ac:picMk id="3078" creationId="{125EB070-865A-4D35-8232-5831C7602D37}"/>
          </ac:picMkLst>
        </pc:picChg>
      </pc:sldChg>
      <pc:sldChg chg="delSp modSp add">
        <pc:chgData name="WILLIAM RICARDO AGUILAR PIÑA" userId="25538c52-b196-49fc-9025-2dd86a54f18a" providerId="ADAL" clId="{E9B832C8-6A53-48D6-827D-3087648C1424}" dt="2018-11-21T18:56:27.145" v="170" actId="1076"/>
        <pc:sldMkLst>
          <pc:docMk/>
          <pc:sldMk cId="263718263" sldId="356"/>
        </pc:sldMkLst>
        <pc:spChg chg="mod">
          <ac:chgData name="WILLIAM RICARDO AGUILAR PIÑA" userId="25538c52-b196-49fc-9025-2dd86a54f18a" providerId="ADAL" clId="{E9B832C8-6A53-48D6-827D-3087648C1424}" dt="2018-11-21T18:56:27.145" v="170" actId="1076"/>
          <ac:spMkLst>
            <pc:docMk/>
            <pc:sldMk cId="263718263" sldId="356"/>
            <ac:spMk id="8" creationId="{00000000-0000-0000-0000-000000000000}"/>
          </ac:spMkLst>
        </pc:spChg>
        <pc:spChg chg="mod">
          <ac:chgData name="WILLIAM RICARDO AGUILAR PIÑA" userId="25538c52-b196-49fc-9025-2dd86a54f18a" providerId="ADAL" clId="{E9B832C8-6A53-48D6-827D-3087648C1424}" dt="2018-11-21T18:56:10.228" v="162" actId="20577"/>
          <ac:spMkLst>
            <pc:docMk/>
            <pc:sldMk cId="263718263" sldId="356"/>
            <ac:spMk id="9" creationId="{21B6ED47-9E95-451F-A750-9CCBEC54DE87}"/>
          </ac:spMkLst>
        </pc:spChg>
        <pc:picChg chg="del">
          <ac:chgData name="WILLIAM RICARDO AGUILAR PIÑA" userId="25538c52-b196-49fc-9025-2dd86a54f18a" providerId="ADAL" clId="{E9B832C8-6A53-48D6-827D-3087648C1424}" dt="2018-11-21T18:56:13.054" v="163" actId="478"/>
          <ac:picMkLst>
            <pc:docMk/>
            <pc:sldMk cId="263718263" sldId="356"/>
            <ac:picMk id="2050" creationId="{572D1C34-3D07-4A23-BD3C-95EA7C606A80}"/>
          </ac:picMkLst>
        </pc:picChg>
      </pc:sldChg>
    </pc:docChg>
  </pc:docChgLst>
  <pc:docChgLst>
    <pc:chgData name="WILLIAM RICARDO AGUILAR PIÑA" userId="25538c52-b196-49fc-9025-2dd86a54f18a" providerId="ADAL" clId="{F17B431F-F149-468B-AAEE-F0B8EA094F38}"/>
    <pc:docChg chg="undo custSel addSld delSld modSld sldOrd">
      <pc:chgData name="WILLIAM RICARDO AGUILAR PIÑA" userId="25538c52-b196-49fc-9025-2dd86a54f18a" providerId="ADAL" clId="{F17B431F-F149-468B-AAEE-F0B8EA094F38}" dt="2018-09-10T20:49:33.928" v="190" actId="207"/>
      <pc:docMkLst>
        <pc:docMk/>
      </pc:docMkLst>
      <pc:sldChg chg="modSp">
        <pc:chgData name="WILLIAM RICARDO AGUILAR PIÑA" userId="25538c52-b196-49fc-9025-2dd86a54f18a" providerId="ADAL" clId="{F17B431F-F149-468B-AAEE-F0B8EA094F38}" dt="2018-09-10T20:49:33.928" v="190" actId="207"/>
        <pc:sldMkLst>
          <pc:docMk/>
          <pc:sldMk cId="0" sldId="256"/>
        </pc:sldMkLst>
        <pc:spChg chg="mod">
          <ac:chgData name="WILLIAM RICARDO AGUILAR PIÑA" userId="25538c52-b196-49fc-9025-2dd86a54f18a" providerId="ADAL" clId="{F17B431F-F149-468B-AAEE-F0B8EA094F38}" dt="2018-09-10T16:20:34.867" v="49" actId="14100"/>
          <ac:spMkLst>
            <pc:docMk/>
            <pc:sldMk cId="0" sldId="256"/>
            <ac:spMk id="7" creationId="{00000000-0000-0000-0000-000000000000}"/>
          </ac:spMkLst>
        </pc:spChg>
        <pc:spChg chg="mod">
          <ac:chgData name="WILLIAM RICARDO AGUILAR PIÑA" userId="25538c52-b196-49fc-9025-2dd86a54f18a" providerId="ADAL" clId="{F17B431F-F149-468B-AAEE-F0B8EA094F38}" dt="2018-09-10T20:49:33.928" v="190" actId="207"/>
          <ac:spMkLst>
            <pc:docMk/>
            <pc:sldMk cId="0" sldId="256"/>
            <ac:spMk id="8" creationId="{00000000-0000-0000-0000-000000000000}"/>
          </ac:spMkLst>
        </pc:spChg>
      </pc:sldChg>
    </pc:docChg>
  </pc:docChgLst>
  <pc:docChgLst>
    <pc:chgData name="WILLIAM RICARDO AGUILAR PIÑA" userId="25538c52-b196-49fc-9025-2dd86a54f18a" providerId="ADAL" clId="{7B02A175-094B-4BC9-A820-041D15B153AC}"/>
    <pc:docChg chg="undo custSel addSld modSld">
      <pc:chgData name="WILLIAM RICARDO AGUILAR PIÑA" userId="25538c52-b196-49fc-9025-2dd86a54f18a" providerId="ADAL" clId="{7B02A175-094B-4BC9-A820-041D15B153AC}" dt="2018-10-12T14:37:21.796" v="341" actId="1076"/>
      <pc:docMkLst>
        <pc:docMk/>
      </pc:docMkLst>
      <pc:sldChg chg="modSp">
        <pc:chgData name="WILLIAM RICARDO AGUILAR PIÑA" userId="25538c52-b196-49fc-9025-2dd86a54f18a" providerId="ADAL" clId="{7B02A175-094B-4BC9-A820-041D15B153AC}" dt="2018-10-12T13:17:31.962" v="128"/>
        <pc:sldMkLst>
          <pc:docMk/>
          <pc:sldMk cId="0" sldId="256"/>
        </pc:sldMkLst>
        <pc:spChg chg="mod">
          <ac:chgData name="WILLIAM RICARDO AGUILAR PIÑA" userId="25538c52-b196-49fc-9025-2dd86a54f18a" providerId="ADAL" clId="{7B02A175-094B-4BC9-A820-041D15B153AC}" dt="2018-10-12T13:08:21.790" v="4" actId="255"/>
          <ac:spMkLst>
            <pc:docMk/>
            <pc:sldMk cId="0" sldId="256"/>
            <ac:spMk id="8" creationId="{00000000-0000-0000-0000-000000000000}"/>
          </ac:spMkLst>
        </pc:spChg>
        <pc:spChg chg="mod">
          <ac:chgData name="WILLIAM RICARDO AGUILAR PIÑA" userId="25538c52-b196-49fc-9025-2dd86a54f18a" providerId="ADAL" clId="{7B02A175-094B-4BC9-A820-041D15B153AC}" dt="2018-10-12T13:17:31.962" v="128"/>
          <ac:spMkLst>
            <pc:docMk/>
            <pc:sldMk cId="0" sldId="256"/>
            <ac:spMk id="9" creationId="{ACC46523-F69E-4664-A425-9648BC1F23B9}"/>
          </ac:spMkLst>
        </pc:spChg>
      </pc:sldChg>
      <pc:sldChg chg="addSp delSp">
        <pc:chgData name="WILLIAM RICARDO AGUILAR PIÑA" userId="25538c52-b196-49fc-9025-2dd86a54f18a" providerId="ADAL" clId="{7B02A175-094B-4BC9-A820-041D15B153AC}" dt="2018-10-12T13:18:49.208" v="160"/>
        <pc:sldMkLst>
          <pc:docMk/>
          <pc:sldMk cId="655422725" sldId="298"/>
        </pc:sldMkLst>
        <pc:spChg chg="del">
          <ac:chgData name="WILLIAM RICARDO AGUILAR PIÑA" userId="25538c52-b196-49fc-9025-2dd86a54f18a" providerId="ADAL" clId="{7B02A175-094B-4BC9-A820-041D15B153AC}" dt="2018-10-12T13:18:48.893" v="159" actId="478"/>
          <ac:spMkLst>
            <pc:docMk/>
            <pc:sldMk cId="655422725" sldId="298"/>
            <ac:spMk id="10" creationId="{D6785755-1437-4D5A-9C94-373277D1F6A1}"/>
          </ac:spMkLst>
        </pc:spChg>
        <pc:spChg chg="add">
          <ac:chgData name="WILLIAM RICARDO AGUILAR PIÑA" userId="25538c52-b196-49fc-9025-2dd86a54f18a" providerId="ADAL" clId="{7B02A175-094B-4BC9-A820-041D15B153AC}" dt="2018-10-12T13:18:49.208" v="160"/>
          <ac:spMkLst>
            <pc:docMk/>
            <pc:sldMk cId="655422725" sldId="298"/>
            <ac:spMk id="11" creationId="{70E63F43-478C-4856-B85E-52B2BF27D230}"/>
          </ac:spMkLst>
        </pc:spChg>
      </pc:sldChg>
    </pc:docChg>
  </pc:docChgLst>
  <pc:docChgLst>
    <pc:chgData name="WILLIAM RICARDO AGUILAR PIÑA" userId="25538c52-b196-49fc-9025-2dd86a54f18a" providerId="ADAL" clId="{DEE8EAB7-5FD5-474F-AAC5-FFF1299E04F4}"/>
    <pc:docChg chg="modSld">
      <pc:chgData name="WILLIAM RICARDO AGUILAR PIÑA" userId="25538c52-b196-49fc-9025-2dd86a54f18a" providerId="ADAL" clId="{DEE8EAB7-5FD5-474F-AAC5-FFF1299E04F4}" dt="2023-12-01T12:53:07.457" v="1" actId="20577"/>
      <pc:docMkLst>
        <pc:docMk/>
      </pc:docMkLst>
      <pc:sldChg chg="modSp mod">
        <pc:chgData name="WILLIAM RICARDO AGUILAR PIÑA" userId="25538c52-b196-49fc-9025-2dd86a54f18a" providerId="ADAL" clId="{DEE8EAB7-5FD5-474F-AAC5-FFF1299E04F4}" dt="2023-12-01T12:53:07.457" v="1" actId="20577"/>
        <pc:sldMkLst>
          <pc:docMk/>
          <pc:sldMk cId="3053183585" sldId="353"/>
        </pc:sldMkLst>
        <pc:spChg chg="mod">
          <ac:chgData name="WILLIAM RICARDO AGUILAR PIÑA" userId="25538c52-b196-49fc-9025-2dd86a54f18a" providerId="ADAL" clId="{DEE8EAB7-5FD5-474F-AAC5-FFF1299E04F4}" dt="2023-12-01T12:53:07.457" v="1" actId="20577"/>
          <ac:spMkLst>
            <pc:docMk/>
            <pc:sldMk cId="3053183585" sldId="353"/>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21/11/2025</a:t>
            </a:fld>
            <a:endParaRPr lang="es-CO" dirty="0"/>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dirty="0"/>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noProof="0" dirty="0">
                <a:latin typeface="Orkney Light" panose="00000400000000000000" pitchFamily="2" charset="0"/>
                <a:cs typeface="Arial" pitchFamily="34" charset="0"/>
              </a:rPr>
              <a:t>(Aluvión: Conjunto de sedimentos que son arrastrados por una creciente que se depositan en el lecho del río o en el valle)</a:t>
            </a:r>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a:t>
            </a:fld>
            <a:endParaRPr lang="es-CO" dirty="0"/>
          </a:p>
        </p:txBody>
      </p:sp>
    </p:spTree>
    <p:extLst>
      <p:ext uri="{BB962C8B-B14F-4D97-AF65-F5344CB8AC3E}">
        <p14:creationId xmlns:p14="http://schemas.microsoft.com/office/powerpoint/2010/main" val="4003676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noProof="0" dirty="0">
                <a:latin typeface="Orkney Light" panose="00000400000000000000" pitchFamily="2" charset="0"/>
                <a:cs typeface="Arial" pitchFamily="34" charset="0"/>
              </a:rPr>
              <a:t>(Aluvión: Conjunto de sedimentos que son arrastrados por una creciente que se depositan en el lecho del río o en el valle)</a:t>
            </a:r>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a:t>
            </a:fld>
            <a:endParaRPr lang="es-CO" dirty="0"/>
          </a:p>
        </p:txBody>
      </p:sp>
    </p:spTree>
    <p:extLst>
      <p:ext uri="{BB962C8B-B14F-4D97-AF65-F5344CB8AC3E}">
        <p14:creationId xmlns:p14="http://schemas.microsoft.com/office/powerpoint/2010/main" val="3187217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a:t>
            </a:fld>
            <a:endParaRPr lang="es-CO" dirty="0"/>
          </a:p>
        </p:txBody>
      </p:sp>
    </p:spTree>
    <p:extLst>
      <p:ext uri="{BB962C8B-B14F-4D97-AF65-F5344CB8AC3E}">
        <p14:creationId xmlns:p14="http://schemas.microsoft.com/office/powerpoint/2010/main" val="72200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a:t>
            </a:fld>
            <a:endParaRPr lang="es-CO" dirty="0"/>
          </a:p>
        </p:txBody>
      </p:sp>
    </p:spTree>
    <p:extLst>
      <p:ext uri="{BB962C8B-B14F-4D97-AF65-F5344CB8AC3E}">
        <p14:creationId xmlns:p14="http://schemas.microsoft.com/office/powerpoint/2010/main" val="1225632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7</a:t>
            </a:fld>
            <a:endParaRPr lang="es-CO" dirty="0"/>
          </a:p>
        </p:txBody>
      </p:sp>
    </p:spTree>
    <p:extLst>
      <p:ext uri="{BB962C8B-B14F-4D97-AF65-F5344CB8AC3E}">
        <p14:creationId xmlns:p14="http://schemas.microsoft.com/office/powerpoint/2010/main" val="1165639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8</a:t>
            </a:fld>
            <a:endParaRPr lang="es-CO" dirty="0"/>
          </a:p>
        </p:txBody>
      </p:sp>
    </p:spTree>
    <p:extLst>
      <p:ext uri="{BB962C8B-B14F-4D97-AF65-F5344CB8AC3E}">
        <p14:creationId xmlns:p14="http://schemas.microsoft.com/office/powerpoint/2010/main" val="3045098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9</a:t>
            </a:fld>
            <a:endParaRPr lang="es-CO" dirty="0"/>
          </a:p>
        </p:txBody>
      </p:sp>
    </p:spTree>
    <p:extLst>
      <p:ext uri="{BB962C8B-B14F-4D97-AF65-F5344CB8AC3E}">
        <p14:creationId xmlns:p14="http://schemas.microsoft.com/office/powerpoint/2010/main" val="2983529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10</a:t>
            </a:fld>
            <a:endParaRPr lang="es-CO" dirty="0"/>
          </a:p>
        </p:txBody>
      </p:sp>
    </p:spTree>
    <p:extLst>
      <p:ext uri="{BB962C8B-B14F-4D97-AF65-F5344CB8AC3E}">
        <p14:creationId xmlns:p14="http://schemas.microsoft.com/office/powerpoint/2010/main" val="838020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11</a:t>
            </a:fld>
            <a:endParaRPr lang="es-CO" dirty="0"/>
          </a:p>
        </p:txBody>
      </p:sp>
    </p:spTree>
    <p:extLst>
      <p:ext uri="{BB962C8B-B14F-4D97-AF65-F5344CB8AC3E}">
        <p14:creationId xmlns:p14="http://schemas.microsoft.com/office/powerpoint/2010/main" val="2883226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dirty="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12</a:t>
            </a:fld>
            <a:endParaRPr lang="es-CO" dirty="0"/>
          </a:p>
        </p:txBody>
      </p:sp>
    </p:spTree>
    <p:extLst>
      <p:ext uri="{BB962C8B-B14F-4D97-AF65-F5344CB8AC3E}">
        <p14:creationId xmlns:p14="http://schemas.microsoft.com/office/powerpoint/2010/main" val="2667773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8" name="7 Marcador de pie de página"/>
          <p:cNvSpPr>
            <a:spLocks noGrp="1"/>
          </p:cNvSpPr>
          <p:nvPr>
            <p:ph type="ftr" sz="quarter" idx="11"/>
          </p:nvPr>
        </p:nvSpPr>
        <p:spPr/>
        <p:txBody>
          <a:bodyPr/>
          <a:lstStyle/>
          <a:p>
            <a:endParaRPr lang="es-CO" dirty="0"/>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4" name="3 Marcador de pie de página"/>
          <p:cNvSpPr>
            <a:spLocks noGrp="1"/>
          </p:cNvSpPr>
          <p:nvPr>
            <p:ph type="ftr" sz="quarter" idx="11"/>
          </p:nvPr>
        </p:nvSpPr>
        <p:spPr/>
        <p:txBody>
          <a:bodyPr/>
          <a:lstStyle/>
          <a:p>
            <a:endParaRPr lang="es-CO" dirty="0"/>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3" name="2 Marcador de pie de página"/>
          <p:cNvSpPr>
            <a:spLocks noGrp="1"/>
          </p:cNvSpPr>
          <p:nvPr>
            <p:ph type="ftr" sz="quarter" idx="11"/>
          </p:nvPr>
        </p:nvSpPr>
        <p:spPr/>
        <p:txBody>
          <a:bodyPr/>
          <a:lstStyle/>
          <a:p>
            <a:endParaRPr lang="es-CO" dirty="0"/>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dirty="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6" name="5 Marcador de pie de página"/>
          <p:cNvSpPr>
            <a:spLocks noGrp="1"/>
          </p:cNvSpPr>
          <p:nvPr>
            <p:ph type="ftr" sz="quarter" idx="11"/>
          </p:nvPr>
        </p:nvSpPr>
        <p:spPr/>
        <p:txBody>
          <a:bodyPr/>
          <a:lstStyle/>
          <a:p>
            <a:endParaRPr lang="es-CO" dirty="0"/>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11"/>
          </p:nvPr>
        </p:nvSpPr>
        <p:spPr/>
        <p:txBody>
          <a:bodyPr/>
          <a:lstStyle/>
          <a:p>
            <a:endParaRPr lang="es-CO" dirty="0"/>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21/11/2025</a:t>
            </a:fld>
            <a:endParaRPr lang="es-CO" dirty="0"/>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solidFill>
                  <a:schemeClr val="tx1">
                    <a:lumMod val="95000"/>
                    <a:lumOff val="5000"/>
                  </a:schemeClr>
                </a:solidFill>
                <a:latin typeface="Segoe UI Light" panose="020B0502040204020203" pitchFamily="34" charset="0"/>
                <a:cs typeface="Segoe UI Light" panose="020B0502040204020203" pitchFamily="34" charset="0"/>
              </a:rPr>
              <a:t>v</a:t>
            </a:r>
            <a:r>
              <a:rPr lang="es-ES" sz="800">
                <a:solidFill>
                  <a:schemeClr val="tx1">
                    <a:lumMod val="95000"/>
                    <a:lumOff val="5000"/>
                  </a:schemeClr>
                </a:solidFill>
                <a:latin typeface="Segoe UI Light" panose="020B0502040204020203" pitchFamily="34" charset="0"/>
                <a:cs typeface="Segoe UI Light" panose="020B0502040204020203" pitchFamily="34" charset="0"/>
              </a:rPr>
              <a:t>.20201117</a:t>
            </a:r>
            <a:endParaRPr lang="es-CO" sz="800" spc="100" dirty="0">
              <a:solidFill>
                <a:schemeClr val="tx1">
                  <a:lumMod val="95000"/>
                  <a:lumOff val="5000"/>
                </a:schemeClr>
              </a:solidFill>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solidFill>
                  <a:schemeClr val="tx1">
                    <a:lumMod val="95000"/>
                    <a:lumOff val="5000"/>
                  </a:schemeClr>
                </a:solidFill>
                <a:latin typeface="Segoe UI Light" panose="020B0502040204020203" pitchFamily="34" charset="0"/>
                <a:cs typeface="Segoe UI Light" panose="020B0502040204020203" pitchFamily="34" charset="0"/>
              </a:rPr>
              <a:t>Info: r.cfdtools@gmail.com</a:t>
            </a:r>
            <a:endParaRPr lang="es-CO" sz="800" spc="100" dirty="0">
              <a:solidFill>
                <a:schemeClr val="tx1">
                  <a:lumMod val="95000"/>
                  <a:lumOff val="5000"/>
                </a:schemeClr>
              </a:solidFill>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solidFill>
                  <a:schemeClr val="tx1">
                    <a:lumMod val="95000"/>
                    <a:lumOff val="5000"/>
                  </a:schemeClr>
                </a:solidFill>
                <a:latin typeface="Segoe UI Light" panose="020B0502040204020203" pitchFamily="34" charset="0"/>
                <a:cs typeface="Segoe UI Light" panose="020B0502040204020203" pitchFamily="34" charset="0"/>
              </a:rPr>
              <a:t>Herramientas computacionales para el diseño y modelación de cauces</a:t>
            </a:r>
          </a:p>
          <a:p>
            <a:r>
              <a:rPr lang="es-CO" sz="1200" dirty="0">
                <a:solidFill>
                  <a:schemeClr val="tx1">
                    <a:lumMod val="95000"/>
                    <a:lumOff val="5000"/>
                  </a:schemeClr>
                </a:solidFill>
                <a:latin typeface="Segoe UI Light" panose="020B0502040204020203" pitchFamily="34" charset="0"/>
                <a:cs typeface="Segoe UI Light" panose="020B0502040204020203" pitchFamily="34" charset="0"/>
              </a:rPr>
              <a:t>Modelación hidráulica 2D con HEC-RAS y RAS </a:t>
            </a:r>
            <a:r>
              <a:rPr lang="es-CO" sz="1200" dirty="0" err="1">
                <a:solidFill>
                  <a:schemeClr val="tx1">
                    <a:lumMod val="95000"/>
                    <a:lumOff val="5000"/>
                  </a:schemeClr>
                </a:solidFill>
                <a:latin typeface="Segoe UI Light" panose="020B0502040204020203" pitchFamily="34" charset="0"/>
                <a:cs typeface="Segoe UI Light" panose="020B0502040204020203" pitchFamily="34" charset="0"/>
              </a:rPr>
              <a:t>Mapper</a:t>
            </a:r>
            <a:endParaRPr lang="es-CO" sz="1200" dirty="0">
              <a:solidFill>
                <a:schemeClr val="tx1">
                  <a:lumMod val="95000"/>
                  <a:lumOff val="5000"/>
                </a:schemeClr>
              </a:solidFill>
              <a:latin typeface="Segoe UI Light" panose="020B0502040204020203" pitchFamily="34" charset="0"/>
              <a:cs typeface="Segoe UI Light" panose="020B0502040204020203" pitchFamily="34" charset="0"/>
            </a:endParaRPr>
          </a:p>
          <a:p>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Introducción y requerimientos</a:t>
            </a:r>
            <a:endParaRPr lang="es-ES" sz="1600" dirty="0">
              <a:solidFill>
                <a:schemeClr val="tx1">
                  <a:lumMod val="95000"/>
                  <a:lumOff val="5000"/>
                </a:schemeClr>
              </a:solidFill>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4AF21492-4C21-497F-BD65-669B149C65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41E21AD5-9632-4C68-AC4F-67FB340673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691098" y="3244334"/>
            <a:ext cx="2809803" cy="369332"/>
          </a:xfrm>
          <a:prstGeom prst="rect">
            <a:avLst/>
          </a:prstGeom>
          <a:noFill/>
        </p:spPr>
        <p:txBody>
          <a:bodyPr wrap="square" rtlCol="0">
            <a:spAutoFit/>
          </a:bodyPr>
          <a:lstStyle/>
          <a:p>
            <a:pPr algn="ctr"/>
            <a:r>
              <a:rPr lang="es-CO" dirty="0">
                <a:solidFill>
                  <a:schemeClr val="tx1">
                    <a:lumMod val="95000"/>
                    <a:lumOff val="5000"/>
                  </a:schemeClr>
                </a:solidFill>
                <a:latin typeface="Segoe UI Light" panose="020B0502040204020203" pitchFamily="34" charset="0"/>
                <a:cs typeface="Segoe UI Light" panose="020B0502040204020203" pitchFamily="34" charset="0"/>
              </a:rPr>
              <a:t>1. ¿Qué es HEC-RAS?</a:t>
            </a:r>
          </a:p>
        </p:txBody>
      </p:sp>
      <p:pic>
        <p:nvPicPr>
          <p:cNvPr id="5" name="Imagen 4">
            <a:extLst>
              <a:ext uri="{FF2B5EF4-FFF2-40B4-BE49-F238E27FC236}">
                <a16:creationId xmlns:a16="http://schemas.microsoft.com/office/drawing/2014/main" id="{9D7EB677-CB76-4732-A00F-7D8E4A304A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297193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728265" y="764704"/>
            <a:ext cx="8735470" cy="5286062"/>
          </a:xfrm>
          <a:prstGeom prst="rect">
            <a:avLst/>
          </a:prstGeom>
          <a:noFill/>
        </p:spPr>
        <p:txBody>
          <a:bodyPr wrap="square" rtlCol="0">
            <a:spAutoFit/>
          </a:bodyPr>
          <a:lstStyle/>
          <a:p>
            <a:pPr algn="just"/>
            <a:r>
              <a:rPr lang="es-CO" dirty="0">
                <a:solidFill>
                  <a:schemeClr val="tx1">
                    <a:lumMod val="95000"/>
                    <a:lumOff val="5000"/>
                  </a:schemeClr>
                </a:solidFill>
                <a:latin typeface="Segoe UI Light" panose="020B0502040204020203" pitchFamily="34" charset="0"/>
                <a:cs typeface="Segoe UI Light" panose="020B0502040204020203" pitchFamily="34" charset="0"/>
              </a:rPr>
              <a:t>¿Qué es HEC-RAS?</a:t>
            </a:r>
          </a:p>
          <a:p>
            <a:pPr algn="just"/>
            <a:r>
              <a:rPr lang="es-CO" sz="1100" dirty="0">
                <a:solidFill>
                  <a:schemeClr val="tx1">
                    <a:lumMod val="95000"/>
                    <a:lumOff val="5000"/>
                  </a:schemeClr>
                </a:solidFill>
                <a:latin typeface="Segoe UI Light" panose="020B0502040204020203" pitchFamily="34" charset="0"/>
                <a:cs typeface="Segoe UI Light" panose="020B0502040204020203" pitchFamily="34" charset="0"/>
              </a:rPr>
              <a:t> </a:t>
            </a:r>
            <a:endParaRPr lang="es-CO"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Es una herramienta computacional de dominio público creada por el Cuerpo de Ingenieros Militares de los Estados Unidos de América (US Army Corps of Engineers), utilizada para realizar cálculos hidráulicos sobre una red compuesta por canales abiertos naturales o construidos, llanuras de inundación y aluviones. </a:t>
            </a:r>
          </a:p>
          <a:p>
            <a:pPr algn="just"/>
            <a:endParaRPr lang="en-US"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endParaRPr lang="en-US"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r>
              <a:rPr lang="es-CO" dirty="0">
                <a:solidFill>
                  <a:schemeClr val="tx1">
                    <a:lumMod val="95000"/>
                    <a:lumOff val="5000"/>
                  </a:schemeClr>
                </a:solidFill>
                <a:latin typeface="Segoe UI Light" panose="020B0502040204020203" pitchFamily="34" charset="0"/>
                <a:cs typeface="Segoe UI Light" panose="020B0502040204020203" pitchFamily="34" charset="0"/>
              </a:rPr>
              <a:t>Simulación de flujo no permanente en una y dos dimensiones</a:t>
            </a:r>
          </a:p>
          <a:p>
            <a:pPr algn="just"/>
            <a:endParaRPr lang="es-CO"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HEC-RAS tiene la capacidad de simular Flujo No Permanente, unidimensional o bidimensionalmente y se puede utilizar para modelar regímenes de flujo subcrítico, supercrítico y mixto. </a:t>
            </a:r>
          </a:p>
          <a:p>
            <a:pPr algn="just"/>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Actualmente, los cálculos hidráulicos realizados para secciones transversales, puentes, alcantarillas y otras estructuras hidráulicas pueden ser realizados en flujo no permanente.</a:t>
            </a:r>
          </a:p>
          <a:p>
            <a:pPr algn="just"/>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Otras características especiales incluyen: análisis de rotura de presas y diques, estaciones de bombeo, operación de presas para sistemas navegables, sistemas de tuberías a presión, calibración automatizada, reglas de operación definidas por el usuario y la combinación de modelos 1D y 2D. </a:t>
            </a:r>
          </a:p>
          <a:p>
            <a:pPr algn="just"/>
            <a:endParaRPr lang="es-CO"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r>
              <a:rPr lang="es-CO" sz="1050" dirty="0">
                <a:solidFill>
                  <a:schemeClr val="tx1">
                    <a:lumMod val="95000"/>
                    <a:lumOff val="5000"/>
                  </a:schemeClr>
                </a:solidFill>
                <a:latin typeface="Segoe UI Light" panose="020B0502040204020203" pitchFamily="34" charset="0"/>
                <a:cs typeface="Segoe UI Light" panose="020B0502040204020203" pitchFamily="34" charset="0"/>
              </a:rPr>
              <a:t>(Texto adaptado al español de: http://www.hec.usace.army.mil/software/hec-ras/features.aspx#Unsteady)</a:t>
            </a:r>
          </a:p>
        </p:txBody>
      </p:sp>
      <p:sp>
        <p:nvSpPr>
          <p:cNvPr id="9" name="1 Título">
            <a:extLst>
              <a:ext uri="{FF2B5EF4-FFF2-40B4-BE49-F238E27FC236}">
                <a16:creationId xmlns:a16="http://schemas.microsoft.com/office/drawing/2014/main" id="{418F840C-3C2D-4084-B1C3-84050FD2580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a:solidFill>
                  <a:schemeClr val="tx1">
                    <a:lumMod val="95000"/>
                    <a:lumOff val="5000"/>
                  </a:schemeClr>
                </a:solidFill>
                <a:latin typeface="Segoe UI Light" panose="020B0502040204020203" pitchFamily="34" charset="0"/>
                <a:cs typeface="Segoe UI Light" panose="020B0502040204020203" pitchFamily="34" charset="0"/>
              </a:rPr>
              <a:t>1. ¿QUÉ ES HEC-RAS?</a:t>
            </a:r>
          </a:p>
        </p:txBody>
      </p:sp>
      <p:pic>
        <p:nvPicPr>
          <p:cNvPr id="5" name="Imagen 4">
            <a:extLst>
              <a:ext uri="{FF2B5EF4-FFF2-40B4-BE49-F238E27FC236}">
                <a16:creationId xmlns:a16="http://schemas.microsoft.com/office/drawing/2014/main" id="{3E1EB3FA-5913-4430-A24E-EF9FE2CBEF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111998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67408" y="459706"/>
            <a:ext cx="10657184" cy="1569660"/>
          </a:xfrm>
          <a:prstGeom prst="rect">
            <a:avLst/>
          </a:prstGeom>
          <a:noFill/>
        </p:spPr>
        <p:txBody>
          <a:bodyPr wrap="square" rtlCol="0">
            <a:spAutoFit/>
          </a:bodyPr>
          <a:lstStyle/>
          <a:p>
            <a:pPr algn="just"/>
            <a:r>
              <a:rPr lang="es-CO" dirty="0">
                <a:solidFill>
                  <a:schemeClr val="tx1">
                    <a:lumMod val="95000"/>
                    <a:lumOff val="5000"/>
                  </a:schemeClr>
                </a:solidFill>
                <a:latin typeface="Segoe UI Light" panose="020B0502040204020203" pitchFamily="34" charset="0"/>
                <a:cs typeface="Segoe UI Light" panose="020B0502040204020203" pitchFamily="34" charset="0"/>
              </a:rPr>
              <a:t>Editor de geometría </a:t>
            </a:r>
            <a:r>
              <a:rPr lang="es-CO" dirty="0" err="1">
                <a:solidFill>
                  <a:schemeClr val="tx1">
                    <a:lumMod val="95000"/>
                    <a:lumOff val="5000"/>
                  </a:schemeClr>
                </a:solidFill>
                <a:latin typeface="Segoe UI Light" panose="020B0502040204020203" pitchFamily="34" charset="0"/>
                <a:cs typeface="Segoe UI Light" panose="020B0502040204020203" pitchFamily="34" charset="0"/>
              </a:rPr>
              <a:t>geometry</a:t>
            </a:r>
            <a:r>
              <a:rPr lang="es-CO" dirty="0">
                <a:solidFill>
                  <a:schemeClr val="tx1">
                    <a:lumMod val="95000"/>
                    <a:lumOff val="5000"/>
                  </a:schemeClr>
                </a:solidFill>
                <a:latin typeface="Segoe UI Light" panose="020B0502040204020203" pitchFamily="34" charset="0"/>
                <a:cs typeface="Segoe UI Light" panose="020B0502040204020203" pitchFamily="34" charset="0"/>
              </a:rPr>
              <a:t> data Vs RAS </a:t>
            </a:r>
            <a:r>
              <a:rPr lang="es-CO" dirty="0" err="1">
                <a:solidFill>
                  <a:schemeClr val="tx1">
                    <a:lumMod val="95000"/>
                    <a:lumOff val="5000"/>
                  </a:schemeClr>
                </a:solidFill>
                <a:latin typeface="Segoe UI Light" panose="020B0502040204020203" pitchFamily="34" charset="0"/>
                <a:cs typeface="Segoe UI Light" panose="020B0502040204020203" pitchFamily="34" charset="0"/>
              </a:rPr>
              <a:t>Mapper</a:t>
            </a:r>
            <a:endParaRPr lang="es-CO"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endParaRPr lang="es-CO" sz="1400"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HEC-RAS dispone de dos herramientas para la creación y edición de la geometría del modelo hidráulico. Geometry Data es la herramienta que convencionalmente se utiliza para construcción, edición o importación de geometrías. RAS </a:t>
            </a:r>
            <a:r>
              <a:rPr lang="es-CO" sz="1600" dirty="0" err="1">
                <a:solidFill>
                  <a:schemeClr val="tx1">
                    <a:lumMod val="95000"/>
                    <a:lumOff val="5000"/>
                  </a:schemeClr>
                </a:solidFill>
                <a:latin typeface="Segoe UI Light" panose="020B0502040204020203" pitchFamily="34" charset="0"/>
                <a:cs typeface="Segoe UI Light" panose="020B0502040204020203" pitchFamily="34" charset="0"/>
              </a:rPr>
              <a:t>Mapper</a:t>
            </a: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 también es utilizado para trazado de geometrías y principalmente se utiliza para procesos de creación y manipulación de modelos de terreno, mapificación y análisis espacial de resultados. </a:t>
            </a:r>
            <a:endParaRPr lang="es-CO" sz="1050" dirty="0">
              <a:solidFill>
                <a:schemeClr val="tx1">
                  <a:lumMod val="95000"/>
                  <a:lumOff val="5000"/>
                </a:schemeClr>
              </a:solidFill>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E9E57142-9FD1-4F96-91CC-BF3514E12B49}"/>
              </a:ext>
            </a:extLst>
          </p:cNvPr>
          <p:cNvPicPr>
            <a:picLocks noChangeAspect="1"/>
          </p:cNvPicPr>
          <p:nvPr/>
        </p:nvPicPr>
        <p:blipFill>
          <a:blip r:embed="rId3">
            <a:grayscl/>
          </a:blip>
          <a:stretch>
            <a:fillRect/>
          </a:stretch>
        </p:blipFill>
        <p:spPr>
          <a:xfrm>
            <a:off x="1010361" y="2132856"/>
            <a:ext cx="4907862" cy="4692540"/>
          </a:xfrm>
          <a:prstGeom prst="rect">
            <a:avLst/>
          </a:prstGeom>
        </p:spPr>
      </p:pic>
      <p:pic>
        <p:nvPicPr>
          <p:cNvPr id="4" name="Imagen 3">
            <a:extLst>
              <a:ext uri="{FF2B5EF4-FFF2-40B4-BE49-F238E27FC236}">
                <a16:creationId xmlns:a16="http://schemas.microsoft.com/office/drawing/2014/main" id="{D2395BD1-8AC1-442A-B26F-85CB4E497A76}"/>
              </a:ext>
            </a:extLst>
          </p:cNvPr>
          <p:cNvPicPr>
            <a:picLocks noChangeAspect="1"/>
          </p:cNvPicPr>
          <p:nvPr/>
        </p:nvPicPr>
        <p:blipFill>
          <a:blip r:embed="rId4">
            <a:grayscl/>
          </a:blip>
          <a:stretch>
            <a:fillRect/>
          </a:stretch>
        </p:blipFill>
        <p:spPr>
          <a:xfrm>
            <a:off x="6177901" y="2132856"/>
            <a:ext cx="5030667" cy="4692540"/>
          </a:xfrm>
          <a:prstGeom prst="rect">
            <a:avLst/>
          </a:prstGeom>
        </p:spPr>
      </p:pic>
      <p:sp>
        <p:nvSpPr>
          <p:cNvPr id="7" name="1 Título">
            <a:extLst>
              <a:ext uri="{FF2B5EF4-FFF2-40B4-BE49-F238E27FC236}">
                <a16:creationId xmlns:a16="http://schemas.microsoft.com/office/drawing/2014/main" id="{A1867B42-4769-4EFD-A607-DB0661F1DEA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solidFill>
                  <a:schemeClr val="tx1">
                    <a:lumMod val="95000"/>
                    <a:lumOff val="5000"/>
                  </a:schemeClr>
                </a:solidFill>
                <a:latin typeface="Segoe UI Light" panose="020B0502040204020203" pitchFamily="34" charset="0"/>
                <a:cs typeface="Segoe UI Light" panose="020B0502040204020203" pitchFamily="34" charset="0"/>
              </a:rPr>
              <a:t>¿Qué es HEC-RAS?</a:t>
            </a:r>
          </a:p>
        </p:txBody>
      </p:sp>
      <p:pic>
        <p:nvPicPr>
          <p:cNvPr id="10" name="Imagen 9">
            <a:extLst>
              <a:ext uri="{FF2B5EF4-FFF2-40B4-BE49-F238E27FC236}">
                <a16:creationId xmlns:a16="http://schemas.microsoft.com/office/drawing/2014/main" id="{6C8EC7B3-A56F-4F4B-97D5-FFCA3E57576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102677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7 CuadroTexto">
            <a:extLst>
              <a:ext uri="{FF2B5EF4-FFF2-40B4-BE49-F238E27FC236}">
                <a16:creationId xmlns:a16="http://schemas.microsoft.com/office/drawing/2014/main" id="{62684CDD-A085-421D-BBDF-8F0B1127B94A}"/>
              </a:ext>
            </a:extLst>
          </p:cNvPr>
          <p:cNvSpPr txBox="1"/>
          <p:nvPr/>
        </p:nvSpPr>
        <p:spPr>
          <a:xfrm>
            <a:off x="3233682" y="2890391"/>
            <a:ext cx="5724636" cy="1077218"/>
          </a:xfrm>
          <a:prstGeom prst="rect">
            <a:avLst/>
          </a:prstGeom>
          <a:noFill/>
        </p:spPr>
        <p:txBody>
          <a:bodyPr wrap="square" rtlCol="0">
            <a:spAutoFit/>
          </a:bodyPr>
          <a:lstStyle/>
          <a:p>
            <a:pPr algn="just"/>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Atención: </a:t>
            </a:r>
            <a:r>
              <a:rPr lang="es-ES" sz="1600" dirty="0">
                <a:solidFill>
                  <a:schemeClr val="tx1">
                    <a:lumMod val="95000"/>
                    <a:lumOff val="5000"/>
                  </a:schemeClr>
                </a:solidFill>
                <a:latin typeface="Segoe UI Light" panose="020B0502040204020203" pitchFamily="34" charset="0"/>
                <a:cs typeface="Segoe UI Light" panose="020B0502040204020203" pitchFamily="34" charset="0"/>
              </a:rPr>
              <a:t>Se recomienda NO realizar tareas de edición con Geometry Data y RAS </a:t>
            </a:r>
            <a:r>
              <a:rPr lang="es-ES" sz="1600" dirty="0" err="1">
                <a:solidFill>
                  <a:schemeClr val="tx1">
                    <a:lumMod val="95000"/>
                    <a:lumOff val="5000"/>
                  </a:schemeClr>
                </a:solidFill>
                <a:latin typeface="Segoe UI Light" panose="020B0502040204020203" pitchFamily="34" charset="0"/>
                <a:cs typeface="Segoe UI Light" panose="020B0502040204020203" pitchFamily="34" charset="0"/>
              </a:rPr>
              <a:t>Mapper</a:t>
            </a:r>
            <a:r>
              <a:rPr lang="es-ES" sz="1600" dirty="0">
                <a:solidFill>
                  <a:schemeClr val="tx1">
                    <a:lumMod val="95000"/>
                    <a:lumOff val="5000"/>
                  </a:schemeClr>
                </a:solidFill>
                <a:latin typeface="Segoe UI Light" panose="020B0502040204020203" pitchFamily="34" charset="0"/>
                <a:cs typeface="Segoe UI Light" panose="020B0502040204020203" pitchFamily="34" charset="0"/>
              </a:rPr>
              <a:t> simultáneamente, debido a que puede ocasionar perdida o corrupción de los datos geométricos del modelo.</a:t>
            </a: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p:txBody>
      </p:sp>
      <p:pic>
        <p:nvPicPr>
          <p:cNvPr id="7" name="Imagen 6">
            <a:extLst>
              <a:ext uri="{FF2B5EF4-FFF2-40B4-BE49-F238E27FC236}">
                <a16:creationId xmlns:a16="http://schemas.microsoft.com/office/drawing/2014/main" id="{11070F5E-D9E1-4F1C-A535-6D075E5237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5" name="1 Título">
            <a:extLst>
              <a:ext uri="{FF2B5EF4-FFF2-40B4-BE49-F238E27FC236}">
                <a16:creationId xmlns:a16="http://schemas.microsoft.com/office/drawing/2014/main" id="{4CFC9254-1230-4B8D-975A-990755E91B06}"/>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solidFill>
                  <a:schemeClr val="tx1">
                    <a:lumMod val="95000"/>
                    <a:lumOff val="5000"/>
                  </a:schemeClr>
                </a:solidFill>
                <a:latin typeface="Segoe UI Light" panose="020B0502040204020203" pitchFamily="34" charset="0"/>
                <a:cs typeface="Segoe UI Light" panose="020B0502040204020203" pitchFamily="34" charset="0"/>
              </a:rPr>
              <a:t>¿Qué es HEC-RAS?</a:t>
            </a:r>
          </a:p>
        </p:txBody>
      </p:sp>
    </p:spTree>
    <p:extLst>
      <p:ext uri="{BB962C8B-B14F-4D97-AF65-F5344CB8AC3E}">
        <p14:creationId xmlns:p14="http://schemas.microsoft.com/office/powerpoint/2010/main" val="429431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135806" y="3244334"/>
            <a:ext cx="5920388" cy="369332"/>
          </a:xfrm>
          <a:prstGeom prst="rect">
            <a:avLst/>
          </a:prstGeom>
          <a:noFill/>
        </p:spPr>
        <p:txBody>
          <a:bodyPr wrap="square" rtlCol="0">
            <a:spAutoFit/>
          </a:bodyPr>
          <a:lstStyle/>
          <a:p>
            <a:pPr algn="ctr"/>
            <a:r>
              <a:rPr lang="es-CO" dirty="0">
                <a:solidFill>
                  <a:schemeClr val="tx1">
                    <a:lumMod val="95000"/>
                    <a:lumOff val="5000"/>
                  </a:schemeClr>
                </a:solidFill>
                <a:latin typeface="Segoe UI Light" panose="020B0502040204020203" pitchFamily="34" charset="0"/>
                <a:cs typeface="Segoe UI Light" panose="020B0502040204020203" pitchFamily="34" charset="0"/>
              </a:rPr>
              <a:t>2. Herramientas computacionales requeridas</a:t>
            </a:r>
          </a:p>
        </p:txBody>
      </p:sp>
      <p:pic>
        <p:nvPicPr>
          <p:cNvPr id="4" name="Imagen 3">
            <a:extLst>
              <a:ext uri="{FF2B5EF4-FFF2-40B4-BE49-F238E27FC236}">
                <a16:creationId xmlns:a16="http://schemas.microsoft.com/office/drawing/2014/main" id="{F5A0420F-BE9D-40FE-A122-EBF28E6DD0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170432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059843" y="1844824"/>
            <a:ext cx="6498722" cy="2831544"/>
          </a:xfrm>
          <a:prstGeom prst="rect">
            <a:avLst/>
          </a:prstGeom>
          <a:noFill/>
        </p:spPr>
        <p:txBody>
          <a:bodyPr wrap="square" rtlCol="0">
            <a:spAutoFit/>
          </a:bodyPr>
          <a:lstStyle/>
          <a:p>
            <a:pPr algn="just"/>
            <a:r>
              <a:rPr lang="es-CO" dirty="0">
                <a:solidFill>
                  <a:schemeClr val="tx1">
                    <a:lumMod val="95000"/>
                    <a:lumOff val="5000"/>
                  </a:schemeClr>
                </a:solidFill>
                <a:latin typeface="Segoe UI Light" panose="020B0502040204020203" pitchFamily="34" charset="0"/>
                <a:cs typeface="Segoe UI Light" panose="020B0502040204020203" pitchFamily="34" charset="0"/>
              </a:rPr>
              <a:t>Herramientas computacionales requeridas</a:t>
            </a:r>
          </a:p>
          <a:p>
            <a:pPr algn="just"/>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HEC-RAS 5.0.7+. </a:t>
            </a:r>
          </a:p>
          <a:p>
            <a:pPr algn="just"/>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http://www.hec.usace.army.mil/software/hec-ras/downloads.aspx</a:t>
            </a:r>
          </a:p>
          <a:p>
            <a:pPr algn="just"/>
            <a:endParaRPr lang="en-US" sz="1600" u="sng"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r>
              <a:rPr lang="en-US" sz="1600" dirty="0">
                <a:solidFill>
                  <a:schemeClr val="tx1">
                    <a:lumMod val="95000"/>
                    <a:lumOff val="5000"/>
                  </a:schemeClr>
                </a:solidFill>
                <a:latin typeface="Segoe UI Light" panose="020B0502040204020203" pitchFamily="34" charset="0"/>
                <a:cs typeface="Segoe UI Light" panose="020B0502040204020203" pitchFamily="34" charset="0"/>
              </a:rPr>
              <a:t>ESRI ArcGIS 10.x. ó ESRI ArcGIS Pro. </a:t>
            </a:r>
          </a:p>
          <a:p>
            <a:pPr algn="just"/>
            <a:r>
              <a:rPr lang="en-US" sz="1600" dirty="0">
                <a:solidFill>
                  <a:schemeClr val="tx1">
                    <a:lumMod val="95000"/>
                    <a:lumOff val="5000"/>
                  </a:schemeClr>
                </a:solidFill>
                <a:latin typeface="Segoe UI Light" panose="020B0502040204020203" pitchFamily="34" charset="0"/>
                <a:cs typeface="Segoe UI Light" panose="020B0502040204020203" pitchFamily="34" charset="0"/>
              </a:rPr>
              <a:t>https://www.esri.com/es-es/arcgis/products/arcgis-pro/overview</a:t>
            </a:r>
          </a:p>
          <a:p>
            <a:pPr algn="just"/>
            <a:endParaRPr lang="en-US" sz="1600" dirty="0">
              <a:solidFill>
                <a:schemeClr val="tx1">
                  <a:lumMod val="95000"/>
                  <a:lumOff val="5000"/>
                </a:schemeClr>
              </a:solidFill>
              <a:latin typeface="Segoe UI Light" panose="020B0502040204020203" pitchFamily="34" charset="0"/>
              <a:cs typeface="Segoe UI Light" panose="020B0502040204020203" pitchFamily="34" charset="0"/>
            </a:endParaRPr>
          </a:p>
          <a:p>
            <a:pPr algn="just"/>
            <a:r>
              <a:rPr lang="en-US" sz="1600" dirty="0">
                <a:solidFill>
                  <a:schemeClr val="tx1">
                    <a:lumMod val="95000"/>
                    <a:lumOff val="5000"/>
                  </a:schemeClr>
                </a:solidFill>
                <a:latin typeface="Segoe UI Light" panose="020B0502040204020203" pitchFamily="34" charset="0"/>
                <a:cs typeface="Segoe UI Light" panose="020B0502040204020203" pitchFamily="34" charset="0"/>
              </a:rPr>
              <a:t>Microsoft EXCEL 2016+ Desktop.  </a:t>
            </a:r>
          </a:p>
          <a:p>
            <a:pPr algn="just"/>
            <a:r>
              <a:rPr lang="en-US" sz="1600" dirty="0">
                <a:solidFill>
                  <a:schemeClr val="tx1">
                    <a:lumMod val="95000"/>
                    <a:lumOff val="5000"/>
                  </a:schemeClr>
                </a:solidFill>
                <a:latin typeface="Segoe UI Light" panose="020B0502040204020203" pitchFamily="34" charset="0"/>
                <a:cs typeface="Segoe UI Light" panose="020B0502040204020203" pitchFamily="34" charset="0"/>
              </a:rPr>
              <a:t>https://www.microsoft.com/en-us/download/office.aspx</a:t>
            </a:r>
          </a:p>
          <a:p>
            <a:pPr algn="just"/>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p:txBody>
      </p:sp>
      <p:pic>
        <p:nvPicPr>
          <p:cNvPr id="5" name="Imagen 4">
            <a:extLst>
              <a:ext uri="{FF2B5EF4-FFF2-40B4-BE49-F238E27FC236}">
                <a16:creationId xmlns:a16="http://schemas.microsoft.com/office/drawing/2014/main" id="{0BFB007B-AF49-4126-82D5-8044573A929C}"/>
              </a:ext>
            </a:extLst>
          </p:cNvPr>
          <p:cNvPicPr>
            <a:picLocks noChangeAspect="1"/>
          </p:cNvPicPr>
          <p:nvPr/>
        </p:nvPicPr>
        <p:blipFill>
          <a:blip r:embed="rId3"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7429575" y="5301208"/>
            <a:ext cx="720000" cy="720000"/>
          </a:xfrm>
          <a:prstGeom prst="rect">
            <a:avLst/>
          </a:prstGeom>
        </p:spPr>
      </p:pic>
      <p:pic>
        <p:nvPicPr>
          <p:cNvPr id="3074" name="Picture 2" descr="Image result for arcgis icon png">
            <a:extLst>
              <a:ext uri="{FF2B5EF4-FFF2-40B4-BE49-F238E27FC236}">
                <a16:creationId xmlns:a16="http://schemas.microsoft.com/office/drawing/2014/main" id="{4C052ED2-3BB0-487C-9012-6684DE1B2DEE}"/>
              </a:ext>
            </a:extLst>
          </p:cNvPr>
          <p:cNvPicPr>
            <a:picLocks noChangeAspect="1" noChangeArrowheads="1"/>
          </p:cNvPicPr>
          <p:nvPr/>
        </p:nvPicPr>
        <p:blipFill>
          <a:blip r:embed="rId4" cstate="print">
            <a:biLevel thresh="25000"/>
            <a:extLst>
              <a:ext uri="{28A0092B-C50C-407E-A947-70E740481C1C}">
                <a14:useLocalDpi xmlns:a14="http://schemas.microsoft.com/office/drawing/2010/main" val="0"/>
              </a:ext>
            </a:extLst>
          </a:blip>
          <a:srcRect/>
          <a:stretch>
            <a:fillRect/>
          </a:stretch>
        </p:blipFill>
        <p:spPr bwMode="auto">
          <a:xfrm>
            <a:off x="5589204" y="5336057"/>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hec ras icon png">
            <a:extLst>
              <a:ext uri="{FF2B5EF4-FFF2-40B4-BE49-F238E27FC236}">
                <a16:creationId xmlns:a16="http://schemas.microsoft.com/office/drawing/2014/main" id="{9C5909E4-C2C7-41B5-A965-C8BDA55869CC}"/>
              </a:ext>
            </a:extLst>
          </p:cNvPr>
          <p:cNvPicPr>
            <a:picLocks noChangeAspect="1" noChangeArrowheads="1"/>
          </p:cNvPicPr>
          <p:nvPr/>
        </p:nvPicPr>
        <p:blipFill>
          <a:blip r:embed="rId5" cstate="print">
            <a:biLevel thresh="50000"/>
            <a:extLst>
              <a:ext uri="{28A0092B-C50C-407E-A947-70E740481C1C}">
                <a14:useLocalDpi xmlns:a14="http://schemas.microsoft.com/office/drawing/2010/main" val="0"/>
              </a:ext>
            </a:extLst>
          </a:blip>
          <a:srcRect/>
          <a:stretch>
            <a:fillRect/>
          </a:stretch>
        </p:blipFill>
        <p:spPr bwMode="auto">
          <a:xfrm>
            <a:off x="3503713" y="5348529"/>
            <a:ext cx="1052207" cy="720000"/>
          </a:xfrm>
          <a:prstGeom prst="rect">
            <a:avLst/>
          </a:prstGeom>
          <a:noFill/>
          <a:extLst>
            <a:ext uri="{909E8E84-426E-40DD-AFC4-6F175D3DCCD1}">
              <a14:hiddenFill xmlns:a14="http://schemas.microsoft.com/office/drawing/2010/main">
                <a:solidFill>
                  <a:srgbClr val="FFFFFF"/>
                </a:solidFill>
              </a14:hiddenFill>
            </a:ext>
          </a:extLst>
        </p:spPr>
      </p:pic>
      <p:sp>
        <p:nvSpPr>
          <p:cNvPr id="12" name="1 Título">
            <a:extLst>
              <a:ext uri="{FF2B5EF4-FFF2-40B4-BE49-F238E27FC236}">
                <a16:creationId xmlns:a16="http://schemas.microsoft.com/office/drawing/2014/main" id="{D75772AA-FC33-43F4-9B36-01EE298B294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solidFill>
                  <a:schemeClr val="tx1">
                    <a:lumMod val="95000"/>
                    <a:lumOff val="5000"/>
                  </a:schemeClr>
                </a:solidFill>
                <a:latin typeface="Segoe UI Light" panose="020B0502040204020203" pitchFamily="34" charset="0"/>
                <a:cs typeface="Segoe UI Light" panose="020B0502040204020203" pitchFamily="34" charset="0"/>
              </a:rPr>
              <a:t>2. Herramientas computacionales requeridas</a:t>
            </a:r>
          </a:p>
        </p:txBody>
      </p:sp>
      <p:pic>
        <p:nvPicPr>
          <p:cNvPr id="9" name="Imagen 8">
            <a:extLst>
              <a:ext uri="{FF2B5EF4-FFF2-40B4-BE49-F238E27FC236}">
                <a16:creationId xmlns:a16="http://schemas.microsoft.com/office/drawing/2014/main" id="{73B8BB9E-397B-403B-BC09-B4FBF9DE986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053183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233941" y="3244334"/>
            <a:ext cx="3724118" cy="369332"/>
          </a:xfrm>
          <a:prstGeom prst="rect">
            <a:avLst/>
          </a:prstGeom>
          <a:noFill/>
        </p:spPr>
        <p:txBody>
          <a:bodyPr wrap="square" rtlCol="0">
            <a:spAutoFit/>
          </a:bodyPr>
          <a:lstStyle/>
          <a:p>
            <a:pPr algn="ctr"/>
            <a:r>
              <a:rPr lang="es-CO" dirty="0">
                <a:solidFill>
                  <a:schemeClr val="tx1">
                    <a:lumMod val="95000"/>
                    <a:lumOff val="5000"/>
                  </a:schemeClr>
                </a:solidFill>
                <a:latin typeface="Segoe UI Light" panose="020B0502040204020203" pitchFamily="34" charset="0"/>
                <a:cs typeface="Segoe UI Light" panose="020B0502040204020203" pitchFamily="34" charset="0"/>
              </a:rPr>
              <a:t>3. Datos base requeridos</a:t>
            </a:r>
          </a:p>
        </p:txBody>
      </p:sp>
      <p:pic>
        <p:nvPicPr>
          <p:cNvPr id="4" name="Imagen 3">
            <a:extLst>
              <a:ext uri="{FF2B5EF4-FFF2-40B4-BE49-F238E27FC236}">
                <a16:creationId xmlns:a16="http://schemas.microsoft.com/office/drawing/2014/main" id="{33703B4F-CB43-4DC3-8DFB-0DAFB175C4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713194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283805" y="682824"/>
            <a:ext cx="8124563" cy="5509200"/>
          </a:xfrm>
          <a:prstGeom prst="rect">
            <a:avLst/>
          </a:prstGeom>
          <a:noFill/>
        </p:spPr>
        <p:txBody>
          <a:bodyPr wrap="square" rtlCol="0">
            <a:spAutoFit/>
          </a:bodyPr>
          <a:lstStyle/>
          <a:p>
            <a:pPr algn="just"/>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El paquete de datos disponible en el repositorio del curso, incluye: </a:t>
            </a:r>
          </a:p>
          <a:p>
            <a:pPr algn="just"/>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lvl="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GAUSS_BTA_MAGNA.prj: Sistema de proyección de coordenadas. (1 kb)</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TIN_Terrenonaturalcaucesinuoso_v0.tif: Modelo de terreno natural combinado con cauce sinuoso diseñado. Alta resolución en formato TIFF. (72.2 mb)</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CIVIL3D_Ejes_v0.dwg: Ejes de cauce sinuoso, bases y coronas de taludes, borde externo de la huella de mecanización. (849 kb)</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XSCutLines_v0.shp: Secciones transversales para análisis del inicio, entrega, algunas ondas sinuosas, paso de vía y cauce lateral. (36.9 kb)</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Hydrographs_v0.xlsx: Hidrogramas para diferentes periodos de retorno. (702 kb)</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RiverRAS_v0.shp:  Red de drenaje antrópica con tramos de inicio, cauce sinuoso diseñado y cauce lateral. (20.6 kb)</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Bridges_v0.shp:  Paso de vía. (20.6 kb)</a:t>
            </a:r>
          </a:p>
          <a:p>
            <a:pPr marL="285750" indent="-285750" algn="just">
              <a:buFont typeface="Wingdings" panose="05000000000000000000" pitchFamily="2" charset="2"/>
              <a:buChar char="ü"/>
            </a:pPr>
            <a:endParaRPr lang="en-US"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Banks_v0.shp:  L</a:t>
            </a:r>
            <a:r>
              <a:rPr lang="en-US" sz="1600" dirty="0">
                <a:solidFill>
                  <a:schemeClr val="tx1">
                    <a:lumMod val="95000"/>
                    <a:lumOff val="5000"/>
                  </a:schemeClr>
                </a:solidFill>
                <a:latin typeface="Segoe UI Light" panose="020B0502040204020203" pitchFamily="34" charset="0"/>
                <a:cs typeface="Segoe UI Light" panose="020B0502040204020203" pitchFamily="34" charset="0"/>
              </a:rPr>
              <a:t>í</a:t>
            </a: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neas de bancas laterales. Requeridas para el dragado de los cauces naturales de inicio, entrega y lateral. (31.1 kb)</a:t>
            </a:r>
          </a:p>
        </p:txBody>
      </p:sp>
      <p:pic>
        <p:nvPicPr>
          <p:cNvPr id="3" name="Imagen 2">
            <a:extLst>
              <a:ext uri="{FF2B5EF4-FFF2-40B4-BE49-F238E27FC236}">
                <a16:creationId xmlns:a16="http://schemas.microsoft.com/office/drawing/2014/main" id="{E726B17E-64DF-416D-8605-7862EDEA06D1}"/>
              </a:ext>
            </a:extLst>
          </p:cNvPr>
          <p:cNvPicPr>
            <a:picLocks noChangeAspect="1"/>
          </p:cNvPicPr>
          <p:nvPr/>
        </p:nvPicPr>
        <p:blipFill rotWithShape="1">
          <a:blip r:embed="rId3"/>
          <a:srcRect t="-691" b="46"/>
          <a:stretch/>
        </p:blipFill>
        <p:spPr>
          <a:xfrm rot="16200000">
            <a:off x="7944779" y="2615719"/>
            <a:ext cx="6862941" cy="1631504"/>
          </a:xfrm>
          <a:prstGeom prst="rect">
            <a:avLst/>
          </a:prstGeom>
        </p:spPr>
      </p:pic>
      <p:sp>
        <p:nvSpPr>
          <p:cNvPr id="10" name="1 Título">
            <a:extLst>
              <a:ext uri="{FF2B5EF4-FFF2-40B4-BE49-F238E27FC236}">
                <a16:creationId xmlns:a16="http://schemas.microsoft.com/office/drawing/2014/main" id="{C8AFAF42-EFE7-47FD-BC80-5D1A8A12D97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solidFill>
                  <a:schemeClr val="tx1">
                    <a:lumMod val="95000"/>
                    <a:lumOff val="5000"/>
                  </a:schemeClr>
                </a:solidFill>
                <a:latin typeface="Segoe UI Light" panose="020B0502040204020203" pitchFamily="34" charset="0"/>
                <a:cs typeface="Segoe UI Light" panose="020B0502040204020203" pitchFamily="34" charset="0"/>
              </a:rPr>
              <a:t>3. Datos base requeridos</a:t>
            </a:r>
          </a:p>
        </p:txBody>
      </p:sp>
      <p:pic>
        <p:nvPicPr>
          <p:cNvPr id="4" name="Imagen 3">
            <a:extLst>
              <a:ext uri="{FF2B5EF4-FFF2-40B4-BE49-F238E27FC236}">
                <a16:creationId xmlns:a16="http://schemas.microsoft.com/office/drawing/2014/main" id="{07C268C2-3AEA-470A-9CF9-2E66039E39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3296740">
            <a:off x="11714729" y="6266138"/>
            <a:ext cx="360000" cy="360000"/>
          </a:xfrm>
          <a:prstGeom prst="rect">
            <a:avLst/>
          </a:prstGeom>
        </p:spPr>
      </p:pic>
      <p:pic>
        <p:nvPicPr>
          <p:cNvPr id="7" name="Imagen 6">
            <a:extLst>
              <a:ext uri="{FF2B5EF4-FFF2-40B4-BE49-F238E27FC236}">
                <a16:creationId xmlns:a16="http://schemas.microsoft.com/office/drawing/2014/main" id="{C3A345C8-3930-4F30-AF70-0158835F912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315935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655362" y="3244334"/>
            <a:ext cx="4881275" cy="369332"/>
          </a:xfrm>
          <a:prstGeom prst="rect">
            <a:avLst/>
          </a:prstGeom>
          <a:noFill/>
        </p:spPr>
        <p:txBody>
          <a:bodyPr wrap="square" rtlCol="0">
            <a:spAutoFit/>
          </a:bodyPr>
          <a:lstStyle/>
          <a:p>
            <a:pPr algn="ctr"/>
            <a:r>
              <a:rPr lang="es-CO" dirty="0">
                <a:solidFill>
                  <a:schemeClr val="tx1">
                    <a:lumMod val="95000"/>
                    <a:lumOff val="5000"/>
                  </a:schemeClr>
                </a:solidFill>
                <a:latin typeface="Segoe UI Light" panose="020B0502040204020203" pitchFamily="34" charset="0"/>
                <a:cs typeface="Segoe UI Light" panose="020B0502040204020203" pitchFamily="34" charset="0"/>
              </a:rPr>
              <a:t>4. Archivos de formas construidos</a:t>
            </a:r>
          </a:p>
        </p:txBody>
      </p:sp>
      <p:pic>
        <p:nvPicPr>
          <p:cNvPr id="4" name="Imagen 3">
            <a:extLst>
              <a:ext uri="{FF2B5EF4-FFF2-40B4-BE49-F238E27FC236}">
                <a16:creationId xmlns:a16="http://schemas.microsoft.com/office/drawing/2014/main" id="{24379FF1-797D-4B43-884E-BE17F810B4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978844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559496" y="548680"/>
            <a:ext cx="9073008" cy="6001643"/>
          </a:xfrm>
          <a:prstGeom prst="rect">
            <a:avLst/>
          </a:prstGeom>
          <a:noFill/>
        </p:spPr>
        <p:txBody>
          <a:bodyPr wrap="square" rtlCol="0">
            <a:spAutoFit/>
          </a:bodyPr>
          <a:lstStyle/>
          <a:p>
            <a:pPr algn="just"/>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A partir de la capa de ejes trazados en CIVIL 3D, se construyen las siguientes capas requeridas:</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CIVIL3D_Ejes_v0.shp: Ejes exportados de CIVIL 3D a shapefile.</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CIVIL3D_Eje_v0.shp: Eje del Thalweg del cauce dominante sinuoso diseñado.</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CIVIL3D_EjesCoronas_v0.shp: Ejes de corona del cauce dominante y valle. Requerido para el refinamiento de la malla compuesta.</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LandCover_v0.shp: Zonas de cuberturas de uso del suelo para aplicación del coeficiente de rugosidad de Manning (n).</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Perimeter_v0.shp: Perímetro externo para modelación del tramo sinuoso diseñado.</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Perimeter_v1.shp: Perímetro externo para modelación del tramo sinuoso diseñado y el cauce natural aguas abajo.</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Perimeter_v2.shp: Perímetro externo para modelación de toda la zona de estudio.</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Perimeter_v3.shp: Perímetros externos para modelación del paso de vía.</a:t>
            </a:r>
          </a:p>
          <a:p>
            <a:pPr marL="285750" indent="-285750" algn="just">
              <a:buFont typeface="Wingdings" panose="05000000000000000000" pitchFamily="2" charset="2"/>
              <a:buChar char="ü"/>
            </a:pP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RefRegPol_v0.shp: Zonas para el refinamiento de la malla compuesta en cauce sinuoso.</a:t>
            </a:r>
          </a:p>
          <a:p>
            <a:pPr marL="285750" indent="-285750" algn="just">
              <a:buFont typeface="Wingdings" panose="05000000000000000000" pitchFamily="2" charset="2"/>
              <a:buChar char="ü"/>
            </a:pPr>
            <a:endParaRPr lang="en-US"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s-CO" sz="1600" dirty="0">
                <a:solidFill>
                  <a:schemeClr val="tx1">
                    <a:lumMod val="95000"/>
                    <a:lumOff val="5000"/>
                  </a:schemeClr>
                </a:solidFill>
                <a:latin typeface="Segoe UI Light" panose="020B0502040204020203" pitchFamily="34" charset="0"/>
                <a:cs typeface="Segoe UI Light" panose="020B0502040204020203" pitchFamily="34" charset="0"/>
              </a:rPr>
              <a:t>RiverBridgeRAS_v0.shp: Tramo del río para modelación 1D del paso de vía.</a:t>
            </a:r>
          </a:p>
        </p:txBody>
      </p:sp>
      <p:sp>
        <p:nvSpPr>
          <p:cNvPr id="9" name="1 Título">
            <a:extLst>
              <a:ext uri="{FF2B5EF4-FFF2-40B4-BE49-F238E27FC236}">
                <a16:creationId xmlns:a16="http://schemas.microsoft.com/office/drawing/2014/main" id="{F8851B32-3AD5-486C-B2EC-D2899D0AEAC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CO" sz="800" dirty="0">
                <a:solidFill>
                  <a:schemeClr val="tx1">
                    <a:lumMod val="95000"/>
                    <a:lumOff val="5000"/>
                  </a:schemeClr>
                </a:solidFill>
                <a:latin typeface="Segoe UI Light" panose="020B0502040204020203" pitchFamily="34" charset="0"/>
                <a:cs typeface="Segoe UI Light" panose="020B0502040204020203" pitchFamily="34" charset="0"/>
              </a:rPr>
              <a:t>4. Archivos de formas construidos</a:t>
            </a:r>
          </a:p>
        </p:txBody>
      </p:sp>
      <p:pic>
        <p:nvPicPr>
          <p:cNvPr id="5" name="Imagen 4">
            <a:extLst>
              <a:ext uri="{FF2B5EF4-FFF2-40B4-BE49-F238E27FC236}">
                <a16:creationId xmlns:a16="http://schemas.microsoft.com/office/drawing/2014/main" id="{5BA15CA8-ABC2-4493-8002-C88FB05417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03948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957038" y="1582340"/>
            <a:ext cx="6277923" cy="3447098"/>
          </a:xfrm>
          <a:prstGeom prst="rect">
            <a:avLst/>
          </a:prstGeom>
          <a:noFill/>
        </p:spPr>
        <p:txBody>
          <a:bodyPr wrap="square" rtlCol="0">
            <a:spAutoFit/>
          </a:bodyPr>
          <a:lstStyle/>
          <a:p>
            <a:pPr algn="just"/>
            <a:r>
              <a:rPr lang="es-CO" dirty="0">
                <a:solidFill>
                  <a:schemeClr val="tx1">
                    <a:lumMod val="95000"/>
                    <a:lumOff val="5000"/>
                  </a:schemeClr>
                </a:solidFill>
                <a:latin typeface="Segoe UI Light" panose="020B0502040204020203" pitchFamily="34" charset="0"/>
                <a:cs typeface="Segoe UI Light" panose="020B0502040204020203" pitchFamily="34" charset="0"/>
              </a:rPr>
              <a:t>Referencias </a:t>
            </a:r>
          </a:p>
          <a:p>
            <a:pPr algn="just"/>
            <a:endParaRPr lang="es-CO" sz="2400" dirty="0">
              <a:solidFill>
                <a:schemeClr val="tx1">
                  <a:lumMod val="95000"/>
                  <a:lumOff val="5000"/>
                </a:schemeClr>
              </a:solidFill>
              <a:effectLst>
                <a:outerShdw blurRad="38100" dist="38100" dir="2700000" algn="tl">
                  <a:srgbClr val="000000">
                    <a:alpha val="43137"/>
                  </a:srgbClr>
                </a:outerShdw>
              </a:effectLst>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n-US" sz="1600" dirty="0">
                <a:solidFill>
                  <a:schemeClr val="tx1">
                    <a:lumMod val="95000"/>
                    <a:lumOff val="5000"/>
                  </a:schemeClr>
                </a:solidFill>
                <a:latin typeface="Segoe UI Light" panose="020B0502040204020203" pitchFamily="34" charset="0"/>
                <a:cs typeface="Segoe UI Light" panose="020B0502040204020203" pitchFamily="34" charset="0"/>
              </a:rPr>
              <a:t>HEC-RAS 5.0, River Analysis System. User’s Manual. US Army Corps of Engineers, 2016.</a:t>
            </a:r>
          </a:p>
          <a:p>
            <a:pPr marL="285750" indent="-285750" algn="just">
              <a:buFont typeface="Wingdings" panose="05000000000000000000" pitchFamily="2" charset="2"/>
              <a:buChar char="ü"/>
            </a:pPr>
            <a:endParaRPr lang="en-US"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n-US" sz="1600" dirty="0">
                <a:solidFill>
                  <a:schemeClr val="tx1">
                    <a:lumMod val="95000"/>
                    <a:lumOff val="5000"/>
                  </a:schemeClr>
                </a:solidFill>
                <a:latin typeface="Segoe UI Light" panose="020B0502040204020203" pitchFamily="34" charset="0"/>
                <a:cs typeface="Segoe UI Light" panose="020B0502040204020203" pitchFamily="34" charset="0"/>
              </a:rPr>
              <a:t>HEC-RAS 5.0, River Analysis System. Supplemental to HEC-RAS Version 5.0.4, User’s Manual. US Army Corps of Engineers, 2018.</a:t>
            </a:r>
          </a:p>
          <a:p>
            <a:pPr marL="285750" indent="-285750" algn="just">
              <a:buFont typeface="Wingdings" panose="05000000000000000000" pitchFamily="2" charset="2"/>
              <a:buChar char="ü"/>
            </a:pPr>
            <a:endParaRPr lang="en-US"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n-US" sz="1600" dirty="0">
                <a:solidFill>
                  <a:schemeClr val="tx1">
                    <a:lumMod val="95000"/>
                    <a:lumOff val="5000"/>
                  </a:schemeClr>
                </a:solidFill>
                <a:latin typeface="Segoe UI Light" panose="020B0502040204020203" pitchFamily="34" charset="0"/>
                <a:cs typeface="Segoe UI Light" panose="020B0502040204020203" pitchFamily="34" charset="0"/>
              </a:rPr>
              <a:t>HEC-RAS 5.0, River Analysis System. 2D Modeling User’s Manual. US Army Corps of Engineers, 2016.</a:t>
            </a:r>
          </a:p>
          <a:p>
            <a:pPr marL="285750" indent="-285750" algn="just">
              <a:buFont typeface="Wingdings" panose="05000000000000000000" pitchFamily="2" charset="2"/>
              <a:buChar char="ü"/>
            </a:pPr>
            <a:endParaRPr lang="en-US" sz="1600" dirty="0">
              <a:solidFill>
                <a:schemeClr val="tx1">
                  <a:lumMod val="95000"/>
                  <a:lumOff val="5000"/>
                </a:schemeClr>
              </a:solidFill>
              <a:latin typeface="Segoe UI Light" panose="020B0502040204020203" pitchFamily="34" charset="0"/>
              <a:cs typeface="Segoe UI Light" panose="020B0502040204020203" pitchFamily="34" charset="0"/>
            </a:endParaRPr>
          </a:p>
          <a:p>
            <a:pPr marL="285750" indent="-285750" algn="just">
              <a:buFont typeface="Wingdings" panose="05000000000000000000" pitchFamily="2" charset="2"/>
              <a:buChar char="ü"/>
            </a:pPr>
            <a:r>
              <a:rPr lang="en-US" sz="1600" dirty="0">
                <a:solidFill>
                  <a:schemeClr val="tx1">
                    <a:lumMod val="95000"/>
                    <a:lumOff val="5000"/>
                  </a:schemeClr>
                </a:solidFill>
                <a:latin typeface="Segoe UI Light" panose="020B0502040204020203" pitchFamily="34" charset="0"/>
                <a:cs typeface="Segoe UI Light" panose="020B0502040204020203" pitchFamily="34" charset="0"/>
              </a:rPr>
              <a:t>HEC-RAS 5.0, River Analysis System. Hydraulic Reference Manual. US Army Corps of Engineers, 2016.</a:t>
            </a:r>
            <a:endParaRPr lang="es-CO" sz="1600" dirty="0">
              <a:solidFill>
                <a:schemeClr val="tx1">
                  <a:lumMod val="95000"/>
                  <a:lumOff val="5000"/>
                </a:schemeClr>
              </a:solidFill>
              <a:latin typeface="Segoe UI Light" panose="020B0502040204020203" pitchFamily="34" charset="0"/>
              <a:cs typeface="Segoe UI Light" panose="020B0502040204020203" pitchFamily="34" charset="0"/>
            </a:endParaRPr>
          </a:p>
        </p:txBody>
      </p:sp>
      <p:pic>
        <p:nvPicPr>
          <p:cNvPr id="5" name="Imagen 4">
            <a:extLst>
              <a:ext uri="{FF2B5EF4-FFF2-40B4-BE49-F238E27FC236}">
                <a16:creationId xmlns:a16="http://schemas.microsoft.com/office/drawing/2014/main" id="{BC47E641-0E46-4657-92F9-CB00EE4782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63718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7369</TotalTime>
  <Words>1062</Words>
  <Application>Microsoft Office PowerPoint</Application>
  <PresentationFormat>Widescreen</PresentationFormat>
  <Paragraphs>107</Paragraphs>
  <Slides>13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Orkney Light</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HCMC_4_0</dc:title>
  <dc:creator>master</dc:creator>
  <cp:lastModifiedBy>WILLIAM RICARDO AGUILAR PIÑA</cp:lastModifiedBy>
  <cp:revision>397</cp:revision>
  <dcterms:created xsi:type="dcterms:W3CDTF">2010-05-17T13:13:34Z</dcterms:created>
  <dcterms:modified xsi:type="dcterms:W3CDTF">2025-11-21T16:05:18Z</dcterms:modified>
</cp:coreProperties>
</file>